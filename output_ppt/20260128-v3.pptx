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1月28日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前1个月均值</c:v>
                </c:pt>
                <c:pt idx="1">
                  <c:v>1月28日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0.853</c:v>
                </c:pt>
                <c:pt idx="1">
                  <c:v>1.041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CCTV-17忠实度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1月28日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2.849</c:v>
                </c:pt>
                <c:pt idx="1">
                  <c:v>2.956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CCTV-17到达率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前1个月</c:v>
                </c:pt>
                <c:pt idx="1">
                  <c:v>1月28日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1.67</c:v>
                </c:pt>
                <c:pt idx="1">
                  <c:v>1.923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Sheet1!$A$2:$A$34</c:f>
              <c:strCache>
                <c:ptCount val="33"/>
                <c:pt idx="0">
                  <c:v>06:09
田园帮帮团</c:v>
                </c:pt>
                <c:pt idx="1">
                  <c:v>06:37
超级农人秀</c:v>
                </c:pt>
                <c:pt idx="2">
                  <c:v>07:05
共富经</c:v>
                </c:pt>
                <c:pt idx="3">
                  <c:v>07:32
谁知盘中餐</c:v>
                </c:pt>
                <c:pt idx="4">
                  <c:v>08:00
中国三农报道</c:v>
                </c:pt>
                <c:pt idx="5">
                  <c:v>08:30
三农群英汇</c:v>
                </c:pt>
                <c:pt idx="6">
                  <c:v>09:00
田园帮帮团</c:v>
                </c:pt>
                <c:pt idx="7">
                  <c:v>09:28
超级农人秀</c:v>
                </c:pt>
                <c:pt idx="8">
                  <c:v>09:54
共富经</c:v>
                </c:pt>
                <c:pt idx="9">
                  <c:v>10:20
有你才有家</c:v>
                </c:pt>
                <c:pt idx="10">
                  <c:v>11:10
有你才有家</c:v>
                </c:pt>
                <c:pt idx="11">
                  <c:v>12:00
中国三农报道</c:v>
                </c:pt>
                <c:pt idx="12">
                  <c:v>12:32
谁知盘中餐</c:v>
                </c:pt>
                <c:pt idx="13">
                  <c:v>13:00
田园帮帮团</c:v>
                </c:pt>
                <c:pt idx="14">
                  <c:v>13:26
乡理乡亲乡村反诈</c:v>
                </c:pt>
                <c:pt idx="15">
                  <c:v>13:39
青年霍元甲之威震</c:v>
                </c:pt>
                <c:pt idx="16">
                  <c:v>14:30
青年霍元甲之威震</c:v>
                </c:pt>
                <c:pt idx="17">
                  <c:v>15:21
青年霍元甲之威震</c:v>
                </c:pt>
                <c:pt idx="18">
                  <c:v>16:13
青年霍元甲之威震</c:v>
                </c:pt>
                <c:pt idx="19">
                  <c:v>17:04
大地讲堂</c:v>
                </c:pt>
                <c:pt idx="20">
                  <c:v>17:32
谁知盘中餐</c:v>
                </c:pt>
                <c:pt idx="21">
                  <c:v>18:00
中国三农报道</c:v>
                </c:pt>
                <c:pt idx="22">
                  <c:v>18:39
有你才有家</c:v>
                </c:pt>
                <c:pt idx="23">
                  <c:v>19:34
有你才有家</c:v>
                </c:pt>
                <c:pt idx="24">
                  <c:v>20:30
三农群英汇</c:v>
                </c:pt>
                <c:pt idx="25">
                  <c:v>21:00
共富经</c:v>
                </c:pt>
                <c:pt idx="26">
                  <c:v>21:29
超级农人秀</c:v>
                </c:pt>
                <c:pt idx="27">
                  <c:v>21:55
田园帮帮团</c:v>
                </c:pt>
                <c:pt idx="28">
                  <c:v>22:21
谁知盘中餐</c:v>
                </c:pt>
                <c:pt idx="29">
                  <c:v>22:47
三农群英汇</c:v>
                </c:pt>
                <c:pt idx="30">
                  <c:v>23:16
共富经</c:v>
                </c:pt>
                <c:pt idx="31">
                  <c:v>23:42
大地讲堂</c:v>
                </c:pt>
                <c:pt idx="32">
                  <c:v>24:09
超级农人秀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</c:v>
                </c:pt>
                <c:pt idx="1">
                  <c:v>0.319</c:v>
                </c:pt>
                <c:pt idx="2">
                  <c:v>0.361</c:v>
                </c:pt>
                <c:pt idx="3">
                  <c:v>0.789</c:v>
                </c:pt>
                <c:pt idx="4">
                  <c:v>1.424</c:v>
                </c:pt>
                <c:pt idx="5">
                  <c:v>0.64</c:v>
                </c:pt>
                <c:pt idx="6">
                  <c:v>0.522</c:v>
                </c:pt>
                <c:pt idx="7">
                  <c:v>0.373</c:v>
                </c:pt>
                <c:pt idx="8">
                  <c:v>0.418</c:v>
                </c:pt>
                <c:pt idx="9">
                  <c:v>1.285</c:v>
                </c:pt>
                <c:pt idx="10">
                  <c:v>1.547</c:v>
                </c:pt>
                <c:pt idx="11">
                  <c:v>0.357</c:v>
                </c:pt>
                <c:pt idx="12">
                  <c:v>0.757</c:v>
                </c:pt>
                <c:pt idx="13">
                  <c:v>0.55</c:v>
                </c:pt>
                <c:pt idx="14">
                  <c:v>0.504</c:v>
                </c:pt>
                <c:pt idx="15">
                  <c:v>0.846</c:v>
                </c:pt>
                <c:pt idx="16">
                  <c:v>0.905</c:v>
                </c:pt>
                <c:pt idx="17">
                  <c:v>1.084</c:v>
                </c:pt>
                <c:pt idx="18">
                  <c:v>1.05</c:v>
                </c:pt>
                <c:pt idx="19">
                  <c:v>0.589</c:v>
                </c:pt>
                <c:pt idx="20">
                  <c:v>0.597</c:v>
                </c:pt>
                <c:pt idx="21">
                  <c:v>0.676</c:v>
                </c:pt>
                <c:pt idx="22">
                  <c:v>1.636</c:v>
                </c:pt>
                <c:pt idx="23">
                  <c:v>1.617</c:v>
                </c:pt>
                <c:pt idx="24">
                  <c:v>0.49</c:v>
                </c:pt>
                <c:pt idx="25">
                  <c:v>0.973</c:v>
                </c:pt>
                <c:pt idx="26">
                  <c:v>0.987</c:v>
                </c:pt>
                <c:pt idx="27">
                  <c:v>1.108</c:v>
                </c:pt>
                <c:pt idx="28">
                  <c:v>1.287</c:v>
                </c:pt>
                <c:pt idx="29">
                  <c:v>1.526</c:v>
                </c:pt>
                <c:pt idx="30">
                  <c:v>1.973</c:v>
                </c:pt>
                <c:pt idx="31">
                  <c:v>2.225</c:v>
                </c:pt>
                <c:pt idx="32">
                  <c:v>2.41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有你才有家</c:v>
                </c:pt>
                <c:pt idx="1">
                  <c:v>有你才有家</c:v>
                </c:pt>
                <c:pt idx="2">
                  <c:v>共富经</c:v>
                </c:pt>
                <c:pt idx="3">
                  <c:v>超级农人秀</c:v>
                </c:pt>
                <c:pt idx="4">
                  <c:v>田园帮帮团</c:v>
                </c:pt>
                <c:pt idx="5">
                  <c:v>三农群英汇</c:v>
                </c:pt>
                <c:pt idx="6">
                  <c:v>谁知盘中餐</c:v>
                </c:pt>
                <c:pt idx="7">
                  <c:v>有你才有家</c:v>
                </c:pt>
                <c:pt idx="8">
                  <c:v>三农群英汇</c:v>
                </c:pt>
                <c:pt idx="9">
                  <c:v>中国三农报道</c:v>
                </c:pt>
                <c:pt idx="10">
                  <c:v>共富经</c:v>
                </c:pt>
                <c:pt idx="11">
                  <c:v>青年霍元甲之威震津门</c:v>
                </c:pt>
                <c:pt idx="12">
                  <c:v>有你才有家</c:v>
                </c:pt>
                <c:pt idx="13">
                  <c:v>大地讲堂</c:v>
                </c:pt>
                <c:pt idx="14">
                  <c:v>青年霍元甲之威震津门</c:v>
                </c:pt>
                <c:pt idx="15">
                  <c:v>谁知盘中餐</c:v>
                </c:pt>
                <c:pt idx="16">
                  <c:v>谁知盘中餐</c:v>
                </c:pt>
                <c:pt idx="17">
                  <c:v>青年霍元甲之威震津门</c:v>
                </c:pt>
                <c:pt idx="18">
                  <c:v>青年霍元甲之威震津门</c:v>
                </c:pt>
                <c:pt idx="19">
                  <c:v>大地讲堂</c:v>
                </c:pt>
                <c:pt idx="20">
                  <c:v>超级农人秀</c:v>
                </c:pt>
                <c:pt idx="21">
                  <c:v>田园帮帮团</c:v>
                </c:pt>
                <c:pt idx="22">
                  <c:v>中国三农报道</c:v>
                </c:pt>
                <c:pt idx="23">
                  <c:v>乡理乡亲乡村反诈指南</c:v>
                </c:pt>
                <c:pt idx="24">
                  <c:v>中国三农报道</c:v>
                </c:pt>
                <c:pt idx="25">
                  <c:v>三农群英汇</c:v>
                </c:pt>
                <c:pt idx="26">
                  <c:v>田园帮帮团</c:v>
                </c:pt>
                <c:pt idx="27">
                  <c:v>共富经</c:v>
                </c:pt>
                <c:pt idx="28">
                  <c:v>谁知盘中餐</c:v>
                </c:pt>
                <c:pt idx="29">
                  <c:v>超级农人秀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0.326</c:v>
                </c:pt>
                <c:pt idx="1">
                  <c:v>0.262</c:v>
                </c:pt>
                <c:pt idx="2">
                  <c:v>0.168</c:v>
                </c:pt>
                <c:pt idx="3">
                  <c:v>0.131</c:v>
                </c:pt>
                <c:pt idx="4">
                  <c:v>0.107</c:v>
                </c:pt>
                <c:pt idx="5">
                  <c:v>0.096</c:v>
                </c:pt>
                <c:pt idx="6">
                  <c:v>0.091</c:v>
                </c:pt>
                <c:pt idx="7">
                  <c:v>0.08</c:v>
                </c:pt>
                <c:pt idx="8">
                  <c:v>0.078</c:v>
                </c:pt>
                <c:pt idx="9">
                  <c:v>0.076</c:v>
                </c:pt>
                <c:pt idx="10">
                  <c:v>0.07</c:v>
                </c:pt>
                <c:pt idx="11">
                  <c:v>0.058</c:v>
                </c:pt>
                <c:pt idx="12">
                  <c:v>0.055</c:v>
                </c:pt>
                <c:pt idx="13">
                  <c:v>0.055</c:v>
                </c:pt>
                <c:pt idx="14">
                  <c:v>0.053</c:v>
                </c:pt>
                <c:pt idx="15">
                  <c:v>0.051</c:v>
                </c:pt>
                <c:pt idx="16">
                  <c:v>0.046</c:v>
                </c:pt>
                <c:pt idx="17">
                  <c:v>0.043</c:v>
                </c:pt>
                <c:pt idx="18">
                  <c:v>0.041</c:v>
                </c:pt>
                <c:pt idx="19">
                  <c:v>0.041</c:v>
                </c:pt>
                <c:pt idx="20">
                  <c:v>0.037</c:v>
                </c:pt>
                <c:pt idx="21">
                  <c:v>0.031</c:v>
                </c:pt>
                <c:pt idx="22">
                  <c:v>0.027</c:v>
                </c:pt>
                <c:pt idx="23">
                  <c:v>0.027</c:v>
                </c:pt>
                <c:pt idx="24">
                  <c:v>0.021</c:v>
                </c:pt>
                <c:pt idx="25">
                  <c:v>0.015</c:v>
                </c:pt>
                <c:pt idx="26">
                  <c:v>0.015</c:v>
                </c:pt>
                <c:pt idx="27">
                  <c:v>0.015</c:v>
                </c:pt>
                <c:pt idx="28">
                  <c:v>0.012</c:v>
                </c:pt>
                <c:pt idx="29">
                  <c:v>0.012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超级农人秀</c:v>
                </c:pt>
                <c:pt idx="1">
                  <c:v>大地讲堂</c:v>
                </c:pt>
                <c:pt idx="2">
                  <c:v>共富经</c:v>
                </c:pt>
                <c:pt idx="3">
                  <c:v>有你才有家</c:v>
                </c:pt>
                <c:pt idx="4">
                  <c:v>有你才有家</c:v>
                </c:pt>
                <c:pt idx="5">
                  <c:v>有你才有家</c:v>
                </c:pt>
                <c:pt idx="6">
                  <c:v>三农群英汇</c:v>
                </c:pt>
                <c:pt idx="7">
                  <c:v>中国三农报道</c:v>
                </c:pt>
                <c:pt idx="8">
                  <c:v>谁知盘中餐</c:v>
                </c:pt>
                <c:pt idx="9">
                  <c:v>有你才有家</c:v>
                </c:pt>
                <c:pt idx="10">
                  <c:v>田园帮帮团</c:v>
                </c:pt>
                <c:pt idx="11">
                  <c:v>青年霍元甲之威震津门</c:v>
                </c:pt>
                <c:pt idx="12">
                  <c:v>青年霍元甲之威震津门</c:v>
                </c:pt>
                <c:pt idx="13">
                  <c:v>超级农人秀</c:v>
                </c:pt>
                <c:pt idx="14">
                  <c:v>共富经</c:v>
                </c:pt>
                <c:pt idx="15">
                  <c:v>青年霍元甲之威震津门</c:v>
                </c:pt>
                <c:pt idx="16">
                  <c:v>青年霍元甲之威震津门</c:v>
                </c:pt>
                <c:pt idx="17">
                  <c:v>谁知盘中餐</c:v>
                </c:pt>
                <c:pt idx="18">
                  <c:v>谁知盘中餐</c:v>
                </c:pt>
                <c:pt idx="19">
                  <c:v>中国三农报道</c:v>
                </c:pt>
                <c:pt idx="20">
                  <c:v>三农群英汇</c:v>
                </c:pt>
                <c:pt idx="21">
                  <c:v>谁知盘中餐</c:v>
                </c:pt>
                <c:pt idx="22">
                  <c:v>大地讲堂</c:v>
                </c:pt>
                <c:pt idx="23">
                  <c:v>田园帮帮团</c:v>
                </c:pt>
                <c:pt idx="24">
                  <c:v>田园帮帮团</c:v>
                </c:pt>
                <c:pt idx="25">
                  <c:v>乡理乡亲乡村反诈指南</c:v>
                </c:pt>
                <c:pt idx="26">
                  <c:v>三农群英汇</c:v>
                </c:pt>
                <c:pt idx="27">
                  <c:v>共富经</c:v>
                </c:pt>
                <c:pt idx="28">
                  <c:v>超级农人秀</c:v>
                </c:pt>
                <c:pt idx="29">
                  <c:v>共富经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2.41</c:v>
                </c:pt>
                <c:pt idx="1">
                  <c:v>2.225</c:v>
                </c:pt>
                <c:pt idx="2">
                  <c:v>1.973</c:v>
                </c:pt>
                <c:pt idx="3">
                  <c:v>1.636</c:v>
                </c:pt>
                <c:pt idx="4">
                  <c:v>1.617</c:v>
                </c:pt>
                <c:pt idx="5">
                  <c:v>1.547</c:v>
                </c:pt>
                <c:pt idx="6">
                  <c:v>1.526</c:v>
                </c:pt>
                <c:pt idx="7">
                  <c:v>1.424</c:v>
                </c:pt>
                <c:pt idx="8">
                  <c:v>1.287</c:v>
                </c:pt>
                <c:pt idx="9">
                  <c:v>1.285</c:v>
                </c:pt>
                <c:pt idx="10">
                  <c:v>1.108</c:v>
                </c:pt>
                <c:pt idx="11">
                  <c:v>1.084</c:v>
                </c:pt>
                <c:pt idx="12">
                  <c:v>1.05</c:v>
                </c:pt>
                <c:pt idx="13">
                  <c:v>0.987</c:v>
                </c:pt>
                <c:pt idx="14">
                  <c:v>0.973</c:v>
                </c:pt>
                <c:pt idx="15">
                  <c:v>0.905</c:v>
                </c:pt>
                <c:pt idx="16">
                  <c:v>0.846</c:v>
                </c:pt>
                <c:pt idx="17">
                  <c:v>0.789</c:v>
                </c:pt>
                <c:pt idx="18">
                  <c:v>0.757</c:v>
                </c:pt>
                <c:pt idx="19">
                  <c:v>0.676</c:v>
                </c:pt>
                <c:pt idx="20">
                  <c:v>0.64</c:v>
                </c:pt>
                <c:pt idx="21">
                  <c:v>0.597</c:v>
                </c:pt>
                <c:pt idx="22">
                  <c:v>0.589</c:v>
                </c:pt>
                <c:pt idx="23">
                  <c:v>0.55</c:v>
                </c:pt>
                <c:pt idx="24">
                  <c:v>0.522</c:v>
                </c:pt>
                <c:pt idx="25">
                  <c:v>0.504</c:v>
                </c:pt>
                <c:pt idx="26">
                  <c:v>0.49</c:v>
                </c:pt>
                <c:pt idx="27">
                  <c:v>0.418</c:v>
                </c:pt>
                <c:pt idx="28">
                  <c:v>0.373</c:v>
                </c:pt>
                <c:pt idx="29">
                  <c:v>0.361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0.003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0.003</c:v>
                </c:pt>
                <c:pt idx="15">
                  <c:v>0.003</c:v>
                </c:pt>
                <c:pt idx="16">
                  <c:v>0.003</c:v>
                </c:pt>
                <c:pt idx="17">
                  <c:v>0.003</c:v>
                </c:pt>
                <c:pt idx="18">
                  <c:v>0.003</c:v>
                </c:pt>
                <c:pt idx="19">
                  <c:v>0.004</c:v>
                </c:pt>
                <c:pt idx="20">
                  <c:v>0.005</c:v>
                </c:pt>
                <c:pt idx="21">
                  <c:v>0.005</c:v>
                </c:pt>
                <c:pt idx="22">
                  <c:v>0.005</c:v>
                </c:pt>
                <c:pt idx="23">
                  <c:v>0.005</c:v>
                </c:pt>
                <c:pt idx="24">
                  <c:v>0.005</c:v>
                </c:pt>
                <c:pt idx="25">
                  <c:v>0.007</c:v>
                </c:pt>
                <c:pt idx="26">
                  <c:v>0.007</c:v>
                </c:pt>
                <c:pt idx="27">
                  <c:v>0.007</c:v>
                </c:pt>
                <c:pt idx="28">
                  <c:v>0.009</c:v>
                </c:pt>
                <c:pt idx="29">
                  <c:v>0.008</c:v>
                </c:pt>
                <c:pt idx="30">
                  <c:v>0.008</c:v>
                </c:pt>
                <c:pt idx="31">
                  <c:v>0.009</c:v>
                </c:pt>
                <c:pt idx="32">
                  <c:v>0.01</c:v>
                </c:pt>
                <c:pt idx="33">
                  <c:v>0.009</c:v>
                </c:pt>
                <c:pt idx="34">
                  <c:v>0.01</c:v>
                </c:pt>
                <c:pt idx="35">
                  <c:v>0.01</c:v>
                </c:pt>
                <c:pt idx="36">
                  <c:v>0.011</c:v>
                </c:pt>
                <c:pt idx="37">
                  <c:v>0.012</c:v>
                </c:pt>
                <c:pt idx="38">
                  <c:v>0.013</c:v>
                </c:pt>
                <c:pt idx="39">
                  <c:v>0.015</c:v>
                </c:pt>
                <c:pt idx="40">
                  <c:v>0.014</c:v>
                </c:pt>
                <c:pt idx="41">
                  <c:v>0.018</c:v>
                </c:pt>
                <c:pt idx="42">
                  <c:v>0.018</c:v>
                </c:pt>
                <c:pt idx="43">
                  <c:v>0.018</c:v>
                </c:pt>
                <c:pt idx="44">
                  <c:v>0.02</c:v>
                </c:pt>
                <c:pt idx="45">
                  <c:v>0.021</c:v>
                </c:pt>
                <c:pt idx="46">
                  <c:v>0.02</c:v>
                </c:pt>
                <c:pt idx="47">
                  <c:v>0.021</c:v>
                </c:pt>
                <c:pt idx="48">
                  <c:v>0.022</c:v>
                </c:pt>
                <c:pt idx="49">
                  <c:v>0.02</c:v>
                </c:pt>
                <c:pt idx="50">
                  <c:v>0.017</c:v>
                </c:pt>
                <c:pt idx="51">
                  <c:v>0.018</c:v>
                </c:pt>
                <c:pt idx="52">
                  <c:v>0.017</c:v>
                </c:pt>
                <c:pt idx="53">
                  <c:v>0.017</c:v>
                </c:pt>
                <c:pt idx="54">
                  <c:v>0.015</c:v>
                </c:pt>
                <c:pt idx="55">
                  <c:v>0.015</c:v>
                </c:pt>
                <c:pt idx="56">
                  <c:v>0.016</c:v>
                </c:pt>
                <c:pt idx="57">
                  <c:v>0.014</c:v>
                </c:pt>
                <c:pt idx="58">
                  <c:v>0.015</c:v>
                </c:pt>
                <c:pt idx="59">
                  <c:v>0.013</c:v>
                </c:pt>
                <c:pt idx="60">
                  <c:v>0.015</c:v>
                </c:pt>
                <c:pt idx="61">
                  <c:v>0.017</c:v>
                </c:pt>
                <c:pt idx="62">
                  <c:v>0.02</c:v>
                </c:pt>
                <c:pt idx="63">
                  <c:v>0.02</c:v>
                </c:pt>
                <c:pt idx="64">
                  <c:v>0.019</c:v>
                </c:pt>
                <c:pt idx="65">
                  <c:v>0.019</c:v>
                </c:pt>
                <c:pt idx="66">
                  <c:v>0.02</c:v>
                </c:pt>
                <c:pt idx="67">
                  <c:v>0.021</c:v>
                </c:pt>
                <c:pt idx="68">
                  <c:v>0.023</c:v>
                </c:pt>
                <c:pt idx="69">
                  <c:v>0.023</c:v>
                </c:pt>
                <c:pt idx="70">
                  <c:v>0.024</c:v>
                </c:pt>
                <c:pt idx="71">
                  <c:v>0.025</c:v>
                </c:pt>
                <c:pt idx="72">
                  <c:v>0.024</c:v>
                </c:pt>
                <c:pt idx="73">
                  <c:v>0.025</c:v>
                </c:pt>
                <c:pt idx="74">
                  <c:v>0.025</c:v>
                </c:pt>
                <c:pt idx="75">
                  <c:v>0.024</c:v>
                </c:pt>
                <c:pt idx="76">
                  <c:v>0.026</c:v>
                </c:pt>
                <c:pt idx="77">
                  <c:v>0.026</c:v>
                </c:pt>
                <c:pt idx="78">
                  <c:v>0.026</c:v>
                </c:pt>
                <c:pt idx="79">
                  <c:v>0.027</c:v>
                </c:pt>
                <c:pt idx="80">
                  <c:v>0.03</c:v>
                </c:pt>
                <c:pt idx="81">
                  <c:v>0.032</c:v>
                </c:pt>
                <c:pt idx="82">
                  <c:v>0.032</c:v>
                </c:pt>
                <c:pt idx="83">
                  <c:v>0.035</c:v>
                </c:pt>
                <c:pt idx="84">
                  <c:v>0.033</c:v>
                </c:pt>
                <c:pt idx="85">
                  <c:v>0.031</c:v>
                </c:pt>
                <c:pt idx="86">
                  <c:v>0.03</c:v>
                </c:pt>
                <c:pt idx="87">
                  <c:v>0.028</c:v>
                </c:pt>
                <c:pt idx="88">
                  <c:v>0.027</c:v>
                </c:pt>
                <c:pt idx="89">
                  <c:v>0.033</c:v>
                </c:pt>
                <c:pt idx="90">
                  <c:v>0.034</c:v>
                </c:pt>
                <c:pt idx="91">
                  <c:v>0.035</c:v>
                </c:pt>
                <c:pt idx="92">
                  <c:v>0.037</c:v>
                </c:pt>
                <c:pt idx="93">
                  <c:v>0.038</c:v>
                </c:pt>
                <c:pt idx="94">
                  <c:v>0.041</c:v>
                </c:pt>
                <c:pt idx="95">
                  <c:v>0.045</c:v>
                </c:pt>
                <c:pt idx="96">
                  <c:v>0.048</c:v>
                </c:pt>
                <c:pt idx="97">
                  <c:v>0.05</c:v>
                </c:pt>
                <c:pt idx="98">
                  <c:v>0.051</c:v>
                </c:pt>
                <c:pt idx="99">
                  <c:v>0.053</c:v>
                </c:pt>
                <c:pt idx="100">
                  <c:v>0.052</c:v>
                </c:pt>
                <c:pt idx="101">
                  <c:v>0.05</c:v>
                </c:pt>
                <c:pt idx="102">
                  <c:v>0.048</c:v>
                </c:pt>
                <c:pt idx="103">
                  <c:v>0.045</c:v>
                </c:pt>
                <c:pt idx="104">
                  <c:v>0.049</c:v>
                </c:pt>
                <c:pt idx="105">
                  <c:v>0.053</c:v>
                </c:pt>
                <c:pt idx="106">
                  <c:v>0.055</c:v>
                </c:pt>
                <c:pt idx="107">
                  <c:v>0.058</c:v>
                </c:pt>
                <c:pt idx="108">
                  <c:v>0.056</c:v>
                </c:pt>
                <c:pt idx="109">
                  <c:v>0.056</c:v>
                </c:pt>
                <c:pt idx="110">
                  <c:v>0.06</c:v>
                </c:pt>
                <c:pt idx="111">
                  <c:v>0.06</c:v>
                </c:pt>
                <c:pt idx="112">
                  <c:v>0.062</c:v>
                </c:pt>
                <c:pt idx="113">
                  <c:v>0.064</c:v>
                </c:pt>
                <c:pt idx="114">
                  <c:v>0.067</c:v>
                </c:pt>
                <c:pt idx="115">
                  <c:v>0.069</c:v>
                </c:pt>
                <c:pt idx="116">
                  <c:v>0.071</c:v>
                </c:pt>
                <c:pt idx="117">
                  <c:v>0.07</c:v>
                </c:pt>
                <c:pt idx="118">
                  <c:v>0.058</c:v>
                </c:pt>
                <c:pt idx="119">
                  <c:v>0.038</c:v>
                </c:pt>
                <c:pt idx="120">
                  <c:v>0.039</c:v>
                </c:pt>
                <c:pt idx="121">
                  <c:v>0.036</c:v>
                </c:pt>
                <c:pt idx="122">
                  <c:v>0.033</c:v>
                </c:pt>
                <c:pt idx="123">
                  <c:v>0.034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0.032</c:v>
                </c:pt>
                <c:pt idx="128">
                  <c:v>0.031</c:v>
                </c:pt>
                <c:pt idx="129">
                  <c:v>0.029</c:v>
                </c:pt>
                <c:pt idx="130">
                  <c:v>0.025</c:v>
                </c:pt>
                <c:pt idx="131">
                  <c:v>0.027</c:v>
                </c:pt>
                <c:pt idx="132">
                  <c:v>0.029</c:v>
                </c:pt>
                <c:pt idx="133">
                  <c:v>0.031</c:v>
                </c:pt>
                <c:pt idx="134">
                  <c:v>0.03</c:v>
                </c:pt>
                <c:pt idx="135">
                  <c:v>0.029</c:v>
                </c:pt>
                <c:pt idx="136">
                  <c:v>0.031</c:v>
                </c:pt>
                <c:pt idx="137">
                  <c:v>0.034</c:v>
                </c:pt>
                <c:pt idx="138">
                  <c:v>0.034</c:v>
                </c:pt>
                <c:pt idx="139">
                  <c:v>0.033</c:v>
                </c:pt>
                <c:pt idx="140">
                  <c:v>0.031</c:v>
                </c:pt>
                <c:pt idx="141">
                  <c:v>0.033</c:v>
                </c:pt>
                <c:pt idx="142">
                  <c:v>0.033</c:v>
                </c:pt>
                <c:pt idx="143">
                  <c:v>0.032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0.033</c:v>
                </c:pt>
                <c:pt idx="148">
                  <c:v>0.031</c:v>
                </c:pt>
                <c:pt idx="149">
                  <c:v>0.032</c:v>
                </c:pt>
                <c:pt idx="150">
                  <c:v>0.031</c:v>
                </c:pt>
                <c:pt idx="151">
                  <c:v>0.031</c:v>
                </c:pt>
                <c:pt idx="152">
                  <c:v>0.03</c:v>
                </c:pt>
                <c:pt idx="153">
                  <c:v>0.03</c:v>
                </c:pt>
                <c:pt idx="154">
                  <c:v>0.033</c:v>
                </c:pt>
                <c:pt idx="155">
                  <c:v>0.032</c:v>
                </c:pt>
                <c:pt idx="156">
                  <c:v>0.033</c:v>
                </c:pt>
                <c:pt idx="157">
                  <c:v>0.036</c:v>
                </c:pt>
                <c:pt idx="158">
                  <c:v>0.042</c:v>
                </c:pt>
                <c:pt idx="159">
                  <c:v>0.046</c:v>
                </c:pt>
                <c:pt idx="160">
                  <c:v>0.044</c:v>
                </c:pt>
                <c:pt idx="161">
                  <c:v>0.046</c:v>
                </c:pt>
                <c:pt idx="162">
                  <c:v>0.045</c:v>
                </c:pt>
                <c:pt idx="163">
                  <c:v>0.049</c:v>
                </c:pt>
                <c:pt idx="164">
                  <c:v>0.049</c:v>
                </c:pt>
                <c:pt idx="165">
                  <c:v>0.046</c:v>
                </c:pt>
                <c:pt idx="166">
                  <c:v>0.049</c:v>
                </c:pt>
                <c:pt idx="167">
                  <c:v>0.044</c:v>
                </c:pt>
                <c:pt idx="168">
                  <c:v>0.041</c:v>
                </c:pt>
                <c:pt idx="169">
                  <c:v>0.041</c:v>
                </c:pt>
                <c:pt idx="170">
                  <c:v>0.046</c:v>
                </c:pt>
                <c:pt idx="171">
                  <c:v>0.045</c:v>
                </c:pt>
                <c:pt idx="172">
                  <c:v>0.046</c:v>
                </c:pt>
                <c:pt idx="173">
                  <c:v>0.046</c:v>
                </c:pt>
                <c:pt idx="174">
                  <c:v>0.045</c:v>
                </c:pt>
                <c:pt idx="175">
                  <c:v>0.051</c:v>
                </c:pt>
                <c:pt idx="176">
                  <c:v>0.05</c:v>
                </c:pt>
                <c:pt idx="177">
                  <c:v>0.054</c:v>
                </c:pt>
                <c:pt idx="178">
                  <c:v>0.051</c:v>
                </c:pt>
                <c:pt idx="179">
                  <c:v>0.051</c:v>
                </c:pt>
                <c:pt idx="180">
                  <c:v>0.05</c:v>
                </c:pt>
                <c:pt idx="181">
                  <c:v>0.052</c:v>
                </c:pt>
                <c:pt idx="182">
                  <c:v>0.052</c:v>
                </c:pt>
                <c:pt idx="183">
                  <c:v>0.051</c:v>
                </c:pt>
                <c:pt idx="184">
                  <c:v>0.048</c:v>
                </c:pt>
                <c:pt idx="185">
                  <c:v>0.045</c:v>
                </c:pt>
                <c:pt idx="186">
                  <c:v>0.046</c:v>
                </c:pt>
                <c:pt idx="187">
                  <c:v>0.046</c:v>
                </c:pt>
                <c:pt idx="188">
                  <c:v>0.045</c:v>
                </c:pt>
                <c:pt idx="189">
                  <c:v>0.047</c:v>
                </c:pt>
                <c:pt idx="190">
                  <c:v>0.05</c:v>
                </c:pt>
                <c:pt idx="191">
                  <c:v>0.052</c:v>
                </c:pt>
                <c:pt idx="192">
                  <c:v>0.052</c:v>
                </c:pt>
                <c:pt idx="193">
                  <c:v>0.056</c:v>
                </c:pt>
                <c:pt idx="194">
                  <c:v>0.056</c:v>
                </c:pt>
                <c:pt idx="195">
                  <c:v>0.059</c:v>
                </c:pt>
                <c:pt idx="196">
                  <c:v>0.06</c:v>
                </c:pt>
                <c:pt idx="197">
                  <c:v>0.058</c:v>
                </c:pt>
                <c:pt idx="198">
                  <c:v>0.059</c:v>
                </c:pt>
                <c:pt idx="199">
                  <c:v>0.06</c:v>
                </c:pt>
                <c:pt idx="200">
                  <c:v>0.063</c:v>
                </c:pt>
                <c:pt idx="201">
                  <c:v>0.057</c:v>
                </c:pt>
                <c:pt idx="202">
                  <c:v>0.055</c:v>
                </c:pt>
                <c:pt idx="203">
                  <c:v>0.055</c:v>
                </c:pt>
                <c:pt idx="204">
                  <c:v>0.053</c:v>
                </c:pt>
                <c:pt idx="205">
                  <c:v>0.053</c:v>
                </c:pt>
                <c:pt idx="206">
                  <c:v>0.054</c:v>
                </c:pt>
                <c:pt idx="207">
                  <c:v>0.054</c:v>
                </c:pt>
                <c:pt idx="208">
                  <c:v>0.059</c:v>
                </c:pt>
                <c:pt idx="209">
                  <c:v>0.06</c:v>
                </c:pt>
                <c:pt idx="210">
                  <c:v>0.063</c:v>
                </c:pt>
                <c:pt idx="211">
                  <c:v>0.066</c:v>
                </c:pt>
                <c:pt idx="212">
                  <c:v>0.066</c:v>
                </c:pt>
                <c:pt idx="213">
                  <c:v>0.069</c:v>
                </c:pt>
                <c:pt idx="214">
                  <c:v>0.07</c:v>
                </c:pt>
                <c:pt idx="215">
                  <c:v>0.075</c:v>
                </c:pt>
                <c:pt idx="216">
                  <c:v>0.076</c:v>
                </c:pt>
                <c:pt idx="217">
                  <c:v>0.073</c:v>
                </c:pt>
                <c:pt idx="218">
                  <c:v>0.07</c:v>
                </c:pt>
                <c:pt idx="219">
                  <c:v>0.065</c:v>
                </c:pt>
                <c:pt idx="220">
                  <c:v>0.064</c:v>
                </c:pt>
                <c:pt idx="221">
                  <c:v>0.053</c:v>
                </c:pt>
                <c:pt idx="222">
                  <c:v>0.05</c:v>
                </c:pt>
                <c:pt idx="223">
                  <c:v>0.048</c:v>
                </c:pt>
                <c:pt idx="224">
                  <c:v>0.05</c:v>
                </c:pt>
                <c:pt idx="225">
                  <c:v>0.05</c:v>
                </c:pt>
                <c:pt idx="226">
                  <c:v>0.05</c:v>
                </c:pt>
                <c:pt idx="227">
                  <c:v>0.052</c:v>
                </c:pt>
                <c:pt idx="228">
                  <c:v>0.05</c:v>
                </c:pt>
                <c:pt idx="229">
                  <c:v>0.051</c:v>
                </c:pt>
                <c:pt idx="230">
                  <c:v>0.051</c:v>
                </c:pt>
                <c:pt idx="231">
                  <c:v>0.045</c:v>
                </c:pt>
                <c:pt idx="232">
                  <c:v>0.048</c:v>
                </c:pt>
                <c:pt idx="233">
                  <c:v>0.051</c:v>
                </c:pt>
                <c:pt idx="234">
                  <c:v>0.055</c:v>
                </c:pt>
                <c:pt idx="235">
                  <c:v>0.056</c:v>
                </c:pt>
                <c:pt idx="236">
                  <c:v>0.057</c:v>
                </c:pt>
                <c:pt idx="237">
                  <c:v>0.059</c:v>
                </c:pt>
                <c:pt idx="238">
                  <c:v>0.064</c:v>
                </c:pt>
                <c:pt idx="239">
                  <c:v>0.067</c:v>
                </c:pt>
                <c:pt idx="240">
                  <c:v>0.059</c:v>
                </c:pt>
                <c:pt idx="241">
                  <c:v>0.06</c:v>
                </c:pt>
                <c:pt idx="242">
                  <c:v>0.064</c:v>
                </c:pt>
                <c:pt idx="243">
                  <c:v>0.071</c:v>
                </c:pt>
                <c:pt idx="244">
                  <c:v>0.08</c:v>
                </c:pt>
                <c:pt idx="245">
                  <c:v>0.08</c:v>
                </c:pt>
                <c:pt idx="246">
                  <c:v>0.089</c:v>
                </c:pt>
                <c:pt idx="247">
                  <c:v>0.091</c:v>
                </c:pt>
                <c:pt idx="248">
                  <c:v>0.101</c:v>
                </c:pt>
                <c:pt idx="249">
                  <c:v>0.107</c:v>
                </c:pt>
                <c:pt idx="250">
                  <c:v>0.098</c:v>
                </c:pt>
                <c:pt idx="251">
                  <c:v>0.101</c:v>
                </c:pt>
                <c:pt idx="252">
                  <c:v>0.105</c:v>
                </c:pt>
                <c:pt idx="253">
                  <c:v>0.12</c:v>
                </c:pt>
                <c:pt idx="254">
                  <c:v>0.141</c:v>
                </c:pt>
                <c:pt idx="255">
                  <c:v>0.156</c:v>
                </c:pt>
                <c:pt idx="256">
                  <c:v>0.173</c:v>
                </c:pt>
                <c:pt idx="257">
                  <c:v>0.187</c:v>
                </c:pt>
                <c:pt idx="258">
                  <c:v>0.193</c:v>
                </c:pt>
                <c:pt idx="259">
                  <c:v>0.211</c:v>
                </c:pt>
                <c:pt idx="260">
                  <c:v>0.229</c:v>
                </c:pt>
                <c:pt idx="261">
                  <c:v>0.238</c:v>
                </c:pt>
                <c:pt idx="262">
                  <c:v>0.249</c:v>
                </c:pt>
                <c:pt idx="263">
                  <c:v>0.266</c:v>
                </c:pt>
                <c:pt idx="264">
                  <c:v>0.283</c:v>
                </c:pt>
                <c:pt idx="265">
                  <c:v>0.297</c:v>
                </c:pt>
                <c:pt idx="266">
                  <c:v>0.31</c:v>
                </c:pt>
                <c:pt idx="267">
                  <c:v>0.304</c:v>
                </c:pt>
                <c:pt idx="268">
                  <c:v>0.277</c:v>
                </c:pt>
                <c:pt idx="269">
                  <c:v>0.25</c:v>
                </c:pt>
                <c:pt idx="270">
                  <c:v>0.252</c:v>
                </c:pt>
                <c:pt idx="271">
                  <c:v>0.24</c:v>
                </c:pt>
                <c:pt idx="272">
                  <c:v>0.271</c:v>
                </c:pt>
                <c:pt idx="273">
                  <c:v>0.288</c:v>
                </c:pt>
                <c:pt idx="274">
                  <c:v>0.287</c:v>
                </c:pt>
                <c:pt idx="275">
                  <c:v>0.29</c:v>
                </c:pt>
                <c:pt idx="276">
                  <c:v>0.291</c:v>
                </c:pt>
                <c:pt idx="277">
                  <c:v>0.3</c:v>
                </c:pt>
                <c:pt idx="278">
                  <c:v>0.303</c:v>
                </c:pt>
                <c:pt idx="279">
                  <c:v>0.305</c:v>
                </c:pt>
                <c:pt idx="280">
                  <c:v>0.317</c:v>
                </c:pt>
                <c:pt idx="281">
                  <c:v>0.321</c:v>
                </c:pt>
                <c:pt idx="282">
                  <c:v>0.326</c:v>
                </c:pt>
                <c:pt idx="283">
                  <c:v>0.33</c:v>
                </c:pt>
                <c:pt idx="284">
                  <c:v>0.332</c:v>
                </c:pt>
                <c:pt idx="285">
                  <c:v>0.33</c:v>
                </c:pt>
                <c:pt idx="286">
                  <c:v>0.285</c:v>
                </c:pt>
                <c:pt idx="287">
                  <c:v>0.23</c:v>
                </c:pt>
                <c:pt idx="288">
                  <c:v>0.203</c:v>
                </c:pt>
                <c:pt idx="289">
                  <c:v>0.192</c:v>
                </c:pt>
                <c:pt idx="290">
                  <c:v>0.181</c:v>
                </c:pt>
                <c:pt idx="291">
                  <c:v>0.159</c:v>
                </c:pt>
                <c:pt idx="292">
                  <c:v>0.123</c:v>
                </c:pt>
                <c:pt idx="293">
                  <c:v>0.109</c:v>
                </c:pt>
                <c:pt idx="294">
                  <c:v>0.093</c:v>
                </c:pt>
                <c:pt idx="295">
                  <c:v>0.09</c:v>
                </c:pt>
                <c:pt idx="296">
                  <c:v>0.08</c:v>
                </c:pt>
                <c:pt idx="297">
                  <c:v>0.079</c:v>
                </c:pt>
                <c:pt idx="298">
                  <c:v>0.077</c:v>
                </c:pt>
                <c:pt idx="299">
                  <c:v>0.073</c:v>
                </c:pt>
                <c:pt idx="300">
                  <c:v>0.073</c:v>
                </c:pt>
                <c:pt idx="301">
                  <c:v>0.073</c:v>
                </c:pt>
                <c:pt idx="302">
                  <c:v>0.07</c:v>
                </c:pt>
                <c:pt idx="303">
                  <c:v>0.073</c:v>
                </c:pt>
                <c:pt idx="304">
                  <c:v>0.067</c:v>
                </c:pt>
                <c:pt idx="305">
                  <c:v>0.069</c:v>
                </c:pt>
                <c:pt idx="306">
                  <c:v>0.068</c:v>
                </c:pt>
                <c:pt idx="307">
                  <c:v>0.069</c:v>
                </c:pt>
                <c:pt idx="308">
                  <c:v>0.062</c:v>
                </c:pt>
                <c:pt idx="309">
                  <c:v>0.061</c:v>
                </c:pt>
                <c:pt idx="310">
                  <c:v>0.06</c:v>
                </c:pt>
                <c:pt idx="311">
                  <c:v>0.061</c:v>
                </c:pt>
                <c:pt idx="312">
                  <c:v>0.061</c:v>
                </c:pt>
                <c:pt idx="313">
                  <c:v>0.058</c:v>
                </c:pt>
                <c:pt idx="314">
                  <c:v>0.05</c:v>
                </c:pt>
                <c:pt idx="315">
                  <c:v>0.05</c:v>
                </c:pt>
                <c:pt idx="316">
                  <c:v>0.042</c:v>
                </c:pt>
                <c:pt idx="317">
                  <c:v>0.045</c:v>
                </c:pt>
                <c:pt idx="318">
                  <c:v>0.044</c:v>
                </c:pt>
                <c:pt idx="319">
                  <c:v>0.049</c:v>
                </c:pt>
                <c:pt idx="320">
                  <c:v>0.049</c:v>
                </c:pt>
                <c:pt idx="321">
                  <c:v>0.045</c:v>
                </c:pt>
                <c:pt idx="322">
                  <c:v>0.042</c:v>
                </c:pt>
                <c:pt idx="323">
                  <c:v>0.043</c:v>
                </c:pt>
                <c:pt idx="324">
                  <c:v>0.039</c:v>
                </c:pt>
                <c:pt idx="325">
                  <c:v>0.041</c:v>
                </c:pt>
                <c:pt idx="326">
                  <c:v>0.038</c:v>
                </c:pt>
                <c:pt idx="327">
                  <c:v>0.039</c:v>
                </c:pt>
                <c:pt idx="328">
                  <c:v>0.039</c:v>
                </c:pt>
                <c:pt idx="329">
                  <c:v>0.039</c:v>
                </c:pt>
                <c:pt idx="330">
                  <c:v>0.036</c:v>
                </c:pt>
                <c:pt idx="331">
                  <c:v>0.036</c:v>
                </c:pt>
                <c:pt idx="332">
                  <c:v>0.037</c:v>
                </c:pt>
                <c:pt idx="333">
                  <c:v>0.033</c:v>
                </c:pt>
                <c:pt idx="334">
                  <c:v>0.033</c:v>
                </c:pt>
                <c:pt idx="335">
                  <c:v>0.032</c:v>
                </c:pt>
                <c:pt idx="336">
                  <c:v>0.033</c:v>
                </c:pt>
                <c:pt idx="337">
                  <c:v>0.031</c:v>
                </c:pt>
                <c:pt idx="338">
                  <c:v>0.03</c:v>
                </c:pt>
                <c:pt idx="339">
                  <c:v>0.031</c:v>
                </c:pt>
                <c:pt idx="340">
                  <c:v>0.029</c:v>
                </c:pt>
                <c:pt idx="341">
                  <c:v>0.027</c:v>
                </c:pt>
                <c:pt idx="342">
                  <c:v>0.024</c:v>
                </c:pt>
                <c:pt idx="343">
                  <c:v>0.022</c:v>
                </c:pt>
                <c:pt idx="344">
                  <c:v>0.02</c:v>
                </c:pt>
                <c:pt idx="345">
                  <c:v>0.019</c:v>
                </c:pt>
                <c:pt idx="346">
                  <c:v>0.02</c:v>
                </c:pt>
                <c:pt idx="347">
                  <c:v>0.021</c:v>
                </c:pt>
                <c:pt idx="348">
                  <c:v>0.021</c:v>
                </c:pt>
                <c:pt idx="349">
                  <c:v>0.021</c:v>
                </c:pt>
                <c:pt idx="350">
                  <c:v>0.02</c:v>
                </c:pt>
                <c:pt idx="351">
                  <c:v>0.021</c:v>
                </c:pt>
                <c:pt idx="352">
                  <c:v>0.019</c:v>
                </c:pt>
                <c:pt idx="353">
                  <c:v>0.019</c:v>
                </c:pt>
                <c:pt idx="354">
                  <c:v>0.02</c:v>
                </c:pt>
                <c:pt idx="355">
                  <c:v>0.019</c:v>
                </c:pt>
                <c:pt idx="356">
                  <c:v>0.019</c:v>
                </c:pt>
                <c:pt idx="357">
                  <c:v>0.015</c:v>
                </c:pt>
                <c:pt idx="358">
                  <c:v>0.015</c:v>
                </c:pt>
                <c:pt idx="359">
                  <c:v>0.015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0.004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0.004</c:v>
                </c:pt>
                <c:pt idx="18">
                  <c:v>0.004</c:v>
                </c:pt>
                <c:pt idx="19">
                  <c:v>0.008</c:v>
                </c:pt>
                <c:pt idx="20">
                  <c:v>0.008</c:v>
                </c:pt>
                <c:pt idx="21">
                  <c:v>0.004</c:v>
                </c:pt>
                <c:pt idx="22">
                  <c:v>0.004</c:v>
                </c:pt>
                <c:pt idx="23">
                  <c:v>0.004</c:v>
                </c:pt>
                <c:pt idx="24">
                  <c:v>0.004</c:v>
                </c:pt>
                <c:pt idx="25">
                  <c:v>0.008</c:v>
                </c:pt>
                <c:pt idx="26">
                  <c:v>0.004</c:v>
                </c:pt>
                <c:pt idx="27">
                  <c:v>0.006</c:v>
                </c:pt>
                <c:pt idx="28">
                  <c:v>0.004</c:v>
                </c:pt>
                <c:pt idx="29">
                  <c:v>0.004</c:v>
                </c:pt>
                <c:pt idx="30">
                  <c:v>0.008</c:v>
                </c:pt>
                <c:pt idx="31">
                  <c:v>0.008</c:v>
                </c:pt>
                <c:pt idx="32">
                  <c:v>0.008</c:v>
                </c:pt>
                <c:pt idx="33">
                  <c:v>0.008</c:v>
                </c:pt>
                <c:pt idx="34">
                  <c:v>0.008</c:v>
                </c:pt>
                <c:pt idx="35">
                  <c:v>0.013</c:v>
                </c:pt>
                <c:pt idx="36">
                  <c:v>0.031</c:v>
                </c:pt>
                <c:pt idx="37">
                  <c:v>0.009</c:v>
                </c:pt>
                <c:pt idx="38">
                  <c:v>0.008</c:v>
                </c:pt>
                <c:pt idx="39">
                  <c:v>0.008</c:v>
                </c:pt>
                <c:pt idx="40">
                  <c:v>0.016</c:v>
                </c:pt>
                <c:pt idx="41">
                  <c:v>0.013</c:v>
                </c:pt>
                <c:pt idx="42">
                  <c:v>0.03</c:v>
                </c:pt>
                <c:pt idx="43">
                  <c:v>0.031</c:v>
                </c:pt>
                <c:pt idx="44">
                  <c:v>0.031</c:v>
                </c:pt>
                <c:pt idx="45">
                  <c:v>0.028</c:v>
                </c:pt>
                <c:pt idx="46">
                  <c:v>0.023</c:v>
                </c:pt>
                <c:pt idx="47">
                  <c:v>0.023</c:v>
                </c:pt>
                <c:pt idx="48">
                  <c:v>0.035</c:v>
                </c:pt>
                <c:pt idx="49">
                  <c:v>0.029</c:v>
                </c:pt>
                <c:pt idx="50">
                  <c:v>0.013</c:v>
                </c:pt>
                <c:pt idx="51">
                  <c:v>0.013</c:v>
                </c:pt>
                <c:pt idx="52">
                  <c:v>0.014</c:v>
                </c:pt>
                <c:pt idx="53">
                  <c:v>0.014</c:v>
                </c:pt>
                <c:pt idx="54">
                  <c:v>0.021</c:v>
                </c:pt>
                <c:pt idx="55">
                  <c:v>0.017</c:v>
                </c:pt>
                <c:pt idx="56">
                  <c:v>0.017</c:v>
                </c:pt>
                <c:pt idx="57">
                  <c:v>0.026</c:v>
                </c:pt>
                <c:pt idx="58">
                  <c:v>0.011</c:v>
                </c:pt>
                <c:pt idx="59">
                  <c:v>0.012</c:v>
                </c:pt>
                <c:pt idx="60">
                  <c:v>0.008</c:v>
                </c:pt>
                <c:pt idx="61">
                  <c:v>0.015</c:v>
                </c:pt>
                <c:pt idx="62">
                  <c:v>0.017</c:v>
                </c:pt>
                <c:pt idx="63">
                  <c:v>0.019</c:v>
                </c:pt>
                <c:pt idx="64">
                  <c:v>0.017</c:v>
                </c:pt>
                <c:pt idx="65">
                  <c:v>0.014</c:v>
                </c:pt>
                <c:pt idx="66">
                  <c:v>0.014</c:v>
                </c:pt>
                <c:pt idx="67">
                  <c:v>0.012</c:v>
                </c:pt>
                <c:pt idx="68">
                  <c:v>0.009</c:v>
                </c:pt>
                <c:pt idx="69">
                  <c:v>0.012</c:v>
                </c:pt>
                <c:pt idx="70">
                  <c:v>0.009</c:v>
                </c:pt>
                <c:pt idx="71">
                  <c:v>0.016</c:v>
                </c:pt>
                <c:pt idx="72">
                  <c:v>0.02</c:v>
                </c:pt>
                <c:pt idx="73">
                  <c:v>0.009</c:v>
                </c:pt>
                <c:pt idx="74">
                  <c:v>0.009</c:v>
                </c:pt>
                <c:pt idx="75">
                  <c:v>0.011</c:v>
                </c:pt>
                <c:pt idx="76">
                  <c:v>0.011</c:v>
                </c:pt>
                <c:pt idx="77">
                  <c:v>0.008</c:v>
                </c:pt>
                <c:pt idx="78">
                  <c:v>0.008</c:v>
                </c:pt>
                <c:pt idx="79">
                  <c:v>0.015</c:v>
                </c:pt>
                <c:pt idx="80">
                  <c:v>0.012</c:v>
                </c:pt>
                <c:pt idx="81">
                  <c:v>0.008</c:v>
                </c:pt>
                <c:pt idx="82">
                  <c:v>0.018</c:v>
                </c:pt>
                <c:pt idx="83">
                  <c:v>0.026</c:v>
                </c:pt>
                <c:pt idx="84">
                  <c:v>0.015</c:v>
                </c:pt>
                <c:pt idx="85">
                  <c:v>0.015</c:v>
                </c:pt>
                <c:pt idx="86">
                  <c:v>0.012</c:v>
                </c:pt>
                <c:pt idx="87">
                  <c:v>0.012</c:v>
                </c:pt>
                <c:pt idx="88">
                  <c:v>0.014</c:v>
                </c:pt>
                <c:pt idx="89">
                  <c:v>0.031</c:v>
                </c:pt>
                <c:pt idx="90">
                  <c:v>0.032</c:v>
                </c:pt>
                <c:pt idx="91">
                  <c:v>0.04</c:v>
                </c:pt>
                <c:pt idx="92">
                  <c:v>0.046</c:v>
                </c:pt>
                <c:pt idx="93">
                  <c:v>0.048</c:v>
                </c:pt>
                <c:pt idx="94">
                  <c:v>0.056</c:v>
                </c:pt>
                <c:pt idx="95">
                  <c:v>0.05</c:v>
                </c:pt>
                <c:pt idx="96">
                  <c:v>0.045</c:v>
                </c:pt>
                <c:pt idx="97">
                  <c:v>0.066</c:v>
                </c:pt>
                <c:pt idx="98">
                  <c:v>0.09</c:v>
                </c:pt>
                <c:pt idx="99">
                  <c:v>0.097</c:v>
                </c:pt>
                <c:pt idx="100">
                  <c:v>0.074</c:v>
                </c:pt>
                <c:pt idx="101">
                  <c:v>0.078</c:v>
                </c:pt>
                <c:pt idx="102">
                  <c:v>0.097</c:v>
                </c:pt>
                <c:pt idx="103">
                  <c:v>0.1</c:v>
                </c:pt>
                <c:pt idx="104">
                  <c:v>0.102</c:v>
                </c:pt>
                <c:pt idx="105">
                  <c:v>0.099</c:v>
                </c:pt>
                <c:pt idx="106">
                  <c:v>0.099</c:v>
                </c:pt>
                <c:pt idx="107">
                  <c:v>0.096</c:v>
                </c:pt>
                <c:pt idx="108">
                  <c:v>0.07</c:v>
                </c:pt>
                <c:pt idx="109">
                  <c:v>0.073</c:v>
                </c:pt>
                <c:pt idx="110">
                  <c:v>0.066</c:v>
                </c:pt>
                <c:pt idx="111">
                  <c:v>0.061</c:v>
                </c:pt>
                <c:pt idx="112">
                  <c:v>0.086</c:v>
                </c:pt>
                <c:pt idx="113">
                  <c:v>0.079</c:v>
                </c:pt>
                <c:pt idx="114">
                  <c:v>0.1</c:v>
                </c:pt>
                <c:pt idx="115">
                  <c:v>0.106</c:v>
                </c:pt>
                <c:pt idx="116">
                  <c:v>0.076</c:v>
                </c:pt>
                <c:pt idx="117">
                  <c:v>0.061</c:v>
                </c:pt>
                <c:pt idx="118">
                  <c:v>0.078</c:v>
                </c:pt>
                <c:pt idx="119">
                  <c:v>0.023</c:v>
                </c:pt>
                <c:pt idx="120">
                  <c:v>0.028</c:v>
                </c:pt>
                <c:pt idx="121">
                  <c:v>0.024</c:v>
                </c:pt>
                <c:pt idx="122">
                  <c:v>0.025</c:v>
                </c:pt>
                <c:pt idx="123">
                  <c:v>0.017</c:v>
                </c:pt>
                <c:pt idx="124">
                  <c:v>0.016</c:v>
                </c:pt>
                <c:pt idx="125">
                  <c:v>0.015</c:v>
                </c:pt>
                <c:pt idx="126">
                  <c:v>0.019</c:v>
                </c:pt>
                <c:pt idx="127">
                  <c:v>0.022</c:v>
                </c:pt>
                <c:pt idx="128">
                  <c:v>0.025</c:v>
                </c:pt>
                <c:pt idx="129">
                  <c:v>0.021</c:v>
                </c:pt>
                <c:pt idx="130">
                  <c:v>0.009</c:v>
                </c:pt>
                <c:pt idx="131">
                  <c:v>0.037</c:v>
                </c:pt>
                <c:pt idx="132">
                  <c:v>0.05</c:v>
                </c:pt>
                <c:pt idx="133">
                  <c:v>0.05</c:v>
                </c:pt>
                <c:pt idx="134">
                  <c:v>0.049</c:v>
                </c:pt>
                <c:pt idx="135">
                  <c:v>0.052</c:v>
                </c:pt>
                <c:pt idx="136">
                  <c:v>0.045</c:v>
                </c:pt>
                <c:pt idx="137">
                  <c:v>0.048</c:v>
                </c:pt>
                <c:pt idx="138">
                  <c:v>0.042</c:v>
                </c:pt>
                <c:pt idx="139">
                  <c:v>0.045</c:v>
                </c:pt>
                <c:pt idx="140">
                  <c:v>0.046</c:v>
                </c:pt>
                <c:pt idx="141">
                  <c:v>0.058</c:v>
                </c:pt>
                <c:pt idx="142">
                  <c:v>0.032</c:v>
                </c:pt>
                <c:pt idx="143">
                  <c:v>0.025</c:v>
                </c:pt>
                <c:pt idx="144">
                  <c:v>0.025</c:v>
                </c:pt>
                <c:pt idx="145">
                  <c:v>0.029</c:v>
                </c:pt>
                <c:pt idx="146">
                  <c:v>0.026</c:v>
                </c:pt>
                <c:pt idx="147">
                  <c:v>0.023</c:v>
                </c:pt>
                <c:pt idx="148">
                  <c:v>0.023</c:v>
                </c:pt>
                <c:pt idx="149">
                  <c:v>0.021</c:v>
                </c:pt>
                <c:pt idx="150">
                  <c:v>0.026</c:v>
                </c:pt>
                <c:pt idx="151">
                  <c:v>0.032</c:v>
                </c:pt>
                <c:pt idx="152">
                  <c:v>0.032</c:v>
                </c:pt>
                <c:pt idx="153">
                  <c:v>0.024</c:v>
                </c:pt>
                <c:pt idx="154">
                  <c:v>0.021</c:v>
                </c:pt>
                <c:pt idx="155">
                  <c:v>0.025</c:v>
                </c:pt>
                <c:pt idx="156">
                  <c:v>0.023</c:v>
                </c:pt>
                <c:pt idx="157">
                  <c:v>0.025</c:v>
                </c:pt>
                <c:pt idx="158">
                  <c:v>0.051</c:v>
                </c:pt>
                <c:pt idx="159">
                  <c:v>0.05</c:v>
                </c:pt>
                <c:pt idx="160">
                  <c:v>0.048</c:v>
                </c:pt>
                <c:pt idx="161">
                  <c:v>0.038</c:v>
                </c:pt>
                <c:pt idx="162">
                  <c:v>0.045</c:v>
                </c:pt>
                <c:pt idx="163">
                  <c:v>0.045</c:v>
                </c:pt>
                <c:pt idx="164">
                  <c:v>0.057</c:v>
                </c:pt>
                <c:pt idx="165">
                  <c:v>0.052</c:v>
                </c:pt>
                <c:pt idx="166">
                  <c:v>0.054</c:v>
                </c:pt>
                <c:pt idx="167">
                  <c:v>0.058</c:v>
                </c:pt>
                <c:pt idx="168">
                  <c:v>0.031</c:v>
                </c:pt>
                <c:pt idx="169">
                  <c:v>0.016</c:v>
                </c:pt>
                <c:pt idx="170">
                  <c:v>0.045</c:v>
                </c:pt>
                <c:pt idx="171">
                  <c:v>0.028</c:v>
                </c:pt>
                <c:pt idx="172">
                  <c:v>0.043</c:v>
                </c:pt>
                <c:pt idx="173">
                  <c:v>0.043</c:v>
                </c:pt>
                <c:pt idx="174">
                  <c:v>0.057</c:v>
                </c:pt>
                <c:pt idx="175">
                  <c:v>0.057</c:v>
                </c:pt>
                <c:pt idx="176">
                  <c:v>0.049</c:v>
                </c:pt>
                <c:pt idx="177">
                  <c:v>0.05</c:v>
                </c:pt>
                <c:pt idx="178">
                  <c:v>0.033</c:v>
                </c:pt>
                <c:pt idx="179">
                  <c:v>0.032</c:v>
                </c:pt>
                <c:pt idx="180">
                  <c:v>0.032</c:v>
                </c:pt>
                <c:pt idx="181">
                  <c:v>0.036</c:v>
                </c:pt>
                <c:pt idx="182">
                  <c:v>0.042</c:v>
                </c:pt>
                <c:pt idx="183">
                  <c:v>0.051</c:v>
                </c:pt>
                <c:pt idx="184">
                  <c:v>0.048</c:v>
                </c:pt>
                <c:pt idx="185">
                  <c:v>0.039</c:v>
                </c:pt>
                <c:pt idx="186">
                  <c:v>0.038</c:v>
                </c:pt>
                <c:pt idx="187">
                  <c:v>0.038</c:v>
                </c:pt>
                <c:pt idx="188">
                  <c:v>0.038</c:v>
                </c:pt>
                <c:pt idx="189">
                  <c:v>0.038</c:v>
                </c:pt>
                <c:pt idx="190">
                  <c:v>0.042</c:v>
                </c:pt>
                <c:pt idx="191">
                  <c:v>0.049</c:v>
                </c:pt>
                <c:pt idx="192">
                  <c:v>0.045</c:v>
                </c:pt>
                <c:pt idx="193">
                  <c:v>0.077</c:v>
                </c:pt>
                <c:pt idx="194">
                  <c:v>0.059</c:v>
                </c:pt>
                <c:pt idx="195">
                  <c:v>0.074</c:v>
                </c:pt>
                <c:pt idx="196">
                  <c:v>0.066</c:v>
                </c:pt>
                <c:pt idx="197">
                  <c:v>0.056</c:v>
                </c:pt>
                <c:pt idx="198">
                  <c:v>0.056</c:v>
                </c:pt>
                <c:pt idx="199">
                  <c:v>0.056</c:v>
                </c:pt>
                <c:pt idx="200">
                  <c:v>0.065</c:v>
                </c:pt>
                <c:pt idx="201">
                  <c:v>0.06</c:v>
                </c:pt>
                <c:pt idx="202">
                  <c:v>0.041</c:v>
                </c:pt>
                <c:pt idx="203">
                  <c:v>0.041</c:v>
                </c:pt>
                <c:pt idx="204">
                  <c:v>0.041</c:v>
                </c:pt>
                <c:pt idx="205">
                  <c:v>0.042</c:v>
                </c:pt>
                <c:pt idx="206">
                  <c:v>0.05</c:v>
                </c:pt>
                <c:pt idx="207">
                  <c:v>0.047</c:v>
                </c:pt>
                <c:pt idx="208">
                  <c:v>0.051</c:v>
                </c:pt>
                <c:pt idx="209">
                  <c:v>0.06</c:v>
                </c:pt>
                <c:pt idx="210">
                  <c:v>0.048</c:v>
                </c:pt>
                <c:pt idx="211">
                  <c:v>0.048</c:v>
                </c:pt>
                <c:pt idx="212">
                  <c:v>0.057</c:v>
                </c:pt>
                <c:pt idx="213">
                  <c:v>0.06</c:v>
                </c:pt>
                <c:pt idx="214">
                  <c:v>0.058</c:v>
                </c:pt>
                <c:pt idx="215">
                  <c:v>0.061</c:v>
                </c:pt>
                <c:pt idx="216">
                  <c:v>0.068</c:v>
                </c:pt>
                <c:pt idx="217">
                  <c:v>0.076</c:v>
                </c:pt>
                <c:pt idx="218">
                  <c:v>0.071</c:v>
                </c:pt>
                <c:pt idx="219">
                  <c:v>0.063</c:v>
                </c:pt>
                <c:pt idx="220">
                  <c:v>0.05</c:v>
                </c:pt>
                <c:pt idx="221">
                  <c:v>0.025</c:v>
                </c:pt>
                <c:pt idx="222">
                  <c:v>0.029</c:v>
                </c:pt>
                <c:pt idx="223">
                  <c:v>0.039</c:v>
                </c:pt>
                <c:pt idx="224">
                  <c:v>0.062</c:v>
                </c:pt>
                <c:pt idx="225">
                  <c:v>0.049</c:v>
                </c:pt>
                <c:pt idx="226">
                  <c:v>0.048</c:v>
                </c:pt>
                <c:pt idx="227">
                  <c:v>0.036</c:v>
                </c:pt>
                <c:pt idx="228">
                  <c:v>0.047</c:v>
                </c:pt>
                <c:pt idx="229">
                  <c:v>0.032</c:v>
                </c:pt>
                <c:pt idx="230">
                  <c:v>0.033</c:v>
                </c:pt>
                <c:pt idx="231">
                  <c:v>0.029</c:v>
                </c:pt>
                <c:pt idx="232">
                  <c:v>0.038</c:v>
                </c:pt>
                <c:pt idx="233">
                  <c:v>0.065</c:v>
                </c:pt>
                <c:pt idx="234">
                  <c:v>0.062</c:v>
                </c:pt>
                <c:pt idx="235">
                  <c:v>0.068</c:v>
                </c:pt>
                <c:pt idx="236">
                  <c:v>0.045</c:v>
                </c:pt>
                <c:pt idx="237">
                  <c:v>0.043</c:v>
                </c:pt>
                <c:pt idx="238">
                  <c:v>0.045</c:v>
                </c:pt>
                <c:pt idx="239">
                  <c:v>0.043</c:v>
                </c:pt>
                <c:pt idx="240">
                  <c:v>0.049</c:v>
                </c:pt>
                <c:pt idx="241">
                  <c:v>0.037</c:v>
                </c:pt>
                <c:pt idx="242">
                  <c:v>0.051</c:v>
                </c:pt>
                <c:pt idx="243">
                  <c:v>0.045</c:v>
                </c:pt>
                <c:pt idx="244">
                  <c:v>0.054</c:v>
                </c:pt>
                <c:pt idx="245">
                  <c:v>0.07</c:v>
                </c:pt>
                <c:pt idx="246">
                  <c:v>0.075</c:v>
                </c:pt>
                <c:pt idx="247">
                  <c:v>0.088</c:v>
                </c:pt>
                <c:pt idx="248">
                  <c:v>0.094</c:v>
                </c:pt>
                <c:pt idx="249">
                  <c:v>0.104</c:v>
                </c:pt>
                <c:pt idx="250">
                  <c:v>0.107</c:v>
                </c:pt>
                <c:pt idx="251">
                  <c:v>0.142</c:v>
                </c:pt>
                <c:pt idx="252">
                  <c:v>0.142</c:v>
                </c:pt>
                <c:pt idx="253">
                  <c:v>0.166</c:v>
                </c:pt>
                <c:pt idx="254">
                  <c:v>0.198</c:v>
                </c:pt>
                <c:pt idx="255">
                  <c:v>0.235</c:v>
                </c:pt>
                <c:pt idx="256">
                  <c:v>0.24</c:v>
                </c:pt>
                <c:pt idx="257">
                  <c:v>0.238</c:v>
                </c:pt>
                <c:pt idx="258">
                  <c:v>0.211</c:v>
                </c:pt>
                <c:pt idx="259">
                  <c:v>0.235</c:v>
                </c:pt>
                <c:pt idx="260">
                  <c:v>0.262</c:v>
                </c:pt>
                <c:pt idx="261">
                  <c:v>0.269</c:v>
                </c:pt>
                <c:pt idx="262">
                  <c:v>0.29</c:v>
                </c:pt>
                <c:pt idx="263">
                  <c:v>0.278</c:v>
                </c:pt>
                <c:pt idx="264">
                  <c:v>0.312</c:v>
                </c:pt>
                <c:pt idx="265">
                  <c:v>0.314</c:v>
                </c:pt>
                <c:pt idx="266">
                  <c:v>0.306</c:v>
                </c:pt>
                <c:pt idx="267">
                  <c:v>0.309</c:v>
                </c:pt>
                <c:pt idx="268">
                  <c:v>0.295</c:v>
                </c:pt>
                <c:pt idx="269">
                  <c:v>0.257</c:v>
                </c:pt>
                <c:pt idx="270">
                  <c:v>0.232</c:v>
                </c:pt>
                <c:pt idx="271">
                  <c:v>0.221</c:v>
                </c:pt>
                <c:pt idx="272">
                  <c:v>0.25</c:v>
                </c:pt>
                <c:pt idx="273">
                  <c:v>0.322</c:v>
                </c:pt>
                <c:pt idx="274">
                  <c:v>0.302</c:v>
                </c:pt>
                <c:pt idx="275">
                  <c:v>0.289</c:v>
                </c:pt>
                <c:pt idx="276">
                  <c:v>0.315</c:v>
                </c:pt>
                <c:pt idx="277">
                  <c:v>0.306</c:v>
                </c:pt>
                <c:pt idx="278">
                  <c:v>0.286</c:v>
                </c:pt>
                <c:pt idx="279">
                  <c:v>0.3</c:v>
                </c:pt>
                <c:pt idx="280">
                  <c:v>0.328</c:v>
                </c:pt>
                <c:pt idx="281">
                  <c:v>0.345</c:v>
                </c:pt>
                <c:pt idx="282">
                  <c:v>0.348</c:v>
                </c:pt>
                <c:pt idx="283">
                  <c:v>0.353</c:v>
                </c:pt>
                <c:pt idx="284">
                  <c:v>0.365</c:v>
                </c:pt>
                <c:pt idx="285">
                  <c:v>0.409</c:v>
                </c:pt>
                <c:pt idx="286">
                  <c:v>0.397</c:v>
                </c:pt>
                <c:pt idx="287">
                  <c:v>0.234</c:v>
                </c:pt>
                <c:pt idx="288">
                  <c:v>0.141</c:v>
                </c:pt>
                <c:pt idx="289">
                  <c:v>0.171</c:v>
                </c:pt>
                <c:pt idx="290">
                  <c:v>0.148</c:v>
                </c:pt>
                <c:pt idx="291">
                  <c:v>0.096</c:v>
                </c:pt>
                <c:pt idx="292">
                  <c:v>0.091</c:v>
                </c:pt>
                <c:pt idx="293">
                  <c:v>0.097</c:v>
                </c:pt>
                <c:pt idx="294">
                  <c:v>0.103</c:v>
                </c:pt>
                <c:pt idx="295">
                  <c:v>0.092</c:v>
                </c:pt>
                <c:pt idx="296">
                  <c:v>0.103</c:v>
                </c:pt>
                <c:pt idx="297">
                  <c:v>0.099</c:v>
                </c:pt>
                <c:pt idx="298">
                  <c:v>0.079</c:v>
                </c:pt>
                <c:pt idx="299">
                  <c:v>0.064</c:v>
                </c:pt>
                <c:pt idx="300">
                  <c:v>0.119</c:v>
                </c:pt>
                <c:pt idx="301">
                  <c:v>0.151</c:v>
                </c:pt>
                <c:pt idx="302">
                  <c:v>0.17</c:v>
                </c:pt>
                <c:pt idx="303">
                  <c:v>0.174</c:v>
                </c:pt>
                <c:pt idx="304">
                  <c:v>0.177</c:v>
                </c:pt>
                <c:pt idx="305">
                  <c:v>0.179</c:v>
                </c:pt>
                <c:pt idx="306">
                  <c:v>0.182</c:v>
                </c:pt>
                <c:pt idx="307">
                  <c:v>0.177</c:v>
                </c:pt>
                <c:pt idx="308">
                  <c:v>0.174</c:v>
                </c:pt>
                <c:pt idx="309">
                  <c:v>0.144</c:v>
                </c:pt>
                <c:pt idx="310">
                  <c:v>0.128</c:v>
                </c:pt>
                <c:pt idx="311">
                  <c:v>0.12</c:v>
                </c:pt>
                <c:pt idx="312">
                  <c:v>0.143</c:v>
                </c:pt>
                <c:pt idx="313">
                  <c:v>0.133</c:v>
                </c:pt>
                <c:pt idx="314">
                  <c:v>0.166</c:v>
                </c:pt>
                <c:pt idx="315">
                  <c:v>0.153</c:v>
                </c:pt>
                <c:pt idx="316">
                  <c:v>0.136</c:v>
                </c:pt>
                <c:pt idx="317">
                  <c:v>0.115</c:v>
                </c:pt>
                <c:pt idx="318">
                  <c:v>0.095</c:v>
                </c:pt>
                <c:pt idx="319">
                  <c:v>0.136</c:v>
                </c:pt>
                <c:pt idx="320">
                  <c:v>0.098</c:v>
                </c:pt>
                <c:pt idx="321">
                  <c:v>0.104</c:v>
                </c:pt>
                <c:pt idx="322">
                  <c:v>0.11</c:v>
                </c:pt>
                <c:pt idx="323">
                  <c:v>0.11</c:v>
                </c:pt>
                <c:pt idx="324">
                  <c:v>0.099</c:v>
                </c:pt>
                <c:pt idx="325">
                  <c:v>0.099</c:v>
                </c:pt>
                <c:pt idx="326">
                  <c:v>0.123</c:v>
                </c:pt>
                <c:pt idx="327">
                  <c:v>0.086</c:v>
                </c:pt>
                <c:pt idx="328">
                  <c:v>0.102</c:v>
                </c:pt>
                <c:pt idx="329">
                  <c:v>0.103</c:v>
                </c:pt>
                <c:pt idx="330">
                  <c:v>0.098</c:v>
                </c:pt>
                <c:pt idx="331">
                  <c:v>0.102</c:v>
                </c:pt>
                <c:pt idx="332">
                  <c:v>0.083</c:v>
                </c:pt>
                <c:pt idx="333">
                  <c:v>0.083</c:v>
                </c:pt>
                <c:pt idx="334">
                  <c:v>0.091</c:v>
                </c:pt>
                <c:pt idx="335">
                  <c:v>0.089</c:v>
                </c:pt>
                <c:pt idx="336">
                  <c:v>0.089</c:v>
                </c:pt>
                <c:pt idx="337">
                  <c:v>0.096</c:v>
                </c:pt>
                <c:pt idx="338">
                  <c:v>0.078</c:v>
                </c:pt>
                <c:pt idx="339">
                  <c:v>0.078</c:v>
                </c:pt>
                <c:pt idx="340">
                  <c:v>0.078</c:v>
                </c:pt>
                <c:pt idx="341">
                  <c:v>0.076</c:v>
                </c:pt>
                <c:pt idx="342">
                  <c:v>0.07</c:v>
                </c:pt>
                <c:pt idx="343">
                  <c:v>0.07</c:v>
                </c:pt>
                <c:pt idx="344">
                  <c:v>0.07</c:v>
                </c:pt>
                <c:pt idx="345">
                  <c:v>0.07</c:v>
                </c:pt>
                <c:pt idx="346">
                  <c:v>0.07</c:v>
                </c:pt>
                <c:pt idx="347">
                  <c:v>0.064</c:v>
                </c:pt>
                <c:pt idx="348">
                  <c:v>0.07</c:v>
                </c:pt>
                <c:pt idx="349">
                  <c:v>0.064</c:v>
                </c:pt>
                <c:pt idx="350">
                  <c:v>0.064</c:v>
                </c:pt>
                <c:pt idx="351">
                  <c:v>0.087</c:v>
                </c:pt>
                <c:pt idx="352">
                  <c:v>0.07</c:v>
                </c:pt>
                <c:pt idx="353">
                  <c:v>0.07</c:v>
                </c:pt>
                <c:pt idx="354">
                  <c:v>0.065</c:v>
                </c:pt>
                <c:pt idx="355">
                  <c:v>0.053</c:v>
                </c:pt>
                <c:pt idx="356">
                  <c:v>0.053</c:v>
                </c:pt>
                <c:pt idx="357">
                  <c:v>0.053</c:v>
                </c:pt>
                <c:pt idx="358">
                  <c:v>0.053</c:v>
                </c:pt>
                <c:pt idx="359">
                  <c:v>0.053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0.184</c:v>
                </c:pt>
                <c:pt idx="1">
                  <c:v>0.156</c:v>
                </c:pt>
                <c:pt idx="2">
                  <c:v>0.191</c:v>
                </c:pt>
                <c:pt idx="3">
                  <c:v>0.216</c:v>
                </c:pt>
                <c:pt idx="4">
                  <c:v>0.235</c:v>
                </c:pt>
                <c:pt idx="5">
                  <c:v>0.328</c:v>
                </c:pt>
                <c:pt idx="6">
                  <c:v>0.293</c:v>
                </c:pt>
                <c:pt idx="7">
                  <c:v>0.256</c:v>
                </c:pt>
                <c:pt idx="8">
                  <c:v>0.297</c:v>
                </c:pt>
                <c:pt idx="9">
                  <c:v>0.262</c:v>
                </c:pt>
                <c:pt idx="10">
                  <c:v>0.387</c:v>
                </c:pt>
                <c:pt idx="11">
                  <c:v>0.45</c:v>
                </c:pt>
                <c:pt idx="12">
                  <c:v>0.372</c:v>
                </c:pt>
                <c:pt idx="13">
                  <c:v>0.421</c:v>
                </c:pt>
                <c:pt idx="14">
                  <c:v>0.367</c:v>
                </c:pt>
                <c:pt idx="15">
                  <c:v>0.383</c:v>
                </c:pt>
                <c:pt idx="16">
                  <c:v>0.314</c:v>
                </c:pt>
                <c:pt idx="17">
                  <c:v>0.297</c:v>
                </c:pt>
                <c:pt idx="18">
                  <c:v>0.258</c:v>
                </c:pt>
                <c:pt idx="19">
                  <c:v>0.352</c:v>
                </c:pt>
                <c:pt idx="20">
                  <c:v>0.511</c:v>
                </c:pt>
                <c:pt idx="21">
                  <c:v>0.484</c:v>
                </c:pt>
                <c:pt idx="22">
                  <c:v>0.436</c:v>
                </c:pt>
                <c:pt idx="23">
                  <c:v>0.418</c:v>
                </c:pt>
                <c:pt idx="24">
                  <c:v>0.449</c:v>
                </c:pt>
                <c:pt idx="25">
                  <c:v>0.533</c:v>
                </c:pt>
                <c:pt idx="26">
                  <c:v>0.53</c:v>
                </c:pt>
                <c:pt idx="27">
                  <c:v>0.561</c:v>
                </c:pt>
                <c:pt idx="28">
                  <c:v>0.647</c:v>
                </c:pt>
                <c:pt idx="29">
                  <c:v>0.608</c:v>
                </c:pt>
                <c:pt idx="30">
                  <c:v>0.571</c:v>
                </c:pt>
                <c:pt idx="31">
                  <c:v>0.604</c:v>
                </c:pt>
                <c:pt idx="32">
                  <c:v>0.689</c:v>
                </c:pt>
                <c:pt idx="33">
                  <c:v>0.613</c:v>
                </c:pt>
                <c:pt idx="34">
                  <c:v>0.643</c:v>
                </c:pt>
                <c:pt idx="35">
                  <c:v>0.628</c:v>
                </c:pt>
                <c:pt idx="36">
                  <c:v>0.681</c:v>
                </c:pt>
                <c:pt idx="37">
                  <c:v>0.731</c:v>
                </c:pt>
                <c:pt idx="38">
                  <c:v>0.781</c:v>
                </c:pt>
                <c:pt idx="39">
                  <c:v>0.847</c:v>
                </c:pt>
                <c:pt idx="40">
                  <c:v>0.797</c:v>
                </c:pt>
                <c:pt idx="41">
                  <c:v>0.98</c:v>
                </c:pt>
                <c:pt idx="42">
                  <c:v>0.967</c:v>
                </c:pt>
                <c:pt idx="43">
                  <c:v>0.961</c:v>
                </c:pt>
                <c:pt idx="44">
                  <c:v>1.044</c:v>
                </c:pt>
                <c:pt idx="45">
                  <c:v>1.042</c:v>
                </c:pt>
                <c:pt idx="46">
                  <c:v>0.986</c:v>
                </c:pt>
                <c:pt idx="47">
                  <c:v>0.991</c:v>
                </c:pt>
                <c:pt idx="48">
                  <c:v>1.024</c:v>
                </c:pt>
                <c:pt idx="49">
                  <c:v>0.896</c:v>
                </c:pt>
                <c:pt idx="50">
                  <c:v>0.753</c:v>
                </c:pt>
                <c:pt idx="51">
                  <c:v>0.796</c:v>
                </c:pt>
                <c:pt idx="52">
                  <c:v>0.734</c:v>
                </c:pt>
                <c:pt idx="53">
                  <c:v>0.715</c:v>
                </c:pt>
                <c:pt idx="54">
                  <c:v>0.625</c:v>
                </c:pt>
                <c:pt idx="55">
                  <c:v>0.612</c:v>
                </c:pt>
                <c:pt idx="56">
                  <c:v>0.631</c:v>
                </c:pt>
                <c:pt idx="57">
                  <c:v>0.526</c:v>
                </c:pt>
                <c:pt idx="58">
                  <c:v>0.556</c:v>
                </c:pt>
                <c:pt idx="59">
                  <c:v>0.502</c:v>
                </c:pt>
                <c:pt idx="60">
                  <c:v>0.538</c:v>
                </c:pt>
                <c:pt idx="61">
                  <c:v>0.626</c:v>
                </c:pt>
                <c:pt idx="62">
                  <c:v>0.698</c:v>
                </c:pt>
                <c:pt idx="63">
                  <c:v>0.708</c:v>
                </c:pt>
                <c:pt idx="64">
                  <c:v>0.638</c:v>
                </c:pt>
                <c:pt idx="65">
                  <c:v>0.642</c:v>
                </c:pt>
                <c:pt idx="66">
                  <c:v>0.655</c:v>
                </c:pt>
                <c:pt idx="67">
                  <c:v>0.686</c:v>
                </c:pt>
                <c:pt idx="68">
                  <c:v>0.764</c:v>
                </c:pt>
                <c:pt idx="69">
                  <c:v>0.74</c:v>
                </c:pt>
                <c:pt idx="70">
                  <c:v>0.751</c:v>
                </c:pt>
                <c:pt idx="71">
                  <c:v>0.776</c:v>
                </c:pt>
                <c:pt idx="72">
                  <c:v>0.743</c:v>
                </c:pt>
                <c:pt idx="73">
                  <c:v>0.755</c:v>
                </c:pt>
                <c:pt idx="74">
                  <c:v>0.751</c:v>
                </c:pt>
                <c:pt idx="75">
                  <c:v>0.73</c:v>
                </c:pt>
                <c:pt idx="76">
                  <c:v>0.756</c:v>
                </c:pt>
                <c:pt idx="77">
                  <c:v>0.771</c:v>
                </c:pt>
                <c:pt idx="78">
                  <c:v>0.769</c:v>
                </c:pt>
                <c:pt idx="79">
                  <c:v>0.772</c:v>
                </c:pt>
                <c:pt idx="80">
                  <c:v>0.85</c:v>
                </c:pt>
                <c:pt idx="81">
                  <c:v>0.91</c:v>
                </c:pt>
                <c:pt idx="82">
                  <c:v>0.881</c:v>
                </c:pt>
                <c:pt idx="83">
                  <c:v>0.947</c:v>
                </c:pt>
                <c:pt idx="84">
                  <c:v>0.899</c:v>
                </c:pt>
                <c:pt idx="85">
                  <c:v>0.833</c:v>
                </c:pt>
                <c:pt idx="86">
                  <c:v>0.784</c:v>
                </c:pt>
                <c:pt idx="87">
                  <c:v>0.716</c:v>
                </c:pt>
                <c:pt idx="88">
                  <c:v>0.708</c:v>
                </c:pt>
                <c:pt idx="89">
                  <c:v>0.847</c:v>
                </c:pt>
                <c:pt idx="90">
                  <c:v>0.856</c:v>
                </c:pt>
                <c:pt idx="91">
                  <c:v>0.873</c:v>
                </c:pt>
                <c:pt idx="92">
                  <c:v>0.911</c:v>
                </c:pt>
                <c:pt idx="93">
                  <c:v>0.906</c:v>
                </c:pt>
                <c:pt idx="94">
                  <c:v>0.974</c:v>
                </c:pt>
                <c:pt idx="95">
                  <c:v>1.052</c:v>
                </c:pt>
                <c:pt idx="96">
                  <c:v>1.118</c:v>
                </c:pt>
                <c:pt idx="97">
                  <c:v>1.138</c:v>
                </c:pt>
                <c:pt idx="98">
                  <c:v>1.158</c:v>
                </c:pt>
                <c:pt idx="99">
                  <c:v>1.187</c:v>
                </c:pt>
                <c:pt idx="100">
                  <c:v>1.164</c:v>
                </c:pt>
                <c:pt idx="101">
                  <c:v>1.105</c:v>
                </c:pt>
                <c:pt idx="102">
                  <c:v>1.045</c:v>
                </c:pt>
                <c:pt idx="103">
                  <c:v>0.966</c:v>
                </c:pt>
                <c:pt idx="104">
                  <c:v>1.036</c:v>
                </c:pt>
                <c:pt idx="105">
                  <c:v>1.1</c:v>
                </c:pt>
                <c:pt idx="106">
                  <c:v>1.138</c:v>
                </c:pt>
                <c:pt idx="107">
                  <c:v>1.178</c:v>
                </c:pt>
                <c:pt idx="108">
                  <c:v>1.125</c:v>
                </c:pt>
                <c:pt idx="109">
                  <c:v>1.116</c:v>
                </c:pt>
                <c:pt idx="110">
                  <c:v>1.168</c:v>
                </c:pt>
                <c:pt idx="111">
                  <c:v>1.145</c:v>
                </c:pt>
                <c:pt idx="112">
                  <c:v>1.16</c:v>
                </c:pt>
                <c:pt idx="113">
                  <c:v>1.188</c:v>
                </c:pt>
                <c:pt idx="114">
                  <c:v>1.221</c:v>
                </c:pt>
                <c:pt idx="115">
                  <c:v>1.245</c:v>
                </c:pt>
                <c:pt idx="116">
                  <c:v>1.26</c:v>
                </c:pt>
                <c:pt idx="117">
                  <c:v>1.226</c:v>
                </c:pt>
                <c:pt idx="118">
                  <c:v>1.009</c:v>
                </c:pt>
                <c:pt idx="119">
                  <c:v>0.646</c:v>
                </c:pt>
                <c:pt idx="120">
                  <c:v>0.649</c:v>
                </c:pt>
                <c:pt idx="121">
                  <c:v>0.599</c:v>
                </c:pt>
                <c:pt idx="122">
                  <c:v>0.546</c:v>
                </c:pt>
                <c:pt idx="123">
                  <c:v>0.544</c:v>
                </c:pt>
                <c:pt idx="124">
                  <c:v>0.501</c:v>
                </c:pt>
                <c:pt idx="125">
                  <c:v>0.497</c:v>
                </c:pt>
                <c:pt idx="126">
                  <c:v>0.493</c:v>
                </c:pt>
                <c:pt idx="127">
                  <c:v>0.496</c:v>
                </c:pt>
                <c:pt idx="128">
                  <c:v>0.476</c:v>
                </c:pt>
                <c:pt idx="129">
                  <c:v>0.44</c:v>
                </c:pt>
                <c:pt idx="130">
                  <c:v>0.383</c:v>
                </c:pt>
                <c:pt idx="131">
                  <c:v>0.417</c:v>
                </c:pt>
                <c:pt idx="132">
                  <c:v>0.453</c:v>
                </c:pt>
                <c:pt idx="133">
                  <c:v>0.485</c:v>
                </c:pt>
                <c:pt idx="134">
                  <c:v>0.466</c:v>
                </c:pt>
                <c:pt idx="135">
                  <c:v>0.46</c:v>
                </c:pt>
                <c:pt idx="136">
                  <c:v>0.487</c:v>
                </c:pt>
                <c:pt idx="137">
                  <c:v>0.533</c:v>
                </c:pt>
                <c:pt idx="138">
                  <c:v>0.55</c:v>
                </c:pt>
                <c:pt idx="139">
                  <c:v>0.539</c:v>
                </c:pt>
                <c:pt idx="140">
                  <c:v>0.512</c:v>
                </c:pt>
                <c:pt idx="141">
                  <c:v>0.546</c:v>
                </c:pt>
                <c:pt idx="142">
                  <c:v>0.546</c:v>
                </c:pt>
                <c:pt idx="143">
                  <c:v>0.536</c:v>
                </c:pt>
                <c:pt idx="144">
                  <c:v>0.539</c:v>
                </c:pt>
                <c:pt idx="145">
                  <c:v>0.578</c:v>
                </c:pt>
                <c:pt idx="146">
                  <c:v>0.583</c:v>
                </c:pt>
                <c:pt idx="147">
                  <c:v>0.577</c:v>
                </c:pt>
                <c:pt idx="148">
                  <c:v>0.562</c:v>
                </c:pt>
                <c:pt idx="149">
                  <c:v>0.584</c:v>
                </c:pt>
                <c:pt idx="150">
                  <c:v>0.565</c:v>
                </c:pt>
                <c:pt idx="151">
                  <c:v>0.576</c:v>
                </c:pt>
                <c:pt idx="152">
                  <c:v>0.565</c:v>
                </c:pt>
                <c:pt idx="153">
                  <c:v>0.561</c:v>
                </c:pt>
                <c:pt idx="154">
                  <c:v>0.633</c:v>
                </c:pt>
                <c:pt idx="155">
                  <c:v>0.628</c:v>
                </c:pt>
                <c:pt idx="156">
                  <c:v>0.649</c:v>
                </c:pt>
                <c:pt idx="157">
                  <c:v>0.705</c:v>
                </c:pt>
                <c:pt idx="158">
                  <c:v>0.838</c:v>
                </c:pt>
                <c:pt idx="159">
                  <c:v>0.929</c:v>
                </c:pt>
                <c:pt idx="160">
                  <c:v>0.904</c:v>
                </c:pt>
                <c:pt idx="161">
                  <c:v>0.946</c:v>
                </c:pt>
                <c:pt idx="162">
                  <c:v>0.934</c:v>
                </c:pt>
                <c:pt idx="163">
                  <c:v>1.001</c:v>
                </c:pt>
                <c:pt idx="164">
                  <c:v>1.011</c:v>
                </c:pt>
                <c:pt idx="165">
                  <c:v>0.96</c:v>
                </c:pt>
                <c:pt idx="166">
                  <c:v>1.025</c:v>
                </c:pt>
                <c:pt idx="167">
                  <c:v>0.906</c:v>
                </c:pt>
                <c:pt idx="168">
                  <c:v>0.861</c:v>
                </c:pt>
                <c:pt idx="169">
                  <c:v>0.867</c:v>
                </c:pt>
                <c:pt idx="170">
                  <c:v>0.958</c:v>
                </c:pt>
                <c:pt idx="171">
                  <c:v>0.941</c:v>
                </c:pt>
                <c:pt idx="172">
                  <c:v>0.971</c:v>
                </c:pt>
                <c:pt idx="173">
                  <c:v>0.979</c:v>
                </c:pt>
                <c:pt idx="174">
                  <c:v>0.959</c:v>
                </c:pt>
                <c:pt idx="175">
                  <c:v>1.073</c:v>
                </c:pt>
                <c:pt idx="176">
                  <c:v>1.046</c:v>
                </c:pt>
                <c:pt idx="177">
                  <c:v>1.14</c:v>
                </c:pt>
                <c:pt idx="178">
                  <c:v>1.085</c:v>
                </c:pt>
                <c:pt idx="179">
                  <c:v>1.065</c:v>
                </c:pt>
                <c:pt idx="180">
                  <c:v>1.062</c:v>
                </c:pt>
                <c:pt idx="181">
                  <c:v>1.086</c:v>
                </c:pt>
                <c:pt idx="182">
                  <c:v>1.099</c:v>
                </c:pt>
                <c:pt idx="183">
                  <c:v>1.075</c:v>
                </c:pt>
                <c:pt idx="184">
                  <c:v>1.013</c:v>
                </c:pt>
                <c:pt idx="185">
                  <c:v>0.948</c:v>
                </c:pt>
                <c:pt idx="186">
                  <c:v>0.971</c:v>
                </c:pt>
                <c:pt idx="187">
                  <c:v>0.952</c:v>
                </c:pt>
                <c:pt idx="188">
                  <c:v>0.934</c:v>
                </c:pt>
                <c:pt idx="189">
                  <c:v>0.965</c:v>
                </c:pt>
                <c:pt idx="190">
                  <c:v>1.038</c:v>
                </c:pt>
                <c:pt idx="191">
                  <c:v>1.075</c:v>
                </c:pt>
                <c:pt idx="192">
                  <c:v>1.071</c:v>
                </c:pt>
                <c:pt idx="193">
                  <c:v>1.151</c:v>
                </c:pt>
                <c:pt idx="194">
                  <c:v>1.137</c:v>
                </c:pt>
                <c:pt idx="195">
                  <c:v>1.199</c:v>
                </c:pt>
                <c:pt idx="196">
                  <c:v>1.202</c:v>
                </c:pt>
                <c:pt idx="197">
                  <c:v>1.155</c:v>
                </c:pt>
                <c:pt idx="198">
                  <c:v>1.177</c:v>
                </c:pt>
                <c:pt idx="199">
                  <c:v>1.186</c:v>
                </c:pt>
                <c:pt idx="200">
                  <c:v>1.242</c:v>
                </c:pt>
                <c:pt idx="201">
                  <c:v>1.117</c:v>
                </c:pt>
                <c:pt idx="202">
                  <c:v>1.06</c:v>
                </c:pt>
                <c:pt idx="203">
                  <c:v>1.053</c:v>
                </c:pt>
                <c:pt idx="204">
                  <c:v>1.012</c:v>
                </c:pt>
                <c:pt idx="205">
                  <c:v>1.005</c:v>
                </c:pt>
                <c:pt idx="206">
                  <c:v>1.008</c:v>
                </c:pt>
                <c:pt idx="207">
                  <c:v>1.001</c:v>
                </c:pt>
                <c:pt idx="208">
                  <c:v>1.085</c:v>
                </c:pt>
                <c:pt idx="209">
                  <c:v>1.095</c:v>
                </c:pt>
                <c:pt idx="210">
                  <c:v>1.131</c:v>
                </c:pt>
                <c:pt idx="211">
                  <c:v>1.16</c:v>
                </c:pt>
                <c:pt idx="212">
                  <c:v>1.147</c:v>
                </c:pt>
                <c:pt idx="213">
                  <c:v>1.185</c:v>
                </c:pt>
                <c:pt idx="214">
                  <c:v>1.183</c:v>
                </c:pt>
                <c:pt idx="215">
                  <c:v>1.244</c:v>
                </c:pt>
                <c:pt idx="216">
                  <c:v>1.246</c:v>
                </c:pt>
                <c:pt idx="217">
                  <c:v>1.177</c:v>
                </c:pt>
                <c:pt idx="218">
                  <c:v>1.104</c:v>
                </c:pt>
                <c:pt idx="219">
                  <c:v>1.002</c:v>
                </c:pt>
                <c:pt idx="220">
                  <c:v>0.977</c:v>
                </c:pt>
                <c:pt idx="221">
                  <c:v>0.795</c:v>
                </c:pt>
                <c:pt idx="222">
                  <c:v>0.739</c:v>
                </c:pt>
                <c:pt idx="223">
                  <c:v>0.7</c:v>
                </c:pt>
                <c:pt idx="224">
                  <c:v>0.714</c:v>
                </c:pt>
                <c:pt idx="225">
                  <c:v>0.69</c:v>
                </c:pt>
                <c:pt idx="226">
                  <c:v>0.676</c:v>
                </c:pt>
                <c:pt idx="227">
                  <c:v>0.69</c:v>
                </c:pt>
                <c:pt idx="228">
                  <c:v>0.647</c:v>
                </c:pt>
                <c:pt idx="229">
                  <c:v>0.643</c:v>
                </c:pt>
                <c:pt idx="230">
                  <c:v>0.629</c:v>
                </c:pt>
                <c:pt idx="231">
                  <c:v>0.543</c:v>
                </c:pt>
                <c:pt idx="232">
                  <c:v>0.558</c:v>
                </c:pt>
                <c:pt idx="233">
                  <c:v>0.575</c:v>
                </c:pt>
                <c:pt idx="234">
                  <c:v>0.612</c:v>
                </c:pt>
                <c:pt idx="235">
                  <c:v>0.609</c:v>
                </c:pt>
                <c:pt idx="236">
                  <c:v>0.602</c:v>
                </c:pt>
                <c:pt idx="237">
                  <c:v>0.606</c:v>
                </c:pt>
                <c:pt idx="238">
                  <c:v>0.633</c:v>
                </c:pt>
                <c:pt idx="239">
                  <c:v>0.649</c:v>
                </c:pt>
                <c:pt idx="240">
                  <c:v>0.556</c:v>
                </c:pt>
                <c:pt idx="241">
                  <c:v>0.551</c:v>
                </c:pt>
                <c:pt idx="242">
                  <c:v>0.571</c:v>
                </c:pt>
                <c:pt idx="243">
                  <c:v>0.616</c:v>
                </c:pt>
                <c:pt idx="244">
                  <c:v>0.68</c:v>
                </c:pt>
                <c:pt idx="245">
                  <c:v>0.665</c:v>
                </c:pt>
                <c:pt idx="246">
                  <c:v>0.726</c:v>
                </c:pt>
                <c:pt idx="247">
                  <c:v>0.726</c:v>
                </c:pt>
                <c:pt idx="248">
                  <c:v>0.788</c:v>
                </c:pt>
                <c:pt idx="249">
                  <c:v>0.812</c:v>
                </c:pt>
                <c:pt idx="250">
                  <c:v>0.725</c:v>
                </c:pt>
                <c:pt idx="251">
                  <c:v>0.729</c:v>
                </c:pt>
                <c:pt idx="252">
                  <c:v>0.744</c:v>
                </c:pt>
                <c:pt idx="253">
                  <c:v>0.836</c:v>
                </c:pt>
                <c:pt idx="254">
                  <c:v>0.955</c:v>
                </c:pt>
                <c:pt idx="255">
                  <c:v>1.036</c:v>
                </c:pt>
                <c:pt idx="256">
                  <c:v>1.129</c:v>
                </c:pt>
                <c:pt idx="257">
                  <c:v>1.198</c:v>
                </c:pt>
                <c:pt idx="258">
                  <c:v>1.21</c:v>
                </c:pt>
                <c:pt idx="259">
                  <c:v>1.299</c:v>
                </c:pt>
                <c:pt idx="260">
                  <c:v>1.381</c:v>
                </c:pt>
                <c:pt idx="261">
                  <c:v>1.416</c:v>
                </c:pt>
                <c:pt idx="262">
                  <c:v>1.458</c:v>
                </c:pt>
                <c:pt idx="263">
                  <c:v>1.53</c:v>
                </c:pt>
                <c:pt idx="264">
                  <c:v>1.608</c:v>
                </c:pt>
                <c:pt idx="265">
                  <c:v>1.666</c:v>
                </c:pt>
                <c:pt idx="266">
                  <c:v>1.716</c:v>
                </c:pt>
                <c:pt idx="267">
                  <c:v>1.653</c:v>
                </c:pt>
                <c:pt idx="268">
                  <c:v>1.482</c:v>
                </c:pt>
                <c:pt idx="269">
                  <c:v>1.315</c:v>
                </c:pt>
                <c:pt idx="270">
                  <c:v>1.3</c:v>
                </c:pt>
                <c:pt idx="271">
                  <c:v>1.223</c:v>
                </c:pt>
                <c:pt idx="272">
                  <c:v>1.372</c:v>
                </c:pt>
                <c:pt idx="273">
                  <c:v>1.451</c:v>
                </c:pt>
                <c:pt idx="274">
                  <c:v>1.439</c:v>
                </c:pt>
                <c:pt idx="275">
                  <c:v>1.453</c:v>
                </c:pt>
                <c:pt idx="276">
                  <c:v>1.454</c:v>
                </c:pt>
                <c:pt idx="277">
                  <c:v>1.496</c:v>
                </c:pt>
                <c:pt idx="278">
                  <c:v>1.503</c:v>
                </c:pt>
                <c:pt idx="279">
                  <c:v>1.511</c:v>
                </c:pt>
                <c:pt idx="280">
                  <c:v>1.571</c:v>
                </c:pt>
                <c:pt idx="281">
                  <c:v>1.592</c:v>
                </c:pt>
                <c:pt idx="282">
                  <c:v>1.614</c:v>
                </c:pt>
                <c:pt idx="283">
                  <c:v>1.639</c:v>
                </c:pt>
                <c:pt idx="284">
                  <c:v>1.652</c:v>
                </c:pt>
                <c:pt idx="285">
                  <c:v>1.649</c:v>
                </c:pt>
                <c:pt idx="286">
                  <c:v>1.429</c:v>
                </c:pt>
                <c:pt idx="287">
                  <c:v>1.157</c:v>
                </c:pt>
                <c:pt idx="288">
                  <c:v>1.028</c:v>
                </c:pt>
                <c:pt idx="289">
                  <c:v>0.978</c:v>
                </c:pt>
                <c:pt idx="290">
                  <c:v>0.923</c:v>
                </c:pt>
                <c:pt idx="291">
                  <c:v>0.815</c:v>
                </c:pt>
                <c:pt idx="292">
                  <c:v>0.632</c:v>
                </c:pt>
                <c:pt idx="293">
                  <c:v>0.562</c:v>
                </c:pt>
                <c:pt idx="294">
                  <c:v>0.486</c:v>
                </c:pt>
                <c:pt idx="295">
                  <c:v>0.469</c:v>
                </c:pt>
                <c:pt idx="296">
                  <c:v>0.42</c:v>
                </c:pt>
                <c:pt idx="297">
                  <c:v>0.422</c:v>
                </c:pt>
                <c:pt idx="298">
                  <c:v>0.414</c:v>
                </c:pt>
                <c:pt idx="299">
                  <c:v>0.398</c:v>
                </c:pt>
                <c:pt idx="300">
                  <c:v>0.402</c:v>
                </c:pt>
                <c:pt idx="301">
                  <c:v>0.408</c:v>
                </c:pt>
                <c:pt idx="302">
                  <c:v>0.395</c:v>
                </c:pt>
                <c:pt idx="303">
                  <c:v>0.422</c:v>
                </c:pt>
                <c:pt idx="304">
                  <c:v>0.395</c:v>
                </c:pt>
                <c:pt idx="305">
                  <c:v>0.417</c:v>
                </c:pt>
                <c:pt idx="306">
                  <c:v>0.419</c:v>
                </c:pt>
                <c:pt idx="307">
                  <c:v>0.437</c:v>
                </c:pt>
                <c:pt idx="308">
                  <c:v>0.397</c:v>
                </c:pt>
                <c:pt idx="309">
                  <c:v>0.401</c:v>
                </c:pt>
                <c:pt idx="310">
                  <c:v>0.405</c:v>
                </c:pt>
                <c:pt idx="311">
                  <c:v>0.423</c:v>
                </c:pt>
                <c:pt idx="312">
                  <c:v>0.436</c:v>
                </c:pt>
                <c:pt idx="313">
                  <c:v>0.422</c:v>
                </c:pt>
                <c:pt idx="314">
                  <c:v>0.377</c:v>
                </c:pt>
                <c:pt idx="315">
                  <c:v>0.383</c:v>
                </c:pt>
                <c:pt idx="316">
                  <c:v>0.333</c:v>
                </c:pt>
                <c:pt idx="317">
                  <c:v>0.365</c:v>
                </c:pt>
                <c:pt idx="318">
                  <c:v>0.368</c:v>
                </c:pt>
                <c:pt idx="319">
                  <c:v>0.427</c:v>
                </c:pt>
                <c:pt idx="320">
                  <c:v>0.451</c:v>
                </c:pt>
                <c:pt idx="321">
                  <c:v>0.432</c:v>
                </c:pt>
                <c:pt idx="322">
                  <c:v>0.418</c:v>
                </c:pt>
                <c:pt idx="323">
                  <c:v>0.439</c:v>
                </c:pt>
                <c:pt idx="324">
                  <c:v>0.424</c:v>
                </c:pt>
                <c:pt idx="325">
                  <c:v>0.461</c:v>
                </c:pt>
                <c:pt idx="326">
                  <c:v>0.439</c:v>
                </c:pt>
                <c:pt idx="327">
                  <c:v>0.474</c:v>
                </c:pt>
                <c:pt idx="328">
                  <c:v>0.492</c:v>
                </c:pt>
                <c:pt idx="329">
                  <c:v>0.508</c:v>
                </c:pt>
                <c:pt idx="330">
                  <c:v>0.485</c:v>
                </c:pt>
                <c:pt idx="331">
                  <c:v>0.502</c:v>
                </c:pt>
                <c:pt idx="332">
                  <c:v>0.546</c:v>
                </c:pt>
                <c:pt idx="333">
                  <c:v>0.499</c:v>
                </c:pt>
                <c:pt idx="334">
                  <c:v>0.53</c:v>
                </c:pt>
                <c:pt idx="335">
                  <c:v>0.529</c:v>
                </c:pt>
                <c:pt idx="336">
                  <c:v>0.563</c:v>
                </c:pt>
                <c:pt idx="337">
                  <c:v>0.542</c:v>
                </c:pt>
                <c:pt idx="338">
                  <c:v>0.54</c:v>
                </c:pt>
                <c:pt idx="339">
                  <c:v>0.587</c:v>
                </c:pt>
                <c:pt idx="340">
                  <c:v>0.58</c:v>
                </c:pt>
                <c:pt idx="341">
                  <c:v>0.572</c:v>
                </c:pt>
                <c:pt idx="342">
                  <c:v>0.523</c:v>
                </c:pt>
                <c:pt idx="343">
                  <c:v>0.493</c:v>
                </c:pt>
                <c:pt idx="344">
                  <c:v>0.473</c:v>
                </c:pt>
                <c:pt idx="345">
                  <c:v>0.475</c:v>
                </c:pt>
                <c:pt idx="346">
                  <c:v>0.503</c:v>
                </c:pt>
                <c:pt idx="347">
                  <c:v>0.545</c:v>
                </c:pt>
                <c:pt idx="348">
                  <c:v>0.585</c:v>
                </c:pt>
                <c:pt idx="349">
                  <c:v>0.588</c:v>
                </c:pt>
                <c:pt idx="350">
                  <c:v>0.605</c:v>
                </c:pt>
                <c:pt idx="351">
                  <c:v>0.655</c:v>
                </c:pt>
                <c:pt idx="352">
                  <c:v>0.608</c:v>
                </c:pt>
                <c:pt idx="353">
                  <c:v>0.622</c:v>
                </c:pt>
                <c:pt idx="354">
                  <c:v>0.685</c:v>
                </c:pt>
                <c:pt idx="355">
                  <c:v>0.682</c:v>
                </c:pt>
                <c:pt idx="356">
                  <c:v>0.71</c:v>
                </c:pt>
                <c:pt idx="357">
                  <c:v>0.595</c:v>
                </c:pt>
                <c:pt idx="358">
                  <c:v>0.615</c:v>
                </c:pt>
                <c:pt idx="359">
                  <c:v>0.635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0.636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0.471</c:v>
                </c:pt>
                <c:pt idx="18">
                  <c:v>0.436</c:v>
                </c:pt>
                <c:pt idx="19">
                  <c:v>0.815</c:v>
                </c:pt>
                <c:pt idx="20">
                  <c:v>0.756</c:v>
                </c:pt>
                <c:pt idx="21">
                  <c:v>0.352</c:v>
                </c:pt>
                <c:pt idx="22">
                  <c:v>0.347</c:v>
                </c:pt>
                <c:pt idx="23">
                  <c:v>0.341</c:v>
                </c:pt>
                <c:pt idx="24">
                  <c:v>0.323</c:v>
                </c:pt>
                <c:pt idx="25">
                  <c:v>0.632</c:v>
                </c:pt>
                <c:pt idx="26">
                  <c:v>0.306</c:v>
                </c:pt>
                <c:pt idx="27">
                  <c:v>0.442</c:v>
                </c:pt>
                <c:pt idx="28">
                  <c:v>0.291</c:v>
                </c:pt>
                <c:pt idx="29">
                  <c:v>0.285</c:v>
                </c:pt>
                <c:pt idx="30">
                  <c:v>0.565</c:v>
                </c:pt>
                <c:pt idx="31">
                  <c:v>0.566</c:v>
                </c:pt>
                <c:pt idx="32">
                  <c:v>0.562</c:v>
                </c:pt>
                <c:pt idx="33">
                  <c:v>0.548</c:v>
                </c:pt>
                <c:pt idx="34">
                  <c:v>0.536</c:v>
                </c:pt>
                <c:pt idx="35">
                  <c:v>0.875</c:v>
                </c:pt>
                <c:pt idx="36">
                  <c:v>2.004</c:v>
                </c:pt>
                <c:pt idx="37">
                  <c:v>0.578</c:v>
                </c:pt>
                <c:pt idx="38">
                  <c:v>0.502</c:v>
                </c:pt>
                <c:pt idx="39">
                  <c:v>0.481</c:v>
                </c:pt>
                <c:pt idx="40">
                  <c:v>0.955</c:v>
                </c:pt>
                <c:pt idx="41">
                  <c:v>0.771</c:v>
                </c:pt>
                <c:pt idx="42">
                  <c:v>1.741</c:v>
                </c:pt>
                <c:pt idx="43">
                  <c:v>1.787</c:v>
                </c:pt>
                <c:pt idx="44">
                  <c:v>1.765</c:v>
                </c:pt>
                <c:pt idx="45">
                  <c:v>1.496</c:v>
                </c:pt>
                <c:pt idx="46">
                  <c:v>1.202</c:v>
                </c:pt>
                <c:pt idx="47">
                  <c:v>1.155</c:v>
                </c:pt>
                <c:pt idx="48">
                  <c:v>1.668</c:v>
                </c:pt>
                <c:pt idx="49">
                  <c:v>1.382</c:v>
                </c:pt>
                <c:pt idx="50">
                  <c:v>0.628</c:v>
                </c:pt>
                <c:pt idx="51">
                  <c:v>0.618</c:v>
                </c:pt>
                <c:pt idx="52">
                  <c:v>0.597</c:v>
                </c:pt>
                <c:pt idx="53">
                  <c:v>0.58</c:v>
                </c:pt>
                <c:pt idx="54">
                  <c:v>0.897</c:v>
                </c:pt>
                <c:pt idx="55">
                  <c:v>0.698</c:v>
                </c:pt>
                <c:pt idx="56">
                  <c:v>0.678</c:v>
                </c:pt>
                <c:pt idx="57">
                  <c:v>1.012</c:v>
                </c:pt>
                <c:pt idx="58">
                  <c:v>0.451</c:v>
                </c:pt>
                <c:pt idx="59">
                  <c:v>0.462</c:v>
                </c:pt>
                <c:pt idx="60">
                  <c:v>0.298</c:v>
                </c:pt>
                <c:pt idx="61">
                  <c:v>0.574</c:v>
                </c:pt>
                <c:pt idx="62">
                  <c:v>0.628</c:v>
                </c:pt>
                <c:pt idx="63">
                  <c:v>0.699</c:v>
                </c:pt>
                <c:pt idx="64">
                  <c:v>0.598</c:v>
                </c:pt>
                <c:pt idx="65">
                  <c:v>0.5</c:v>
                </c:pt>
                <c:pt idx="66">
                  <c:v>0.491</c:v>
                </c:pt>
                <c:pt idx="67">
                  <c:v>0.409</c:v>
                </c:pt>
                <c:pt idx="68">
                  <c:v>0.306</c:v>
                </c:pt>
                <c:pt idx="69">
                  <c:v>0.397</c:v>
                </c:pt>
                <c:pt idx="70">
                  <c:v>0.286</c:v>
                </c:pt>
                <c:pt idx="71">
                  <c:v>0.506</c:v>
                </c:pt>
                <c:pt idx="72">
                  <c:v>0.637</c:v>
                </c:pt>
                <c:pt idx="73">
                  <c:v>0.274</c:v>
                </c:pt>
                <c:pt idx="74">
                  <c:v>0.269</c:v>
                </c:pt>
                <c:pt idx="75">
                  <c:v>0.347</c:v>
                </c:pt>
                <c:pt idx="76">
                  <c:v>0.335</c:v>
                </c:pt>
                <c:pt idx="77">
                  <c:v>0.241</c:v>
                </c:pt>
                <c:pt idx="78">
                  <c:v>0.24</c:v>
                </c:pt>
                <c:pt idx="79">
                  <c:v>0.44</c:v>
                </c:pt>
                <c:pt idx="80">
                  <c:v>0.348</c:v>
                </c:pt>
                <c:pt idx="81">
                  <c:v>0.231</c:v>
                </c:pt>
                <c:pt idx="82">
                  <c:v>0.487</c:v>
                </c:pt>
                <c:pt idx="83">
                  <c:v>0.709</c:v>
                </c:pt>
                <c:pt idx="84">
                  <c:v>0.407</c:v>
                </c:pt>
                <c:pt idx="85">
                  <c:v>0.404</c:v>
                </c:pt>
                <c:pt idx="86">
                  <c:v>0.316</c:v>
                </c:pt>
                <c:pt idx="87">
                  <c:v>0.313</c:v>
                </c:pt>
                <c:pt idx="88">
                  <c:v>0.366</c:v>
                </c:pt>
                <c:pt idx="89">
                  <c:v>0.786</c:v>
                </c:pt>
                <c:pt idx="90">
                  <c:v>0.809</c:v>
                </c:pt>
                <c:pt idx="91">
                  <c:v>1.037</c:v>
                </c:pt>
                <c:pt idx="92">
                  <c:v>1.154</c:v>
                </c:pt>
                <c:pt idx="93">
                  <c:v>1.192</c:v>
                </c:pt>
                <c:pt idx="94">
                  <c:v>1.351</c:v>
                </c:pt>
                <c:pt idx="95">
                  <c:v>1.179</c:v>
                </c:pt>
                <c:pt idx="96">
                  <c:v>1.054</c:v>
                </c:pt>
                <c:pt idx="97">
                  <c:v>1.474</c:v>
                </c:pt>
                <c:pt idx="98">
                  <c:v>1.962</c:v>
                </c:pt>
                <c:pt idx="99">
                  <c:v>2.106</c:v>
                </c:pt>
                <c:pt idx="100">
                  <c:v>1.594</c:v>
                </c:pt>
                <c:pt idx="101">
                  <c:v>1.678</c:v>
                </c:pt>
                <c:pt idx="102">
                  <c:v>2.086</c:v>
                </c:pt>
                <c:pt idx="103">
                  <c:v>2.177</c:v>
                </c:pt>
                <c:pt idx="104">
                  <c:v>2.193</c:v>
                </c:pt>
                <c:pt idx="105">
                  <c:v>2.071</c:v>
                </c:pt>
                <c:pt idx="106">
                  <c:v>2.065</c:v>
                </c:pt>
                <c:pt idx="107">
                  <c:v>1.935</c:v>
                </c:pt>
                <c:pt idx="108">
                  <c:v>1.419</c:v>
                </c:pt>
                <c:pt idx="109">
                  <c:v>1.469</c:v>
                </c:pt>
                <c:pt idx="110">
                  <c:v>1.321</c:v>
                </c:pt>
                <c:pt idx="111">
                  <c:v>1.181</c:v>
                </c:pt>
                <c:pt idx="112">
                  <c:v>1.622</c:v>
                </c:pt>
                <c:pt idx="113">
                  <c:v>1.481</c:v>
                </c:pt>
                <c:pt idx="114">
                  <c:v>1.838</c:v>
                </c:pt>
                <c:pt idx="115">
                  <c:v>1.963</c:v>
                </c:pt>
                <c:pt idx="116">
                  <c:v>1.383</c:v>
                </c:pt>
                <c:pt idx="117">
                  <c:v>1.091</c:v>
                </c:pt>
                <c:pt idx="118">
                  <c:v>1.398</c:v>
                </c:pt>
                <c:pt idx="119">
                  <c:v>0.421</c:v>
                </c:pt>
                <c:pt idx="120">
                  <c:v>0.496</c:v>
                </c:pt>
                <c:pt idx="121">
                  <c:v>0.408</c:v>
                </c:pt>
                <c:pt idx="122">
                  <c:v>0.432</c:v>
                </c:pt>
                <c:pt idx="123">
                  <c:v>0.296</c:v>
                </c:pt>
                <c:pt idx="124">
                  <c:v>0.271</c:v>
                </c:pt>
                <c:pt idx="125">
                  <c:v>0.251</c:v>
                </c:pt>
                <c:pt idx="126">
                  <c:v>0.309</c:v>
                </c:pt>
                <c:pt idx="127">
                  <c:v>0.365</c:v>
                </c:pt>
                <c:pt idx="128">
                  <c:v>0.408</c:v>
                </c:pt>
                <c:pt idx="129">
                  <c:v>0.342</c:v>
                </c:pt>
                <c:pt idx="130">
                  <c:v>0.143</c:v>
                </c:pt>
                <c:pt idx="131">
                  <c:v>0.611</c:v>
                </c:pt>
                <c:pt idx="132">
                  <c:v>0.82</c:v>
                </c:pt>
                <c:pt idx="133">
                  <c:v>0.81</c:v>
                </c:pt>
                <c:pt idx="134">
                  <c:v>0.802</c:v>
                </c:pt>
                <c:pt idx="135">
                  <c:v>0.871</c:v>
                </c:pt>
                <c:pt idx="136">
                  <c:v>0.745</c:v>
                </c:pt>
                <c:pt idx="137">
                  <c:v>0.799</c:v>
                </c:pt>
                <c:pt idx="138">
                  <c:v>0.707</c:v>
                </c:pt>
                <c:pt idx="139">
                  <c:v>0.767</c:v>
                </c:pt>
                <c:pt idx="140">
                  <c:v>0.798</c:v>
                </c:pt>
                <c:pt idx="141">
                  <c:v>0.997</c:v>
                </c:pt>
                <c:pt idx="142">
                  <c:v>0.558</c:v>
                </c:pt>
                <c:pt idx="143">
                  <c:v>0.45</c:v>
                </c:pt>
                <c:pt idx="144">
                  <c:v>0.456</c:v>
                </c:pt>
                <c:pt idx="145">
                  <c:v>0.529</c:v>
                </c:pt>
                <c:pt idx="146">
                  <c:v>0.462</c:v>
                </c:pt>
                <c:pt idx="147">
                  <c:v>0.412</c:v>
                </c:pt>
                <c:pt idx="148">
                  <c:v>0.411</c:v>
                </c:pt>
                <c:pt idx="149">
                  <c:v>0.379</c:v>
                </c:pt>
                <c:pt idx="150">
                  <c:v>0.489</c:v>
                </c:pt>
                <c:pt idx="151">
                  <c:v>0.616</c:v>
                </c:pt>
                <c:pt idx="152">
                  <c:v>0.617</c:v>
                </c:pt>
                <c:pt idx="153">
                  <c:v>0.471</c:v>
                </c:pt>
                <c:pt idx="154">
                  <c:v>0.401</c:v>
                </c:pt>
                <c:pt idx="155">
                  <c:v>0.507</c:v>
                </c:pt>
                <c:pt idx="156">
                  <c:v>0.45</c:v>
                </c:pt>
                <c:pt idx="157">
                  <c:v>0.498</c:v>
                </c:pt>
                <c:pt idx="158">
                  <c:v>1.056</c:v>
                </c:pt>
                <c:pt idx="159">
                  <c:v>1.041</c:v>
                </c:pt>
                <c:pt idx="160">
                  <c:v>1.002</c:v>
                </c:pt>
                <c:pt idx="161">
                  <c:v>0.822</c:v>
                </c:pt>
                <c:pt idx="162">
                  <c:v>0.949</c:v>
                </c:pt>
                <c:pt idx="163">
                  <c:v>0.949</c:v>
                </c:pt>
                <c:pt idx="164">
                  <c:v>1.196</c:v>
                </c:pt>
                <c:pt idx="165">
                  <c:v>1.091</c:v>
                </c:pt>
                <c:pt idx="166">
                  <c:v>1.14</c:v>
                </c:pt>
                <c:pt idx="167">
                  <c:v>1.238</c:v>
                </c:pt>
                <c:pt idx="168">
                  <c:v>0.662</c:v>
                </c:pt>
                <c:pt idx="169">
                  <c:v>0.333</c:v>
                </c:pt>
                <c:pt idx="170">
                  <c:v>0.956</c:v>
                </c:pt>
                <c:pt idx="171">
                  <c:v>0.607</c:v>
                </c:pt>
                <c:pt idx="172">
                  <c:v>0.918</c:v>
                </c:pt>
                <c:pt idx="173">
                  <c:v>0.915</c:v>
                </c:pt>
                <c:pt idx="174">
                  <c:v>1.204</c:v>
                </c:pt>
                <c:pt idx="175">
                  <c:v>1.199</c:v>
                </c:pt>
                <c:pt idx="176">
                  <c:v>1.011</c:v>
                </c:pt>
                <c:pt idx="177">
                  <c:v>1.039</c:v>
                </c:pt>
                <c:pt idx="178">
                  <c:v>0.69</c:v>
                </c:pt>
                <c:pt idx="179">
                  <c:v>0.667</c:v>
                </c:pt>
                <c:pt idx="180">
                  <c:v>0.662</c:v>
                </c:pt>
                <c:pt idx="181">
                  <c:v>0.733</c:v>
                </c:pt>
                <c:pt idx="182">
                  <c:v>0.863</c:v>
                </c:pt>
                <c:pt idx="183">
                  <c:v>1.049</c:v>
                </c:pt>
                <c:pt idx="184">
                  <c:v>0.989</c:v>
                </c:pt>
                <c:pt idx="185">
                  <c:v>0.784</c:v>
                </c:pt>
                <c:pt idx="186">
                  <c:v>0.764</c:v>
                </c:pt>
                <c:pt idx="187">
                  <c:v>0.789</c:v>
                </c:pt>
                <c:pt idx="188">
                  <c:v>0.772</c:v>
                </c:pt>
                <c:pt idx="189">
                  <c:v>0.766</c:v>
                </c:pt>
                <c:pt idx="190">
                  <c:v>0.845</c:v>
                </c:pt>
                <c:pt idx="191">
                  <c:v>0.998</c:v>
                </c:pt>
                <c:pt idx="192">
                  <c:v>0.936</c:v>
                </c:pt>
                <c:pt idx="193">
                  <c:v>1.604</c:v>
                </c:pt>
                <c:pt idx="194">
                  <c:v>1.215</c:v>
                </c:pt>
                <c:pt idx="195">
                  <c:v>1.521</c:v>
                </c:pt>
                <c:pt idx="196">
                  <c:v>1.368</c:v>
                </c:pt>
                <c:pt idx="197">
                  <c:v>1.148</c:v>
                </c:pt>
                <c:pt idx="198">
                  <c:v>1.148</c:v>
                </c:pt>
                <c:pt idx="199">
                  <c:v>1.131</c:v>
                </c:pt>
                <c:pt idx="200">
                  <c:v>1.312</c:v>
                </c:pt>
                <c:pt idx="201">
                  <c:v>1.201</c:v>
                </c:pt>
                <c:pt idx="202">
                  <c:v>0.823</c:v>
                </c:pt>
                <c:pt idx="203">
                  <c:v>0.803</c:v>
                </c:pt>
                <c:pt idx="204">
                  <c:v>0.805</c:v>
                </c:pt>
                <c:pt idx="205">
                  <c:v>0.836</c:v>
                </c:pt>
                <c:pt idx="206">
                  <c:v>0.984</c:v>
                </c:pt>
                <c:pt idx="207">
                  <c:v>0.906</c:v>
                </c:pt>
                <c:pt idx="208">
                  <c:v>0.994</c:v>
                </c:pt>
                <c:pt idx="209">
                  <c:v>1.146</c:v>
                </c:pt>
                <c:pt idx="210">
                  <c:v>0.919</c:v>
                </c:pt>
                <c:pt idx="211">
                  <c:v>0.904</c:v>
                </c:pt>
                <c:pt idx="212">
                  <c:v>1.067</c:v>
                </c:pt>
                <c:pt idx="213">
                  <c:v>1.108</c:v>
                </c:pt>
                <c:pt idx="214">
                  <c:v>1.035</c:v>
                </c:pt>
                <c:pt idx="215">
                  <c:v>1.07</c:v>
                </c:pt>
                <c:pt idx="216">
                  <c:v>1.191</c:v>
                </c:pt>
                <c:pt idx="217">
                  <c:v>1.294</c:v>
                </c:pt>
                <c:pt idx="218">
                  <c:v>1.2</c:v>
                </c:pt>
                <c:pt idx="219">
                  <c:v>1.044</c:v>
                </c:pt>
                <c:pt idx="220">
                  <c:v>0.809</c:v>
                </c:pt>
                <c:pt idx="221">
                  <c:v>0.404</c:v>
                </c:pt>
                <c:pt idx="222">
                  <c:v>0.453</c:v>
                </c:pt>
                <c:pt idx="223">
                  <c:v>0.6</c:v>
                </c:pt>
                <c:pt idx="224">
                  <c:v>0.939</c:v>
                </c:pt>
                <c:pt idx="225">
                  <c:v>0.72</c:v>
                </c:pt>
                <c:pt idx="226">
                  <c:v>0.687</c:v>
                </c:pt>
                <c:pt idx="227">
                  <c:v>0.506</c:v>
                </c:pt>
                <c:pt idx="228">
                  <c:v>0.653</c:v>
                </c:pt>
                <c:pt idx="229">
                  <c:v>0.428</c:v>
                </c:pt>
                <c:pt idx="230">
                  <c:v>0.428</c:v>
                </c:pt>
                <c:pt idx="231">
                  <c:v>0.373</c:v>
                </c:pt>
                <c:pt idx="232">
                  <c:v>0.478</c:v>
                </c:pt>
                <c:pt idx="233">
                  <c:v>0.793</c:v>
                </c:pt>
                <c:pt idx="234">
                  <c:v>0.735</c:v>
                </c:pt>
                <c:pt idx="235">
                  <c:v>0.786</c:v>
                </c:pt>
                <c:pt idx="236">
                  <c:v>0.505</c:v>
                </c:pt>
                <c:pt idx="237">
                  <c:v>0.471</c:v>
                </c:pt>
                <c:pt idx="238">
                  <c:v>0.49</c:v>
                </c:pt>
                <c:pt idx="239">
                  <c:v>0.453</c:v>
                </c:pt>
                <c:pt idx="240">
                  <c:v>0.495</c:v>
                </c:pt>
                <c:pt idx="241">
                  <c:v>0.369</c:v>
                </c:pt>
                <c:pt idx="242">
                  <c:v>0.495</c:v>
                </c:pt>
                <c:pt idx="243">
                  <c:v>0.432</c:v>
                </c:pt>
                <c:pt idx="244">
                  <c:v>0.5</c:v>
                </c:pt>
                <c:pt idx="245">
                  <c:v>0.628</c:v>
                </c:pt>
                <c:pt idx="246">
                  <c:v>0.652</c:v>
                </c:pt>
                <c:pt idx="247">
                  <c:v>0.75</c:v>
                </c:pt>
                <c:pt idx="248">
                  <c:v>0.779</c:v>
                </c:pt>
                <c:pt idx="249">
                  <c:v>0.845</c:v>
                </c:pt>
                <c:pt idx="250">
                  <c:v>0.857</c:v>
                </c:pt>
                <c:pt idx="251">
                  <c:v>1.094</c:v>
                </c:pt>
                <c:pt idx="252">
                  <c:v>1.079</c:v>
                </c:pt>
                <c:pt idx="253">
                  <c:v>1.227</c:v>
                </c:pt>
                <c:pt idx="254">
                  <c:v>1.427</c:v>
                </c:pt>
                <c:pt idx="255">
                  <c:v>1.658</c:v>
                </c:pt>
                <c:pt idx="256">
                  <c:v>1.663</c:v>
                </c:pt>
                <c:pt idx="257">
                  <c:v>1.598</c:v>
                </c:pt>
                <c:pt idx="258">
                  <c:v>1.391</c:v>
                </c:pt>
                <c:pt idx="259">
                  <c:v>1.511</c:v>
                </c:pt>
                <c:pt idx="260">
                  <c:v>1.654</c:v>
                </c:pt>
                <c:pt idx="261">
                  <c:v>1.673</c:v>
                </c:pt>
                <c:pt idx="262">
                  <c:v>1.776</c:v>
                </c:pt>
                <c:pt idx="263">
                  <c:v>1.678</c:v>
                </c:pt>
                <c:pt idx="264">
                  <c:v>1.837</c:v>
                </c:pt>
                <c:pt idx="265">
                  <c:v>1.815</c:v>
                </c:pt>
                <c:pt idx="266">
                  <c:v>1.745</c:v>
                </c:pt>
                <c:pt idx="267">
                  <c:v>1.735</c:v>
                </c:pt>
                <c:pt idx="268">
                  <c:v>1.623</c:v>
                </c:pt>
                <c:pt idx="269">
                  <c:v>1.385</c:v>
                </c:pt>
                <c:pt idx="270">
                  <c:v>1.221</c:v>
                </c:pt>
                <c:pt idx="271">
                  <c:v>1.15</c:v>
                </c:pt>
                <c:pt idx="272">
                  <c:v>1.274</c:v>
                </c:pt>
                <c:pt idx="273">
                  <c:v>1.636</c:v>
                </c:pt>
                <c:pt idx="274">
                  <c:v>1.534</c:v>
                </c:pt>
                <c:pt idx="275">
                  <c:v>1.46</c:v>
                </c:pt>
                <c:pt idx="276">
                  <c:v>1.588</c:v>
                </c:pt>
                <c:pt idx="277">
                  <c:v>1.536</c:v>
                </c:pt>
                <c:pt idx="278">
                  <c:v>1.426</c:v>
                </c:pt>
                <c:pt idx="279">
                  <c:v>1.48</c:v>
                </c:pt>
                <c:pt idx="280">
                  <c:v>1.616</c:v>
                </c:pt>
                <c:pt idx="281">
                  <c:v>1.696</c:v>
                </c:pt>
                <c:pt idx="282">
                  <c:v>1.702</c:v>
                </c:pt>
                <c:pt idx="283">
                  <c:v>1.719</c:v>
                </c:pt>
                <c:pt idx="284">
                  <c:v>1.795</c:v>
                </c:pt>
                <c:pt idx="285">
                  <c:v>2.0</c:v>
                </c:pt>
                <c:pt idx="286">
                  <c:v>1.943</c:v>
                </c:pt>
                <c:pt idx="287">
                  <c:v>1.15</c:v>
                </c:pt>
                <c:pt idx="288">
                  <c:v>0.697</c:v>
                </c:pt>
                <c:pt idx="289">
                  <c:v>0.843</c:v>
                </c:pt>
                <c:pt idx="290">
                  <c:v>0.729</c:v>
                </c:pt>
                <c:pt idx="291">
                  <c:v>0.481</c:v>
                </c:pt>
                <c:pt idx="292">
                  <c:v>0.457</c:v>
                </c:pt>
                <c:pt idx="293">
                  <c:v>0.486</c:v>
                </c:pt>
                <c:pt idx="294">
                  <c:v>0.519</c:v>
                </c:pt>
                <c:pt idx="295">
                  <c:v>0.466</c:v>
                </c:pt>
                <c:pt idx="296">
                  <c:v>0.524</c:v>
                </c:pt>
                <c:pt idx="297">
                  <c:v>0.507</c:v>
                </c:pt>
                <c:pt idx="298">
                  <c:v>0.409</c:v>
                </c:pt>
                <c:pt idx="299">
                  <c:v>0.337</c:v>
                </c:pt>
                <c:pt idx="300">
                  <c:v>0.637</c:v>
                </c:pt>
                <c:pt idx="301">
                  <c:v>0.822</c:v>
                </c:pt>
                <c:pt idx="302">
                  <c:v>0.936</c:v>
                </c:pt>
                <c:pt idx="303">
                  <c:v>0.971</c:v>
                </c:pt>
                <c:pt idx="304">
                  <c:v>1.006</c:v>
                </c:pt>
                <c:pt idx="305">
                  <c:v>1.054</c:v>
                </c:pt>
                <c:pt idx="306">
                  <c:v>1.103</c:v>
                </c:pt>
                <c:pt idx="307">
                  <c:v>1.099</c:v>
                </c:pt>
                <c:pt idx="308">
                  <c:v>1.104</c:v>
                </c:pt>
                <c:pt idx="309">
                  <c:v>0.946</c:v>
                </c:pt>
                <c:pt idx="310">
                  <c:v>0.869</c:v>
                </c:pt>
                <c:pt idx="311">
                  <c:v>0.844</c:v>
                </c:pt>
                <c:pt idx="312">
                  <c:v>1.035</c:v>
                </c:pt>
                <c:pt idx="313">
                  <c:v>0.991</c:v>
                </c:pt>
                <c:pt idx="314">
                  <c:v>1.268</c:v>
                </c:pt>
                <c:pt idx="315">
                  <c:v>1.206</c:v>
                </c:pt>
                <c:pt idx="316">
                  <c:v>1.094</c:v>
                </c:pt>
                <c:pt idx="317">
                  <c:v>0.952</c:v>
                </c:pt>
                <c:pt idx="318">
                  <c:v>0.828</c:v>
                </c:pt>
                <c:pt idx="319">
                  <c:v>1.229</c:v>
                </c:pt>
                <c:pt idx="320">
                  <c:v>0.922</c:v>
                </c:pt>
                <c:pt idx="321">
                  <c:v>1.022</c:v>
                </c:pt>
                <c:pt idx="322">
                  <c:v>1.118</c:v>
                </c:pt>
                <c:pt idx="323">
                  <c:v>1.156</c:v>
                </c:pt>
                <c:pt idx="324">
                  <c:v>1.097</c:v>
                </c:pt>
                <c:pt idx="325">
                  <c:v>1.134</c:v>
                </c:pt>
                <c:pt idx="326">
                  <c:v>1.454</c:v>
                </c:pt>
                <c:pt idx="327">
                  <c:v>1.051</c:v>
                </c:pt>
                <c:pt idx="328">
                  <c:v>1.279</c:v>
                </c:pt>
                <c:pt idx="329">
                  <c:v>1.368</c:v>
                </c:pt>
                <c:pt idx="330">
                  <c:v>1.338</c:v>
                </c:pt>
                <c:pt idx="331">
                  <c:v>1.447</c:v>
                </c:pt>
                <c:pt idx="332">
                  <c:v>1.238</c:v>
                </c:pt>
                <c:pt idx="333">
                  <c:v>1.273</c:v>
                </c:pt>
                <c:pt idx="334">
                  <c:v>1.438</c:v>
                </c:pt>
                <c:pt idx="335">
                  <c:v>1.455</c:v>
                </c:pt>
                <c:pt idx="336">
                  <c:v>1.502</c:v>
                </c:pt>
                <c:pt idx="337">
                  <c:v>1.695</c:v>
                </c:pt>
                <c:pt idx="338">
                  <c:v>1.409</c:v>
                </c:pt>
                <c:pt idx="339">
                  <c:v>1.472</c:v>
                </c:pt>
                <c:pt idx="340">
                  <c:v>1.529</c:v>
                </c:pt>
                <c:pt idx="341">
                  <c:v>1.553</c:v>
                </c:pt>
                <c:pt idx="342">
                  <c:v>1.498</c:v>
                </c:pt>
                <c:pt idx="343">
                  <c:v>1.565</c:v>
                </c:pt>
                <c:pt idx="344">
                  <c:v>1.612</c:v>
                </c:pt>
                <c:pt idx="345">
                  <c:v>1.668</c:v>
                </c:pt>
                <c:pt idx="346">
                  <c:v>1.712</c:v>
                </c:pt>
                <c:pt idx="347">
                  <c:v>1.637</c:v>
                </c:pt>
                <c:pt idx="348">
                  <c:v>1.88</c:v>
                </c:pt>
                <c:pt idx="349">
                  <c:v>1.792</c:v>
                </c:pt>
                <c:pt idx="350">
                  <c:v>1.899</c:v>
                </c:pt>
                <c:pt idx="351">
                  <c:v>2.647</c:v>
                </c:pt>
                <c:pt idx="352">
                  <c:v>2.21</c:v>
                </c:pt>
                <c:pt idx="353">
                  <c:v>2.289</c:v>
                </c:pt>
                <c:pt idx="354">
                  <c:v>2.282</c:v>
                </c:pt>
                <c:pt idx="355">
                  <c:v>1.907</c:v>
                </c:pt>
                <c:pt idx="356">
                  <c:v>1.944</c:v>
                </c:pt>
                <c:pt idx="357">
                  <c:v>2.079</c:v>
                </c:pt>
                <c:pt idx="358">
                  <c:v>2.182</c:v>
                </c:pt>
                <c:pt idx="359">
                  <c:v>2.296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前1个月日均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2103.3712</c:v>
                </c:pt>
                <c:pt idx="1">
                  <c:v>1079.3992</c:v>
                </c:pt>
                <c:pt idx="2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0">
                  <c:v>155.2811</c:v>
                </c:pt>
                <c:pt idx="11">
                  <c:v>636.8939</c:v>
                </c:pt>
                <c:pt idx="12">
                  <c:v>673.0555</c:v>
                </c:pt>
                <c:pt idx="13">
                  <c:v>407.4922</c:v>
                </c:pt>
                <c:pt idx="14">
                  <c:v>230.6485</c:v>
                </c:pt>
                <c:pt idx="15">
                  <c:v>1345.9549</c:v>
                </c:pt>
                <c:pt idx="16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2370.9389</c:v>
                </c:pt>
                <c:pt idx="1">
                  <c:v>1231.848</c:v>
                </c:pt>
                <c:pt idx="2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0">
                  <c:v>171.3645</c:v>
                </c:pt>
                <c:pt idx="11">
                  <c:v>672.2869</c:v>
                </c:pt>
                <c:pt idx="12">
                  <c:v>817.1993</c:v>
                </c:pt>
                <c:pt idx="13">
                  <c:v>442.8172</c:v>
                </c:pt>
                <c:pt idx="14">
                  <c:v>267.271</c:v>
                </c:pt>
                <c:pt idx="15">
                  <c:v>1512.1628</c:v>
                </c:pt>
                <c:pt idx="16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1月28日，频道市场份额为1.041%，较前一个月均值提升1083%；收视率0.057%，提升2450%；上星频道排名第15位，较前一日上升4位，央视台组内排名第10位，与前一日上升1位。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1月28日，对比前一个月均值，电视剧市场份额1.399%，提升8%，非电视剧市场份额0.821%，保持不变。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
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1月28日，频道市场份额1.041%，较前一个月均值提升1083%，观众到达率提升1367.0%，观众忠实度提升87.6%。
1月28日，所有频道收视率为5.459%，较前一个月均值下降2.2%，CCTV-17收视率0.057%，提升2450%。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2月10日，所有频道收视率为5.78%，较前一个月均值基本持平，CCTV-17收视率0.044%，较前一个月均值基本持平。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平均忠实度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▲ 88%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前1月
2.8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
3.0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平均到达率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▲ 1367%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前1月
1.7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
1.9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1月28日，市场份额提升1083%  收视率提升2450%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34.557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34.792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1.289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1.290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0.875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0.873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0.991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0.805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0.904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0.695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0.624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0.582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0.554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0.575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CCTV-5+体育赛事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0.490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0.440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1.04%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央视台组排名第10位，较前一日上升1位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2.456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1.445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1.402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1.308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1.350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1.289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1.290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↑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卡酷少儿频道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1.129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湖南电视台金鹰卡通频道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北京卫视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深圳卫视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上星频道排名第15位，较前一日上升4位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2.410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1月28日，频道市场份额1.041%，收视率0.057%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0.3260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2.4100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1月28日栏目收视份额排名</a:t>
            </a:r>
            <a:r>
              <a:rPr lang="zh-CN" altLang="en-US" sz="3200" dirty="0">
                <a:sym typeface="+mn-ea"/>
              </a:rPr>
              <a:t/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05:57-10:23
0.024%
+85%</a:t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10:23-12:00
0.060%
+28%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12:00-13:48
0.046%
+31%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13:48-17:07
0.056%
+8%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17:07-18:38
0.090%
+38%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18:38-20:27
0.292%
+16%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0.073%
+38%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24:01-24:25
0.027%
+59%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早间节目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上午剧场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午间节目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下午剧场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傍晚节目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黄金剧场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晚间节目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夜间节目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共富经（重播）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谁知盘中餐（重播）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三农群英汇（重播）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10:23-12:00
0.875%
-15%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12:00-13:48
0.576%
-4%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13:48-17:07
0.833%
-21%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17:07-18:38
0.781%
+22%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18:38-20:27
1.528%
+12%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0.734%
+42%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24:01-24:25
1.583%
+71%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↑9%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↑8%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↑10%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↑6%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