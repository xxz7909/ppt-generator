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10.xml" ContentType="application/vnd.openxmlformats-officedocument.presentationml.comments+xml"/>
  <Override PartName="/ppt/comments/comment11.xml" ContentType="application/vnd.openxmlformats-officedocument.presentationml.comments+xml"/>
  <Override PartName="/ppt/comments/comment12.xml" ContentType="application/vnd.openxmlformats-officedocument.presentationml.comments+xml"/>
  <Override PartName="/ppt/comments/comment13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omments/comment8.xml" ContentType="application/vnd.openxmlformats-officedocument.presentationml.comments+xml"/>
  <Override PartName="/ppt/comments/comment9.xml" ContentType="application/vnd.openxmlformats-officedocument.presentationml.comments+xml"/>
  <Override PartName="/ppt/media/image10.svg" ContentType="image/svg+xml"/>
  <Override PartName="/ppt/media/image12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534" r:id="rId3"/>
    <p:sldId id="535" r:id="rId4"/>
    <p:sldId id="536" r:id="rId5"/>
    <p:sldId id="537" r:id="rId6"/>
    <p:sldId id="538" r:id="rId7"/>
    <p:sldId id="539" r:id="rId8"/>
    <p:sldId id="540" r:id="rId9"/>
    <p:sldId id="541" r:id="rId10"/>
    <p:sldId id="542" r:id="rId11"/>
    <p:sldId id="543" r:id="rId12"/>
    <p:sldId id="546" r:id="rId13"/>
    <p:sldId id="547" r:id="rId14"/>
    <p:sldId id="550" r:id="rId15"/>
    <p:sldId id="551" r:id="rId16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吕欣蓓" initials="吕" lastIdx="3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7F5B"/>
    <a:srgbClr val="ED7D31"/>
    <a:srgbClr val="2F5597"/>
    <a:srgbClr val="ADB9CA"/>
    <a:srgbClr val="8497B0"/>
    <a:srgbClr val="F4B183"/>
    <a:srgbClr val="F8CBAD"/>
    <a:srgbClr val="FE9B1C"/>
    <a:srgbClr val="D45D3F"/>
    <a:srgbClr val="C55A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4" autoAdjust="0"/>
    <p:restoredTop sz="94660"/>
  </p:normalViewPr>
  <p:slideViewPr>
    <p:cSldViewPr snapToGrid="0">
      <p:cViewPr varScale="1">
        <p:scale>
          <a:sx n="89" d="100"/>
          <a:sy n="89" d="100"/>
        </p:scale>
        <p:origin x="23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ableStyles" Target="tableStyles.xml"/><Relationship Id="rId21" Type="http://schemas.openxmlformats.org/officeDocument/2006/relationships/commentAuthors" Target="commentAuthors.xml"/><Relationship Id="rId22" Type="http://schemas.openxmlformats.org/officeDocument/2006/relationships/tags" Target="tags/tag17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.xlsx"/><Relationship Id="rId2" Type="http://schemas.microsoft.com/office/2011/relationships/chartStyle" Target="style2.xml"/><Relationship Id="rId3" Type="http://schemas.microsoft.com/office/2011/relationships/chartColorStyle" Target="colors2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3.xlsx"/><Relationship Id="rId2" Type="http://schemas.microsoft.com/office/2011/relationships/chartStyle" Target="style3.xml"/><Relationship Id="rId3" Type="http://schemas.microsoft.com/office/2011/relationships/chartColorStyle" Target="colors3.xml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.xlsx"/><Relationship Id="rId2" Type="http://schemas.microsoft.com/office/2011/relationships/chartStyle" Target="style4.xml"/><Relationship Id="rId3" Type="http://schemas.microsoft.com/office/2011/relationships/chartColorStyle" Target="colors4.xml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7.xlsx"/><Relationship Id="rId2" Type="http://schemas.microsoft.com/office/2011/relationships/chartStyle" Target="style5.xml"/><Relationship Id="rId3" Type="http://schemas.microsoft.com/office/2011/relationships/chartColorStyle" Target="colors5.xml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8.xlsx"/><Relationship Id="rId2" Type="http://schemas.microsoft.com/office/2011/relationships/chartStyle" Target="style6.xml"/><Relationship Id="rId3" Type="http://schemas.microsoft.com/office/2011/relationships/chartColorStyle" Target="colors6.xml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9.xlsx"/><Relationship Id="rId2" Type="http://schemas.microsoft.com/office/2011/relationships/chartStyle" Target="style7.xml"/><Relationship Id="rId3" Type="http://schemas.microsoft.com/office/2011/relationships/chartColorStyle" Target="colors7.xml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0.xlsx"/><Relationship Id="rId2" Type="http://schemas.microsoft.com/office/2011/relationships/chartStyle" Target="style8.xml"/><Relationship Id="rId3" Type="http://schemas.microsoft.com/office/2011/relationships/chartColorStyle" Target="colors8.xml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1.xlsx"/><Relationship Id="rId2" Type="http://schemas.microsoft.com/office/2011/relationships/chartStyle" Target="style9.xml"/><Relationship Id="rId3" Type="http://schemas.microsoft.com/office/2011/relationships/chartColorStyle" Target="colors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65772174393249"/>
          <c:y val="0.113228903379704"/>
          <c:w val="0.955157829713121"/>
          <c:h val="0.662436885507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CCTV-17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0.0597865948097704"/>
                  <c:y val="0"/>
                </c:manualLayout>
              </c:layout>
              <c:numFmt formatCode="#,##0.000_);[Red]\(#,##0.00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/>
                <a:lstStyle/>
                <a:p>
                  <a:pPr algn="l">
                    <a:defRPr lang="en-US" altLang="zh-CN" sz="1195" b="0" i="0" u="none" strike="noStrike" kern="1200" baseline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3526552309504"/>
                      <c:h val="0.127336401483872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0.0358719568858622"/>
                  <c:y val="-0.0041981013256605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/>
                  <a:lstStyle/>
                  <a:p>
                    <a:fld id="{9757feba-d25b-485e-a42c-15ededa826bc}" type="VALUE">
                      <a:t>[VALUE]</a:t>
                    </a:fld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3072268341068"/>
                      <c:h val="0.127602181511892"/>
                    </c:manualLayout>
                  </c15:layout>
                </c:ext>
              </c:extLst>
            </c:dLbl>
            <c:dLbl>
              <c:idx val="2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4254658604967"/>
                      <c:h val="0.184765713583012"/>
                    </c:manualLayout>
                  </c15:layout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/>
              <a:lstStyle/>
              <a:p>
                <a:pPr algn="l"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前1个月
均值</c:v>
                </c:pt>
                <c:pt idx="1">
                  <c:v>2月1日</c:v>
                </c:pt>
                <c:pt idx="2">
                  <c:v>2月2日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0.847</c:v>
                </c:pt>
                <c:pt idx="1">
                  <c:v>0.663</c:v>
                </c:pt>
                <c:pt idx="2">
                  <c:v>0.663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-1476922528"/>
        <c:axId val="-1476925792"/>
      </c:barChart>
      <c:catAx>
        <c:axId val="-1476922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5792"/>
        <c:crosses val="autoZero"/>
        <c:auto val="1"/>
        <c:lblAlgn val="ctr"/>
        <c:lblOffset val="100"/>
        <c:noMultiLvlLbl val="1"/>
      </c:catAx>
      <c:valAx>
        <c:axId val="-1476925792"/>
        <c:scaling>
          <c:orientation val="minMax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25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24792047054747"/>
          <c:y val="0.0553201486744803"/>
          <c:w val="0.603833103113905"/>
          <c:h val="0.84296224686514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CCTV-17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  <a:effectLst/>
            </c:spPr>
          </c:dPt>
          <c:dLbls>
            <c:dLbl>
              <c:idx val="1"/>
              <c:layout>
                <c:manualLayout>
                  <c:x val="0"/>
                  <c:y val="-0.0035690418499664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64534427966875"/>
                      <c:h val="0.13098383589377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-0.00255849106777718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_);[Red]\(#,##0.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前1个月均值</c:v>
                </c:pt>
                <c:pt idx="1">
                  <c:v>2月1日</c:v>
                </c:pt>
                <c:pt idx="2">
                  <c:v>2月2日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0.047</c:v>
                </c:pt>
                <c:pt idx="1">
                  <c:v>0.039</c:v>
                </c:pt>
                <c:pt idx="2">
                  <c:v>0.038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-1476924704"/>
        <c:axId val="-1476927968"/>
      </c:barChart>
      <c:catAx>
        <c:axId val="-14769247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7968"/>
        <c:crosses val="autoZero"/>
        <c:auto val="1"/>
        <c:lblAlgn val="ctr"/>
        <c:lblOffset val="100"/>
        <c:noMultiLvlLbl val="1"/>
      </c:catAx>
      <c:valAx>
        <c:axId val="-1476927968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47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baseline="0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00177433519149"/>
          <c:y val="0.0785190178444185"/>
          <c:w val="0.671809749422026"/>
          <c:h val="0.84296224686514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所有频道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  <a:effectLst/>
            </c:spPr>
          </c:dPt>
          <c:dLbls>
            <c:dLbl>
              <c:idx val="2"/>
              <c:layout>
                <c:manualLayout>
                  <c:x val="0"/>
                  <c:y val="0.019371742411588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前1个月均值</c:v>
                </c:pt>
                <c:pt idx="1">
                  <c:v>2月1日</c:v>
                </c:pt>
                <c:pt idx="2">
                  <c:v>2月2日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5.592</c:v>
                </c:pt>
                <c:pt idx="1">
                  <c:v>5.944</c:v>
                </c:pt>
                <c:pt idx="2">
                  <c:v>5.679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-1476920896"/>
        <c:axId val="-1476927424"/>
      </c:barChart>
      <c:catAx>
        <c:axId val="-147692089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7424"/>
        <c:crosses val="autoZero"/>
        <c:auto val="1"/>
        <c:lblAlgn val="ctr"/>
        <c:lblOffset val="100"/>
        <c:noMultiLvlLbl val="1"/>
      </c:catAx>
      <c:valAx>
        <c:axId val="-1476927424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08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417602996254682"/>
          <c:y val="0.0869551936992408"/>
          <c:w val="0.906355337078652"/>
          <c:h val="0.477833282747341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市场份额%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Sheet1!$A$2:$A$34</c:f>
              <c:strCache>
                <c:ptCount val="33"/>
                <c:pt idx="0">
                  <c:v>06:08
田园帮帮团</c:v>
                </c:pt>
                <c:pt idx="1">
                  <c:v>06:34
超级农人秀</c:v>
                </c:pt>
                <c:pt idx="2">
                  <c:v>07:02
共富经</c:v>
                </c:pt>
                <c:pt idx="3">
                  <c:v>07:28
谁知盘中餐</c:v>
                </c:pt>
                <c:pt idx="4">
                  <c:v>07:55
中国三农报道</c:v>
                </c:pt>
                <c:pt idx="5">
                  <c:v>08:25
三农群英汇</c:v>
                </c:pt>
                <c:pt idx="6">
                  <c:v>08:57
田园帮帮团</c:v>
                </c:pt>
                <c:pt idx="7">
                  <c:v>09:25
超级农人秀</c:v>
                </c:pt>
                <c:pt idx="8">
                  <c:v>09:52
共富经</c:v>
                </c:pt>
                <c:pt idx="9">
                  <c:v>10:20
我哥我嫂</c:v>
                </c:pt>
                <c:pt idx="10">
                  <c:v>11:10
我哥我嫂</c:v>
                </c:pt>
                <c:pt idx="11">
                  <c:v>12:00
中国三农报道</c:v>
                </c:pt>
                <c:pt idx="12">
                  <c:v>12:32
谁知盘中餐</c:v>
                </c:pt>
                <c:pt idx="13">
                  <c:v>12:59
田园帮帮团</c:v>
                </c:pt>
                <c:pt idx="14">
                  <c:v>13:26
乡理乡亲乡村反诈</c:v>
                </c:pt>
                <c:pt idx="15">
                  <c:v>13:40
青年霍元甲之威震</c:v>
                </c:pt>
                <c:pt idx="16">
                  <c:v>14:30
青年霍元甲之威震</c:v>
                </c:pt>
                <c:pt idx="17">
                  <c:v>15:21
青年霍元甲之威震</c:v>
                </c:pt>
                <c:pt idx="18">
                  <c:v>16:13
青年霍元甲之威震</c:v>
                </c:pt>
                <c:pt idx="19">
                  <c:v>17:03
乡土中国</c:v>
                </c:pt>
                <c:pt idx="20">
                  <c:v>17:33
谁知盘中餐</c:v>
                </c:pt>
                <c:pt idx="21">
                  <c:v>18:00
中国三农报道</c:v>
                </c:pt>
                <c:pt idx="22">
                  <c:v>18:40
我哥我嫂</c:v>
                </c:pt>
                <c:pt idx="23">
                  <c:v>19:35
我哥我嫂</c:v>
                </c:pt>
                <c:pt idx="24">
                  <c:v>20:31
三农群英汇</c:v>
                </c:pt>
                <c:pt idx="25">
                  <c:v>21:01
共富经</c:v>
                </c:pt>
                <c:pt idx="26">
                  <c:v>21:30
超级农人秀</c:v>
                </c:pt>
                <c:pt idx="27">
                  <c:v>21:56
田园帮帮团</c:v>
                </c:pt>
                <c:pt idx="28">
                  <c:v>22:25
谁知盘中餐</c:v>
                </c:pt>
                <c:pt idx="29">
                  <c:v>22:51
三农群英汇</c:v>
                </c:pt>
                <c:pt idx="30">
                  <c:v>23:20
共富经</c:v>
                </c:pt>
                <c:pt idx="31">
                  <c:v>23:46
乡土中国</c:v>
                </c:pt>
                <c:pt idx="32">
                  <c:v>24:13
超级农人秀</c:v>
                </c:pt>
              </c:strCache>
            </c:strRef>
          </c:cat>
          <c:val>
            <c:numRef>
              <c:f>Sheet1!$B$2:$B$34</c:f>
              <c:numCache>
                <c:formatCode>General</c:formatCode>
                <c:ptCount val="33"/>
                <c:pt idx="0">
                  <c:v>0.358</c:v>
                </c:pt>
                <c:pt idx="1">
                  <c:v>0.043</c:v>
                </c:pt>
                <c:pt idx="2">
                  <c:v>0.284</c:v>
                </c:pt>
                <c:pt idx="3">
                  <c:v>0.822</c:v>
                </c:pt>
                <c:pt idx="4">
                  <c:v>1.014</c:v>
                </c:pt>
                <c:pt idx="5">
                  <c:v>0.381</c:v>
                </c:pt>
                <c:pt idx="6">
                  <c:v>0.21</c:v>
                </c:pt>
                <c:pt idx="7">
                  <c:v>0.526</c:v>
                </c:pt>
                <c:pt idx="8">
                  <c:v>0.291</c:v>
                </c:pt>
                <c:pt idx="9">
                  <c:v>0.263</c:v>
                </c:pt>
                <c:pt idx="10">
                  <c:v>0.317</c:v>
                </c:pt>
                <c:pt idx="11">
                  <c:v>0.249</c:v>
                </c:pt>
                <c:pt idx="12">
                  <c:v>0.348</c:v>
                </c:pt>
                <c:pt idx="13">
                  <c:v>0.334</c:v>
                </c:pt>
                <c:pt idx="14">
                  <c:v>0.336</c:v>
                </c:pt>
                <c:pt idx="15">
                  <c:v>0.415</c:v>
                </c:pt>
                <c:pt idx="16">
                  <c:v>0.352</c:v>
                </c:pt>
                <c:pt idx="17">
                  <c:v>0.764</c:v>
                </c:pt>
                <c:pt idx="18">
                  <c:v>1.02</c:v>
                </c:pt>
                <c:pt idx="19">
                  <c:v>0.292</c:v>
                </c:pt>
                <c:pt idx="20">
                  <c:v>0.359</c:v>
                </c:pt>
                <c:pt idx="21">
                  <c:v>0.461</c:v>
                </c:pt>
                <c:pt idx="22">
                  <c:v>1.181</c:v>
                </c:pt>
                <c:pt idx="23">
                  <c:v>1.38</c:v>
                </c:pt>
                <c:pt idx="24">
                  <c:v>0.481</c:v>
                </c:pt>
                <c:pt idx="25">
                  <c:v>0.252</c:v>
                </c:pt>
                <c:pt idx="26">
                  <c:v>0.544</c:v>
                </c:pt>
                <c:pt idx="27">
                  <c:v>0.598</c:v>
                </c:pt>
                <c:pt idx="28">
                  <c:v>0.63</c:v>
                </c:pt>
                <c:pt idx="29">
                  <c:v>0.643</c:v>
                </c:pt>
                <c:pt idx="30">
                  <c:v>1.453</c:v>
                </c:pt>
                <c:pt idx="31">
                  <c:v>2.071</c:v>
                </c:pt>
                <c:pt idx="32">
                  <c:v>0.539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-1476921440"/>
        <c:axId val="-1476932320"/>
      </c:barChart>
      <c:catAx>
        <c:axId val="-1476921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32320"/>
        <c:crosses val="autoZero"/>
        <c:auto val="1"/>
        <c:lblAlgn val="ctr"/>
        <c:lblOffset val="100"/>
        <c:noMultiLvlLbl val="0"/>
      </c:catAx>
      <c:valAx>
        <c:axId val="-1476932320"/>
        <c:scaling>
          <c:orientation val="minMax"/>
          <c:max val="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_);[Red]\(#,##0.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ln>
                  <a:noFill/>
                </a:ln>
                <a:solidFill>
                  <a:srgbClr val="8497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1440"/>
        <c:crosses val="autoZero"/>
        <c:crossBetween val="between"/>
        <c:majorUnit val="0.5"/>
      </c:valAx>
      <c:catAx>
        <c:axId val="-147692416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3072"/>
        <c:crosses val="autoZero"/>
        <c:auto val="1"/>
        <c:lblAlgn val="ctr"/>
        <c:lblOffset val="100"/>
        <c:noMultiLvlLbl val="0"/>
      </c:catAx>
      <c:valAx>
        <c:axId val="-1476923072"/>
        <c:scaling>
          <c:orientation val="minMax"/>
          <c:max val="0.35"/>
          <c:min val="0"/>
        </c:scaling>
        <c:delete val="0"/>
        <c:axPos val="r"/>
        <c:numFmt formatCode="#,##0.00_);[Red]\(#,##0.00\)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rgbClr val="FE9B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4160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382162717968252"/>
          <c:y val="0.00357483317445186"/>
          <c:w val="0.209933497094242"/>
          <c:h val="0.0596493907448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400" b="1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03600973928892"/>
          <c:y val="0.0902404526166903"/>
          <c:w val="0.914617300724638"/>
          <c:h val="0.461704347826087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收视率%</c:v>
                </c:pt>
              </c:strCache>
            </c:strRef>
          </c:tx>
          <c:spPr>
            <a:solidFill>
              <a:srgbClr val="FE9B1C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-0.0033905967450271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0_);[Red]\(#,##0.0000\)" sourceLinked="0"/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lIns="288290" tIns="19050" rIns="38100" bIns="19050" anchor="ctr" anchorCtr="1"/>
              <a:lstStyle/>
              <a:p>
                <a:pPr>
                  <a:defRPr lang="zh-CN"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Sheet1!$A$2:$A$31</c:f>
              <c:strCache>
                <c:ptCount val="30"/>
                <c:pt idx="0">
                  <c:v>我哥我嫂</c:v>
                </c:pt>
                <c:pt idx="1">
                  <c:v>我哥我嫂</c:v>
                </c:pt>
                <c:pt idx="2">
                  <c:v>三农群英汇</c:v>
                </c:pt>
                <c:pt idx="3">
                  <c:v>超级农人秀</c:v>
                </c:pt>
                <c:pt idx="4">
                  <c:v>田园帮帮团</c:v>
                </c:pt>
                <c:pt idx="5">
                  <c:v>青年霍元甲之威震津门</c:v>
                </c:pt>
                <c:pt idx="6">
                  <c:v>共富经</c:v>
                </c:pt>
                <c:pt idx="7">
                  <c:v>乡土中国</c:v>
                </c:pt>
                <c:pt idx="8">
                  <c:v>中国三农报道</c:v>
                </c:pt>
                <c:pt idx="9">
                  <c:v>谁知盘中餐</c:v>
                </c:pt>
                <c:pt idx="10">
                  <c:v>共富经</c:v>
                </c:pt>
                <c:pt idx="11">
                  <c:v>青年霍元甲之威震津门</c:v>
                </c:pt>
                <c:pt idx="12">
                  <c:v>三农群英汇</c:v>
                </c:pt>
                <c:pt idx="13">
                  <c:v>谁知盘中餐</c:v>
                </c:pt>
                <c:pt idx="14">
                  <c:v>谁知盘中餐</c:v>
                </c:pt>
                <c:pt idx="15">
                  <c:v>青年霍元甲之威震津门</c:v>
                </c:pt>
                <c:pt idx="16">
                  <c:v>乡土中国</c:v>
                </c:pt>
                <c:pt idx="17">
                  <c:v>田园帮帮团</c:v>
                </c:pt>
                <c:pt idx="18">
                  <c:v>中国三农报道</c:v>
                </c:pt>
                <c:pt idx="19">
                  <c:v>乡理乡亲乡村反诈指南</c:v>
                </c:pt>
                <c:pt idx="20">
                  <c:v>超级农人秀</c:v>
                </c:pt>
                <c:pt idx="21">
                  <c:v>我哥我嫂</c:v>
                </c:pt>
                <c:pt idx="22">
                  <c:v>青年霍元甲之威震津门</c:v>
                </c:pt>
                <c:pt idx="23">
                  <c:v>中国三农报道</c:v>
                </c:pt>
                <c:pt idx="24">
                  <c:v>谁知盘中餐</c:v>
                </c:pt>
                <c:pt idx="25">
                  <c:v>我哥我嫂</c:v>
                </c:pt>
                <c:pt idx="26">
                  <c:v>共富经</c:v>
                </c:pt>
                <c:pt idx="27">
                  <c:v>三农群英汇</c:v>
                </c:pt>
                <c:pt idx="28">
                  <c:v>超级农人秀</c:v>
                </c:pt>
                <c:pt idx="29">
                  <c:v>田园帮帮团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0.286</c:v>
                </c:pt>
                <c:pt idx="1">
                  <c:v>0.196</c:v>
                </c:pt>
                <c:pt idx="2">
                  <c:v>0.097</c:v>
                </c:pt>
                <c:pt idx="3">
                  <c:v>0.077</c:v>
                </c:pt>
                <c:pt idx="4">
                  <c:v>0.061</c:v>
                </c:pt>
                <c:pt idx="5">
                  <c:v>0.059</c:v>
                </c:pt>
                <c:pt idx="6">
                  <c:v>0.054</c:v>
                </c:pt>
                <c:pt idx="7">
                  <c:v>0.054</c:v>
                </c:pt>
                <c:pt idx="8">
                  <c:v>0.053</c:v>
                </c:pt>
                <c:pt idx="9">
                  <c:v>0.047</c:v>
                </c:pt>
                <c:pt idx="10">
                  <c:v>0.045</c:v>
                </c:pt>
                <c:pt idx="11">
                  <c:v>0.038</c:v>
                </c:pt>
                <c:pt idx="12">
                  <c:v>0.034</c:v>
                </c:pt>
                <c:pt idx="13">
                  <c:v>0.032</c:v>
                </c:pt>
                <c:pt idx="14">
                  <c:v>0.022</c:v>
                </c:pt>
                <c:pt idx="15">
                  <c:v>0.021</c:v>
                </c:pt>
                <c:pt idx="16">
                  <c:v>0.021</c:v>
                </c:pt>
                <c:pt idx="17">
                  <c:v>0.02</c:v>
                </c:pt>
                <c:pt idx="18">
                  <c:v>0.019</c:v>
                </c:pt>
                <c:pt idx="19">
                  <c:v>0.018</c:v>
                </c:pt>
                <c:pt idx="20">
                  <c:v>0.017</c:v>
                </c:pt>
                <c:pt idx="21">
                  <c:v>0.017</c:v>
                </c:pt>
                <c:pt idx="22">
                  <c:v>0.017</c:v>
                </c:pt>
                <c:pt idx="23">
                  <c:v>0.016</c:v>
                </c:pt>
                <c:pt idx="24">
                  <c:v>0.012</c:v>
                </c:pt>
                <c:pt idx="25">
                  <c:v>0.011</c:v>
                </c:pt>
                <c:pt idx="26">
                  <c:v>0.01</c:v>
                </c:pt>
                <c:pt idx="27">
                  <c:v>0.009</c:v>
                </c:pt>
                <c:pt idx="28">
                  <c:v>0.009</c:v>
                </c:pt>
                <c:pt idx="29">
                  <c:v>0.006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-1476932864"/>
        <c:axId val="-1476933408"/>
      </c:barChart>
      <c:catAx>
        <c:axId val="-14769328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33408"/>
        <c:crosses val="autoZero"/>
        <c:auto val="1"/>
        <c:lblAlgn val="ctr"/>
        <c:lblOffset val="100"/>
        <c:noMultiLvlLbl val="0"/>
      </c:catAx>
      <c:valAx>
        <c:axId val="-1476933408"/>
        <c:scaling>
          <c:orientation val="minMax"/>
          <c:max val="0.2"/>
          <c:min val="0"/>
        </c:scaling>
        <c:delete val="0"/>
        <c:axPos val="l"/>
        <c:numFmt formatCode="#,##0.00_);[Red]\(#,##0.00\)" sourceLinked="0"/>
        <c:majorTickMark val="none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32864"/>
        <c:crosses val="autoZero"/>
        <c:crossBetween val="between"/>
        <c:majorUnit val="0.0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b="1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45636510917615"/>
          <c:y val="0.0895199333278478"/>
          <c:w val="0.924833834512307"/>
          <c:h val="0.466678078132938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收视份额%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lIns="288290" tIns="19050" rIns="38100" bIns="19050" anchor="ctr" anchorCtr="1"/>
              <a:lstStyle/>
              <a:p>
                <a:pPr>
                  <a:defRPr lang="zh-CN"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Sheet1!$A$2:$A$31</c:f>
              <c:strCache>
                <c:ptCount val="30"/>
                <c:pt idx="0">
                  <c:v>乡土中国</c:v>
                </c:pt>
                <c:pt idx="1">
                  <c:v>共富经</c:v>
                </c:pt>
                <c:pt idx="2">
                  <c:v>我哥我嫂</c:v>
                </c:pt>
                <c:pt idx="3">
                  <c:v>我哥我嫂</c:v>
                </c:pt>
                <c:pt idx="4">
                  <c:v>青年霍元甲之威震津门</c:v>
                </c:pt>
                <c:pt idx="5">
                  <c:v>中国三农报道</c:v>
                </c:pt>
                <c:pt idx="6">
                  <c:v>谁知盘中餐</c:v>
                </c:pt>
                <c:pt idx="7">
                  <c:v>青年霍元甲之威震津门</c:v>
                </c:pt>
                <c:pt idx="8">
                  <c:v>三农群英汇</c:v>
                </c:pt>
                <c:pt idx="9">
                  <c:v>谁知盘中餐</c:v>
                </c:pt>
                <c:pt idx="10">
                  <c:v>田园帮帮团</c:v>
                </c:pt>
                <c:pt idx="11">
                  <c:v>超级农人秀</c:v>
                </c:pt>
                <c:pt idx="12">
                  <c:v>超级农人秀</c:v>
                </c:pt>
                <c:pt idx="13">
                  <c:v>超级农人秀</c:v>
                </c:pt>
                <c:pt idx="14">
                  <c:v>三农群英汇</c:v>
                </c:pt>
                <c:pt idx="15">
                  <c:v>中国三农报道</c:v>
                </c:pt>
                <c:pt idx="16">
                  <c:v>青年霍元甲之威震津门</c:v>
                </c:pt>
                <c:pt idx="17">
                  <c:v>三农群英汇</c:v>
                </c:pt>
                <c:pt idx="18">
                  <c:v>谁知盘中餐</c:v>
                </c:pt>
                <c:pt idx="19">
                  <c:v>田园帮帮团</c:v>
                </c:pt>
                <c:pt idx="20">
                  <c:v>青年霍元甲之威震津门</c:v>
                </c:pt>
                <c:pt idx="21">
                  <c:v>谁知盘中餐</c:v>
                </c:pt>
                <c:pt idx="22">
                  <c:v>乡理乡亲乡村反诈指南</c:v>
                </c:pt>
                <c:pt idx="23">
                  <c:v>田园帮帮团</c:v>
                </c:pt>
                <c:pt idx="24">
                  <c:v>我哥我嫂</c:v>
                </c:pt>
                <c:pt idx="25">
                  <c:v>乡土中国</c:v>
                </c:pt>
                <c:pt idx="26">
                  <c:v>共富经</c:v>
                </c:pt>
                <c:pt idx="27">
                  <c:v>共富经</c:v>
                </c:pt>
                <c:pt idx="28">
                  <c:v>我哥我嫂</c:v>
                </c:pt>
                <c:pt idx="29">
                  <c:v>共富经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2.071</c:v>
                </c:pt>
                <c:pt idx="1">
                  <c:v>1.453</c:v>
                </c:pt>
                <c:pt idx="2">
                  <c:v>1.38</c:v>
                </c:pt>
                <c:pt idx="3">
                  <c:v>1.181</c:v>
                </c:pt>
                <c:pt idx="4">
                  <c:v>1.02</c:v>
                </c:pt>
                <c:pt idx="5">
                  <c:v>1.014</c:v>
                </c:pt>
                <c:pt idx="6">
                  <c:v>0.822</c:v>
                </c:pt>
                <c:pt idx="7">
                  <c:v>0.764</c:v>
                </c:pt>
                <c:pt idx="8">
                  <c:v>0.643</c:v>
                </c:pt>
                <c:pt idx="9">
                  <c:v>0.63</c:v>
                </c:pt>
                <c:pt idx="10">
                  <c:v>0.598</c:v>
                </c:pt>
                <c:pt idx="11">
                  <c:v>0.544</c:v>
                </c:pt>
                <c:pt idx="12">
                  <c:v>0.539</c:v>
                </c:pt>
                <c:pt idx="13">
                  <c:v>0.526</c:v>
                </c:pt>
                <c:pt idx="14">
                  <c:v>0.481</c:v>
                </c:pt>
                <c:pt idx="15">
                  <c:v>0.461</c:v>
                </c:pt>
                <c:pt idx="16">
                  <c:v>0.415</c:v>
                </c:pt>
                <c:pt idx="17">
                  <c:v>0.381</c:v>
                </c:pt>
                <c:pt idx="18">
                  <c:v>0.359</c:v>
                </c:pt>
                <c:pt idx="19">
                  <c:v>0.358</c:v>
                </c:pt>
                <c:pt idx="20">
                  <c:v>0.352</c:v>
                </c:pt>
                <c:pt idx="21">
                  <c:v>0.348</c:v>
                </c:pt>
                <c:pt idx="22">
                  <c:v>0.336</c:v>
                </c:pt>
                <c:pt idx="23">
                  <c:v>0.334</c:v>
                </c:pt>
                <c:pt idx="24">
                  <c:v>0.317</c:v>
                </c:pt>
                <c:pt idx="25">
                  <c:v>0.292</c:v>
                </c:pt>
                <c:pt idx="26">
                  <c:v>0.291</c:v>
                </c:pt>
                <c:pt idx="27">
                  <c:v>0.284</c:v>
                </c:pt>
                <c:pt idx="28">
                  <c:v>0.263</c:v>
                </c:pt>
                <c:pt idx="29">
                  <c:v>0.252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-1476930144"/>
        <c:axId val="-1476921984"/>
      </c:barChart>
      <c:catAx>
        <c:axId val="-1476930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1984"/>
        <c:crosses val="autoZero"/>
        <c:auto val="1"/>
        <c:lblAlgn val="ctr"/>
        <c:lblOffset val="100"/>
        <c:noMultiLvlLbl val="0"/>
      </c:catAx>
      <c:valAx>
        <c:axId val="-1476921984"/>
        <c:scaling>
          <c:orientation val="minMax"/>
          <c:max val="2"/>
        </c:scaling>
        <c:delete val="0"/>
        <c:axPos val="l"/>
        <c:numFmt formatCode="#,##0.0_);[Red]\(#,##0.0\)" sourceLinked="0"/>
        <c:majorTickMark val="none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5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3014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300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466372225638732"/>
          <c:y val="0.0382714080688885"/>
          <c:w val="0.922524738636999"/>
          <c:h val="0.758124701004624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前1个月均值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dLbls>
            <c:delete val="1"/>
          </c:dLbls>
          <c:cat>
            <c:strRef>
              <c:f>Sheet1!$A$2:$A$361</c:f>
              <c:strCache>
                <c:ptCount val="360"/>
                <c:pt idx="0">
                  <c:v>06:00</c:v>
                </c:pt>
                <c:pt idx="1">
                  <c:v>06:03</c:v>
                </c:pt>
                <c:pt idx="2">
                  <c:v>06:06</c:v>
                </c:pt>
                <c:pt idx="3">
                  <c:v>06:09</c:v>
                </c:pt>
                <c:pt idx="4">
                  <c:v>06:12</c:v>
                </c:pt>
                <c:pt idx="5">
                  <c:v>06:15</c:v>
                </c:pt>
                <c:pt idx="6">
                  <c:v>06:18</c:v>
                </c:pt>
                <c:pt idx="7">
                  <c:v>06:21</c:v>
                </c:pt>
                <c:pt idx="8">
                  <c:v>06:24</c:v>
                </c:pt>
                <c:pt idx="9">
                  <c:v>06:27</c:v>
                </c:pt>
                <c:pt idx="10">
                  <c:v>06:30</c:v>
                </c:pt>
                <c:pt idx="11">
                  <c:v>06:33</c:v>
                </c:pt>
                <c:pt idx="12">
                  <c:v>06:36</c:v>
                </c:pt>
                <c:pt idx="13">
                  <c:v>06:39</c:v>
                </c:pt>
                <c:pt idx="14">
                  <c:v>06:42</c:v>
                </c:pt>
                <c:pt idx="15">
                  <c:v>06:45</c:v>
                </c:pt>
                <c:pt idx="16">
                  <c:v>06:48</c:v>
                </c:pt>
                <c:pt idx="17">
                  <c:v>06:51</c:v>
                </c:pt>
                <c:pt idx="18">
                  <c:v>06:54</c:v>
                </c:pt>
                <c:pt idx="19">
                  <c:v>06:57</c:v>
                </c:pt>
                <c:pt idx="20">
                  <c:v>07:00</c:v>
                </c:pt>
                <c:pt idx="21">
                  <c:v>07:03</c:v>
                </c:pt>
                <c:pt idx="22">
                  <c:v>07:06</c:v>
                </c:pt>
                <c:pt idx="23">
                  <c:v>07:09</c:v>
                </c:pt>
                <c:pt idx="24">
                  <c:v>07:12</c:v>
                </c:pt>
                <c:pt idx="25">
                  <c:v>07:15</c:v>
                </c:pt>
                <c:pt idx="26">
                  <c:v>07:18</c:v>
                </c:pt>
                <c:pt idx="27">
                  <c:v>07:21</c:v>
                </c:pt>
                <c:pt idx="28">
                  <c:v>07:24</c:v>
                </c:pt>
                <c:pt idx="29">
                  <c:v>07:27</c:v>
                </c:pt>
                <c:pt idx="30">
                  <c:v>07:30</c:v>
                </c:pt>
                <c:pt idx="31">
                  <c:v>07:33</c:v>
                </c:pt>
                <c:pt idx="32">
                  <c:v>07:36</c:v>
                </c:pt>
                <c:pt idx="33">
                  <c:v>07:39</c:v>
                </c:pt>
                <c:pt idx="34">
                  <c:v>07:42</c:v>
                </c:pt>
                <c:pt idx="35">
                  <c:v>07:45</c:v>
                </c:pt>
                <c:pt idx="36">
                  <c:v>07:48</c:v>
                </c:pt>
                <c:pt idx="37">
                  <c:v>07:51</c:v>
                </c:pt>
                <c:pt idx="38">
                  <c:v>07:54</c:v>
                </c:pt>
                <c:pt idx="39">
                  <c:v>07:57</c:v>
                </c:pt>
                <c:pt idx="40">
                  <c:v>08:00</c:v>
                </c:pt>
                <c:pt idx="41">
                  <c:v>08:03</c:v>
                </c:pt>
                <c:pt idx="42">
                  <c:v>08:06</c:v>
                </c:pt>
                <c:pt idx="43">
                  <c:v>08:09</c:v>
                </c:pt>
                <c:pt idx="44">
                  <c:v>08:12</c:v>
                </c:pt>
                <c:pt idx="45">
                  <c:v>08:15</c:v>
                </c:pt>
                <c:pt idx="46">
                  <c:v>08:18</c:v>
                </c:pt>
                <c:pt idx="47">
                  <c:v>08:21</c:v>
                </c:pt>
                <c:pt idx="48">
                  <c:v>08:24</c:v>
                </c:pt>
                <c:pt idx="49">
                  <c:v>08:27</c:v>
                </c:pt>
                <c:pt idx="50">
                  <c:v>08:30</c:v>
                </c:pt>
                <c:pt idx="51">
                  <c:v>08:33</c:v>
                </c:pt>
                <c:pt idx="52">
                  <c:v>08:36</c:v>
                </c:pt>
                <c:pt idx="53">
                  <c:v>08:39</c:v>
                </c:pt>
                <c:pt idx="54">
                  <c:v>08:42</c:v>
                </c:pt>
                <c:pt idx="55">
                  <c:v>08:45</c:v>
                </c:pt>
                <c:pt idx="56">
                  <c:v>08:48</c:v>
                </c:pt>
                <c:pt idx="57">
                  <c:v>08:51</c:v>
                </c:pt>
                <c:pt idx="58">
                  <c:v>08:54</c:v>
                </c:pt>
                <c:pt idx="59">
                  <c:v>08:57</c:v>
                </c:pt>
                <c:pt idx="60">
                  <c:v>09:00</c:v>
                </c:pt>
                <c:pt idx="61">
                  <c:v>09:03</c:v>
                </c:pt>
                <c:pt idx="62">
                  <c:v>09:06</c:v>
                </c:pt>
                <c:pt idx="63">
                  <c:v>09:09</c:v>
                </c:pt>
                <c:pt idx="64">
                  <c:v>09:12</c:v>
                </c:pt>
                <c:pt idx="65">
                  <c:v>09:15</c:v>
                </c:pt>
                <c:pt idx="66">
                  <c:v>09:18</c:v>
                </c:pt>
                <c:pt idx="67">
                  <c:v>09:21</c:v>
                </c:pt>
                <c:pt idx="68">
                  <c:v>09:24</c:v>
                </c:pt>
                <c:pt idx="69">
                  <c:v>09:27</c:v>
                </c:pt>
                <c:pt idx="70">
                  <c:v>09:30</c:v>
                </c:pt>
                <c:pt idx="71">
                  <c:v>09:33</c:v>
                </c:pt>
                <c:pt idx="72">
                  <c:v>09:36</c:v>
                </c:pt>
                <c:pt idx="73">
                  <c:v>09:39</c:v>
                </c:pt>
                <c:pt idx="74">
                  <c:v>09:42</c:v>
                </c:pt>
                <c:pt idx="75">
                  <c:v>09:45</c:v>
                </c:pt>
                <c:pt idx="76">
                  <c:v>09:48</c:v>
                </c:pt>
                <c:pt idx="77">
                  <c:v>09:51</c:v>
                </c:pt>
                <c:pt idx="78">
                  <c:v>09:54</c:v>
                </c:pt>
                <c:pt idx="79">
                  <c:v>09:57</c:v>
                </c:pt>
                <c:pt idx="80">
                  <c:v>10:00</c:v>
                </c:pt>
                <c:pt idx="81">
                  <c:v>10:03</c:v>
                </c:pt>
                <c:pt idx="82">
                  <c:v>10:06</c:v>
                </c:pt>
                <c:pt idx="83">
                  <c:v>10:09</c:v>
                </c:pt>
                <c:pt idx="84">
                  <c:v>10:12</c:v>
                </c:pt>
                <c:pt idx="85">
                  <c:v>10:15</c:v>
                </c:pt>
                <c:pt idx="86">
                  <c:v>10:18</c:v>
                </c:pt>
                <c:pt idx="87">
                  <c:v>10:21</c:v>
                </c:pt>
                <c:pt idx="88">
                  <c:v>10:24</c:v>
                </c:pt>
                <c:pt idx="89">
                  <c:v>10:27</c:v>
                </c:pt>
                <c:pt idx="90">
                  <c:v>10:30</c:v>
                </c:pt>
                <c:pt idx="91">
                  <c:v>10:33</c:v>
                </c:pt>
                <c:pt idx="92">
                  <c:v>10:36</c:v>
                </c:pt>
                <c:pt idx="93">
                  <c:v>10:39</c:v>
                </c:pt>
                <c:pt idx="94">
                  <c:v>10:42</c:v>
                </c:pt>
                <c:pt idx="95">
                  <c:v>10:45</c:v>
                </c:pt>
                <c:pt idx="96">
                  <c:v>10:48</c:v>
                </c:pt>
                <c:pt idx="97">
                  <c:v>10:51</c:v>
                </c:pt>
                <c:pt idx="98">
                  <c:v>10:54</c:v>
                </c:pt>
                <c:pt idx="99">
                  <c:v>10:57</c:v>
                </c:pt>
                <c:pt idx="100">
                  <c:v>11:00</c:v>
                </c:pt>
                <c:pt idx="101">
                  <c:v>11:03</c:v>
                </c:pt>
                <c:pt idx="102">
                  <c:v>11:06</c:v>
                </c:pt>
                <c:pt idx="103">
                  <c:v>11:09</c:v>
                </c:pt>
                <c:pt idx="104">
                  <c:v>11:12</c:v>
                </c:pt>
                <c:pt idx="105">
                  <c:v>11:15</c:v>
                </c:pt>
                <c:pt idx="106">
                  <c:v>11:18</c:v>
                </c:pt>
                <c:pt idx="107">
                  <c:v>11:21</c:v>
                </c:pt>
                <c:pt idx="108">
                  <c:v>11:24</c:v>
                </c:pt>
                <c:pt idx="109">
                  <c:v>11:27</c:v>
                </c:pt>
                <c:pt idx="110">
                  <c:v>11:30</c:v>
                </c:pt>
                <c:pt idx="111">
                  <c:v>11:33</c:v>
                </c:pt>
                <c:pt idx="112">
                  <c:v>11:36</c:v>
                </c:pt>
                <c:pt idx="113">
                  <c:v>11:39</c:v>
                </c:pt>
                <c:pt idx="114">
                  <c:v>11:42</c:v>
                </c:pt>
                <c:pt idx="115">
                  <c:v>11:45</c:v>
                </c:pt>
                <c:pt idx="116">
                  <c:v>11:48</c:v>
                </c:pt>
                <c:pt idx="117">
                  <c:v>11:51</c:v>
                </c:pt>
                <c:pt idx="118">
                  <c:v>11:54</c:v>
                </c:pt>
                <c:pt idx="119">
                  <c:v>11:57</c:v>
                </c:pt>
                <c:pt idx="120">
                  <c:v>12:00</c:v>
                </c:pt>
                <c:pt idx="121">
                  <c:v>12:03</c:v>
                </c:pt>
                <c:pt idx="122">
                  <c:v>12:06</c:v>
                </c:pt>
                <c:pt idx="123">
                  <c:v>12:09</c:v>
                </c:pt>
                <c:pt idx="124">
                  <c:v>12:12</c:v>
                </c:pt>
                <c:pt idx="125">
                  <c:v>12:15</c:v>
                </c:pt>
                <c:pt idx="126">
                  <c:v>12:18</c:v>
                </c:pt>
                <c:pt idx="127">
                  <c:v>12:21</c:v>
                </c:pt>
                <c:pt idx="128">
                  <c:v>12:24</c:v>
                </c:pt>
                <c:pt idx="129">
                  <c:v>12:27</c:v>
                </c:pt>
                <c:pt idx="130">
                  <c:v>12:30</c:v>
                </c:pt>
                <c:pt idx="131">
                  <c:v>12:33</c:v>
                </c:pt>
                <c:pt idx="132">
                  <c:v>12:36</c:v>
                </c:pt>
                <c:pt idx="133">
                  <c:v>12:39</c:v>
                </c:pt>
                <c:pt idx="134">
                  <c:v>12:42</c:v>
                </c:pt>
                <c:pt idx="135">
                  <c:v>12:45</c:v>
                </c:pt>
                <c:pt idx="136">
                  <c:v>12:48</c:v>
                </c:pt>
                <c:pt idx="137">
                  <c:v>12:51</c:v>
                </c:pt>
                <c:pt idx="138">
                  <c:v>12:54</c:v>
                </c:pt>
                <c:pt idx="139">
                  <c:v>12:57</c:v>
                </c:pt>
                <c:pt idx="140">
                  <c:v>13:00</c:v>
                </c:pt>
                <c:pt idx="141">
                  <c:v>13:03</c:v>
                </c:pt>
                <c:pt idx="142">
                  <c:v>13:06</c:v>
                </c:pt>
                <c:pt idx="143">
                  <c:v>13:09</c:v>
                </c:pt>
                <c:pt idx="144">
                  <c:v>13:12</c:v>
                </c:pt>
                <c:pt idx="145">
                  <c:v>13:15</c:v>
                </c:pt>
                <c:pt idx="146">
                  <c:v>13:18</c:v>
                </c:pt>
                <c:pt idx="147">
                  <c:v>13:21</c:v>
                </c:pt>
                <c:pt idx="148">
                  <c:v>13:24</c:v>
                </c:pt>
                <c:pt idx="149">
                  <c:v>13:27</c:v>
                </c:pt>
                <c:pt idx="150">
                  <c:v>13:30</c:v>
                </c:pt>
                <c:pt idx="151">
                  <c:v>13:33</c:v>
                </c:pt>
                <c:pt idx="152">
                  <c:v>13:36</c:v>
                </c:pt>
                <c:pt idx="153">
                  <c:v>13:39</c:v>
                </c:pt>
                <c:pt idx="154">
                  <c:v>13:42</c:v>
                </c:pt>
                <c:pt idx="155">
                  <c:v>13:45</c:v>
                </c:pt>
                <c:pt idx="156">
                  <c:v>13:48</c:v>
                </c:pt>
                <c:pt idx="157">
                  <c:v>13:51</c:v>
                </c:pt>
                <c:pt idx="158">
                  <c:v>13:54</c:v>
                </c:pt>
                <c:pt idx="159">
                  <c:v>13:57</c:v>
                </c:pt>
                <c:pt idx="160">
                  <c:v>14:00</c:v>
                </c:pt>
                <c:pt idx="161">
                  <c:v>14:03</c:v>
                </c:pt>
                <c:pt idx="162">
                  <c:v>14:06</c:v>
                </c:pt>
                <c:pt idx="163">
                  <c:v>14:09</c:v>
                </c:pt>
                <c:pt idx="164">
                  <c:v>14:12</c:v>
                </c:pt>
                <c:pt idx="165">
                  <c:v>14:15</c:v>
                </c:pt>
                <c:pt idx="166">
                  <c:v>14:18</c:v>
                </c:pt>
                <c:pt idx="167">
                  <c:v>14:21</c:v>
                </c:pt>
                <c:pt idx="168">
                  <c:v>14:24</c:v>
                </c:pt>
                <c:pt idx="169">
                  <c:v>14:27</c:v>
                </c:pt>
                <c:pt idx="170">
                  <c:v>14:30</c:v>
                </c:pt>
                <c:pt idx="171">
                  <c:v>14:33</c:v>
                </c:pt>
                <c:pt idx="172">
                  <c:v>14:36</c:v>
                </c:pt>
                <c:pt idx="173">
                  <c:v>14:39</c:v>
                </c:pt>
                <c:pt idx="174">
                  <c:v>14:42</c:v>
                </c:pt>
                <c:pt idx="175">
                  <c:v>14:45</c:v>
                </c:pt>
                <c:pt idx="176">
                  <c:v>14:48</c:v>
                </c:pt>
                <c:pt idx="177">
                  <c:v>14:51</c:v>
                </c:pt>
                <c:pt idx="178">
                  <c:v>14:54</c:v>
                </c:pt>
                <c:pt idx="179">
                  <c:v>14:57</c:v>
                </c:pt>
                <c:pt idx="180">
                  <c:v>15:00</c:v>
                </c:pt>
                <c:pt idx="181">
                  <c:v>15:03</c:v>
                </c:pt>
                <c:pt idx="182">
                  <c:v>15:06</c:v>
                </c:pt>
                <c:pt idx="183">
                  <c:v>15:09</c:v>
                </c:pt>
                <c:pt idx="184">
                  <c:v>15:12</c:v>
                </c:pt>
                <c:pt idx="185">
                  <c:v>15:15</c:v>
                </c:pt>
                <c:pt idx="186">
                  <c:v>15:18</c:v>
                </c:pt>
                <c:pt idx="187">
                  <c:v>15:21</c:v>
                </c:pt>
                <c:pt idx="188">
                  <c:v>15:24</c:v>
                </c:pt>
                <c:pt idx="189">
                  <c:v>15:27</c:v>
                </c:pt>
                <c:pt idx="190">
                  <c:v>15:30</c:v>
                </c:pt>
                <c:pt idx="191">
                  <c:v>15:33</c:v>
                </c:pt>
                <c:pt idx="192">
                  <c:v>15:36</c:v>
                </c:pt>
                <c:pt idx="193">
                  <c:v>15:39</c:v>
                </c:pt>
                <c:pt idx="194">
                  <c:v>15:42</c:v>
                </c:pt>
                <c:pt idx="195">
                  <c:v>15:45</c:v>
                </c:pt>
                <c:pt idx="196">
                  <c:v>15:48</c:v>
                </c:pt>
                <c:pt idx="197">
                  <c:v>15:51</c:v>
                </c:pt>
                <c:pt idx="198">
                  <c:v>15:54</c:v>
                </c:pt>
                <c:pt idx="199">
                  <c:v>15:57</c:v>
                </c:pt>
                <c:pt idx="200">
                  <c:v>16:00</c:v>
                </c:pt>
                <c:pt idx="201">
                  <c:v>16:03</c:v>
                </c:pt>
                <c:pt idx="202">
                  <c:v>16:06</c:v>
                </c:pt>
                <c:pt idx="203">
                  <c:v>16:09</c:v>
                </c:pt>
                <c:pt idx="204">
                  <c:v>16:12</c:v>
                </c:pt>
                <c:pt idx="205">
                  <c:v>16:15</c:v>
                </c:pt>
                <c:pt idx="206">
                  <c:v>16:18</c:v>
                </c:pt>
                <c:pt idx="207">
                  <c:v>16:21</c:v>
                </c:pt>
                <c:pt idx="208">
                  <c:v>16:24</c:v>
                </c:pt>
                <c:pt idx="209">
                  <c:v>16:27</c:v>
                </c:pt>
                <c:pt idx="210">
                  <c:v>16:30</c:v>
                </c:pt>
                <c:pt idx="211">
                  <c:v>16:33</c:v>
                </c:pt>
                <c:pt idx="212">
                  <c:v>16:36</c:v>
                </c:pt>
                <c:pt idx="213">
                  <c:v>16:39</c:v>
                </c:pt>
                <c:pt idx="214">
                  <c:v>16:42</c:v>
                </c:pt>
                <c:pt idx="215">
                  <c:v>16:45</c:v>
                </c:pt>
                <c:pt idx="216">
                  <c:v>16:48</c:v>
                </c:pt>
                <c:pt idx="217">
                  <c:v>16:51</c:v>
                </c:pt>
                <c:pt idx="218">
                  <c:v>16:54</c:v>
                </c:pt>
                <c:pt idx="219">
                  <c:v>16:57</c:v>
                </c:pt>
                <c:pt idx="220">
                  <c:v>17:00</c:v>
                </c:pt>
                <c:pt idx="221">
                  <c:v>17:03</c:v>
                </c:pt>
                <c:pt idx="222">
                  <c:v>17:06</c:v>
                </c:pt>
                <c:pt idx="223">
                  <c:v>17:09</c:v>
                </c:pt>
                <c:pt idx="224">
                  <c:v>17:12</c:v>
                </c:pt>
                <c:pt idx="225">
                  <c:v>17:15</c:v>
                </c:pt>
                <c:pt idx="226">
                  <c:v>17:18</c:v>
                </c:pt>
                <c:pt idx="227">
                  <c:v>17:21</c:v>
                </c:pt>
                <c:pt idx="228">
                  <c:v>17:24</c:v>
                </c:pt>
                <c:pt idx="229">
                  <c:v>17:27</c:v>
                </c:pt>
                <c:pt idx="230">
                  <c:v>17:30</c:v>
                </c:pt>
                <c:pt idx="231">
                  <c:v>17:33</c:v>
                </c:pt>
                <c:pt idx="232">
                  <c:v>17:36</c:v>
                </c:pt>
                <c:pt idx="233">
                  <c:v>17:39</c:v>
                </c:pt>
                <c:pt idx="234">
                  <c:v>17:42</c:v>
                </c:pt>
                <c:pt idx="235">
                  <c:v>17:45</c:v>
                </c:pt>
                <c:pt idx="236">
                  <c:v>17:48</c:v>
                </c:pt>
                <c:pt idx="237">
                  <c:v>17:51</c:v>
                </c:pt>
                <c:pt idx="238">
                  <c:v>17:54</c:v>
                </c:pt>
                <c:pt idx="239">
                  <c:v>17:57</c:v>
                </c:pt>
                <c:pt idx="240">
                  <c:v>18:00</c:v>
                </c:pt>
                <c:pt idx="241">
                  <c:v>18:03</c:v>
                </c:pt>
                <c:pt idx="242">
                  <c:v>18:06</c:v>
                </c:pt>
                <c:pt idx="243">
                  <c:v>18:09</c:v>
                </c:pt>
                <c:pt idx="244">
                  <c:v>18:12</c:v>
                </c:pt>
                <c:pt idx="245">
                  <c:v>18:15</c:v>
                </c:pt>
                <c:pt idx="246">
                  <c:v>18:18</c:v>
                </c:pt>
                <c:pt idx="247">
                  <c:v>18:21</c:v>
                </c:pt>
                <c:pt idx="248">
                  <c:v>18:24</c:v>
                </c:pt>
                <c:pt idx="249">
                  <c:v>18:27</c:v>
                </c:pt>
                <c:pt idx="250">
                  <c:v>18:30</c:v>
                </c:pt>
                <c:pt idx="251">
                  <c:v>18:33</c:v>
                </c:pt>
                <c:pt idx="252">
                  <c:v>18:36</c:v>
                </c:pt>
                <c:pt idx="253">
                  <c:v>18:39</c:v>
                </c:pt>
                <c:pt idx="254">
                  <c:v>18:42</c:v>
                </c:pt>
                <c:pt idx="255">
                  <c:v>18:45</c:v>
                </c:pt>
                <c:pt idx="256">
                  <c:v>18:48</c:v>
                </c:pt>
                <c:pt idx="257">
                  <c:v>18:51</c:v>
                </c:pt>
                <c:pt idx="258">
                  <c:v>18:54</c:v>
                </c:pt>
                <c:pt idx="259">
                  <c:v>18:57</c:v>
                </c:pt>
                <c:pt idx="260">
                  <c:v>19:00</c:v>
                </c:pt>
                <c:pt idx="261">
                  <c:v>19:03</c:v>
                </c:pt>
                <c:pt idx="262">
                  <c:v>19:06</c:v>
                </c:pt>
                <c:pt idx="263">
                  <c:v>19:09</c:v>
                </c:pt>
                <c:pt idx="264">
                  <c:v>19:12</c:v>
                </c:pt>
                <c:pt idx="265">
                  <c:v>19:15</c:v>
                </c:pt>
                <c:pt idx="266">
                  <c:v>19:18</c:v>
                </c:pt>
                <c:pt idx="267">
                  <c:v>19:21</c:v>
                </c:pt>
                <c:pt idx="268">
                  <c:v>19:24</c:v>
                </c:pt>
                <c:pt idx="269">
                  <c:v>19:27</c:v>
                </c:pt>
                <c:pt idx="270">
                  <c:v>19:30</c:v>
                </c:pt>
                <c:pt idx="271">
                  <c:v>19:33</c:v>
                </c:pt>
                <c:pt idx="272">
                  <c:v>19:36</c:v>
                </c:pt>
                <c:pt idx="273">
                  <c:v>19:39</c:v>
                </c:pt>
                <c:pt idx="274">
                  <c:v>19:42</c:v>
                </c:pt>
                <c:pt idx="275">
                  <c:v>19:45</c:v>
                </c:pt>
                <c:pt idx="276">
                  <c:v>19:48</c:v>
                </c:pt>
                <c:pt idx="277">
                  <c:v>19:51</c:v>
                </c:pt>
                <c:pt idx="278">
                  <c:v>19:54</c:v>
                </c:pt>
                <c:pt idx="279">
                  <c:v>19:57</c:v>
                </c:pt>
                <c:pt idx="280">
                  <c:v>20:00</c:v>
                </c:pt>
                <c:pt idx="281">
                  <c:v>20:03</c:v>
                </c:pt>
                <c:pt idx="282">
                  <c:v>20:06</c:v>
                </c:pt>
                <c:pt idx="283">
                  <c:v>20:09</c:v>
                </c:pt>
                <c:pt idx="284">
                  <c:v>20:12</c:v>
                </c:pt>
                <c:pt idx="285">
                  <c:v>20:15</c:v>
                </c:pt>
                <c:pt idx="286">
                  <c:v>20:18</c:v>
                </c:pt>
                <c:pt idx="287">
                  <c:v>20:21</c:v>
                </c:pt>
                <c:pt idx="288">
                  <c:v>20:24</c:v>
                </c:pt>
                <c:pt idx="289">
                  <c:v>20:27</c:v>
                </c:pt>
                <c:pt idx="290">
                  <c:v>20:30</c:v>
                </c:pt>
                <c:pt idx="291">
                  <c:v>20:33</c:v>
                </c:pt>
                <c:pt idx="292">
                  <c:v>20:36</c:v>
                </c:pt>
                <c:pt idx="293">
                  <c:v>20:39</c:v>
                </c:pt>
                <c:pt idx="294">
                  <c:v>20:42</c:v>
                </c:pt>
                <c:pt idx="295">
                  <c:v>20:45</c:v>
                </c:pt>
                <c:pt idx="296">
                  <c:v>20:48</c:v>
                </c:pt>
                <c:pt idx="297">
                  <c:v>20:51</c:v>
                </c:pt>
                <c:pt idx="298">
                  <c:v>20:54</c:v>
                </c:pt>
                <c:pt idx="299">
                  <c:v>20:57</c:v>
                </c:pt>
                <c:pt idx="300">
                  <c:v>21:00</c:v>
                </c:pt>
                <c:pt idx="301">
                  <c:v>21:03</c:v>
                </c:pt>
                <c:pt idx="302">
                  <c:v>21:06</c:v>
                </c:pt>
                <c:pt idx="303">
                  <c:v>21:09</c:v>
                </c:pt>
                <c:pt idx="304">
                  <c:v>21:12</c:v>
                </c:pt>
                <c:pt idx="305">
                  <c:v>21:15</c:v>
                </c:pt>
                <c:pt idx="306">
                  <c:v>21:18</c:v>
                </c:pt>
                <c:pt idx="307">
                  <c:v>21:21</c:v>
                </c:pt>
                <c:pt idx="308">
                  <c:v>21:24</c:v>
                </c:pt>
                <c:pt idx="309">
                  <c:v>21:27</c:v>
                </c:pt>
                <c:pt idx="310">
                  <c:v>21:30</c:v>
                </c:pt>
                <c:pt idx="311">
                  <c:v>21:33</c:v>
                </c:pt>
                <c:pt idx="312">
                  <c:v>21:36</c:v>
                </c:pt>
                <c:pt idx="313">
                  <c:v>21:39</c:v>
                </c:pt>
                <c:pt idx="314">
                  <c:v>21:42</c:v>
                </c:pt>
                <c:pt idx="315">
                  <c:v>21:45</c:v>
                </c:pt>
                <c:pt idx="316">
                  <c:v>21:48</c:v>
                </c:pt>
                <c:pt idx="317">
                  <c:v>21:51</c:v>
                </c:pt>
                <c:pt idx="318">
                  <c:v>21:54</c:v>
                </c:pt>
                <c:pt idx="319">
                  <c:v>21:57</c:v>
                </c:pt>
                <c:pt idx="320">
                  <c:v>22:00</c:v>
                </c:pt>
                <c:pt idx="321">
                  <c:v>22:03</c:v>
                </c:pt>
                <c:pt idx="322">
                  <c:v>22:06</c:v>
                </c:pt>
                <c:pt idx="323">
                  <c:v>22:09</c:v>
                </c:pt>
                <c:pt idx="324">
                  <c:v>22:12</c:v>
                </c:pt>
                <c:pt idx="325">
                  <c:v>22:15</c:v>
                </c:pt>
                <c:pt idx="326">
                  <c:v>22:18</c:v>
                </c:pt>
                <c:pt idx="327">
                  <c:v>22:21</c:v>
                </c:pt>
                <c:pt idx="328">
                  <c:v>22:24</c:v>
                </c:pt>
                <c:pt idx="329">
                  <c:v>22:27</c:v>
                </c:pt>
                <c:pt idx="330">
                  <c:v>22:30</c:v>
                </c:pt>
                <c:pt idx="331">
                  <c:v>22:33</c:v>
                </c:pt>
                <c:pt idx="332">
                  <c:v>22:36</c:v>
                </c:pt>
                <c:pt idx="333">
                  <c:v>22:39</c:v>
                </c:pt>
                <c:pt idx="334">
                  <c:v>22:42</c:v>
                </c:pt>
                <c:pt idx="335">
                  <c:v>22:45</c:v>
                </c:pt>
                <c:pt idx="336">
                  <c:v>22:48</c:v>
                </c:pt>
                <c:pt idx="337">
                  <c:v>22:51</c:v>
                </c:pt>
                <c:pt idx="338">
                  <c:v>22:54</c:v>
                </c:pt>
                <c:pt idx="339">
                  <c:v>22:57</c:v>
                </c:pt>
                <c:pt idx="340">
                  <c:v>23:00</c:v>
                </c:pt>
                <c:pt idx="341">
                  <c:v>23:03</c:v>
                </c:pt>
                <c:pt idx="342">
                  <c:v>23:06</c:v>
                </c:pt>
                <c:pt idx="343">
                  <c:v>23:09</c:v>
                </c:pt>
                <c:pt idx="344">
                  <c:v>23:12</c:v>
                </c:pt>
                <c:pt idx="345">
                  <c:v>23:15</c:v>
                </c:pt>
                <c:pt idx="346">
                  <c:v>23:18</c:v>
                </c:pt>
                <c:pt idx="347">
                  <c:v>23:21</c:v>
                </c:pt>
                <c:pt idx="348">
                  <c:v>23:24</c:v>
                </c:pt>
                <c:pt idx="349">
                  <c:v>23:27</c:v>
                </c:pt>
                <c:pt idx="350">
                  <c:v>23:30</c:v>
                </c:pt>
                <c:pt idx="351">
                  <c:v>23:33</c:v>
                </c:pt>
                <c:pt idx="352">
                  <c:v>23:36</c:v>
                </c:pt>
                <c:pt idx="353">
                  <c:v>23:39</c:v>
                </c:pt>
                <c:pt idx="354">
                  <c:v>23:42</c:v>
                </c:pt>
                <c:pt idx="355">
                  <c:v>23:45</c:v>
                </c:pt>
                <c:pt idx="356">
                  <c:v>23:48</c:v>
                </c:pt>
                <c:pt idx="357">
                  <c:v>23:51</c:v>
                </c:pt>
                <c:pt idx="358">
                  <c:v>23:54</c:v>
                </c:pt>
                <c:pt idx="359">
                  <c:v>23:57</c:v>
                </c:pt>
              </c:strCache>
            </c:strRef>
          </c:cat>
          <c:val>
            <c:numRef>
              <c:f>Sheet1!$B$2:$B$361</c:f>
              <c:numCache>
                <c:formatCode>General</c:formatCode>
                <c:ptCount val="360"/>
                <c:pt idx="0">
                  <c:v>0.001</c:v>
                </c:pt>
                <c:pt idx="1">
                  <c:v>0.001</c:v>
                </c:pt>
                <c:pt idx="2">
                  <c:v>0.001</c:v>
                </c:pt>
                <c:pt idx="3">
                  <c:v>0.001</c:v>
                </c:pt>
                <c:pt idx="4">
                  <c:v>0.001</c:v>
                </c:pt>
                <c:pt idx="5">
                  <c:v>0.002</c:v>
                </c:pt>
                <c:pt idx="6">
                  <c:v>0.002</c:v>
                </c:pt>
                <c:pt idx="7">
                  <c:v>0.002</c:v>
                </c:pt>
                <c:pt idx="8">
                  <c:v>0.002</c:v>
                </c:pt>
                <c:pt idx="9">
                  <c:v>0.002</c:v>
                </c:pt>
                <c:pt idx="10">
                  <c:v>0.003</c:v>
                </c:pt>
                <c:pt idx="11">
                  <c:v>0.004</c:v>
                </c:pt>
                <c:pt idx="12">
                  <c:v>0.003</c:v>
                </c:pt>
                <c:pt idx="13">
                  <c:v>0.003</c:v>
                </c:pt>
                <c:pt idx="14">
                  <c:v>0.003</c:v>
                </c:pt>
                <c:pt idx="15">
                  <c:v>0.004</c:v>
                </c:pt>
                <c:pt idx="16">
                  <c:v>0.003</c:v>
                </c:pt>
                <c:pt idx="17">
                  <c:v>0.003</c:v>
                </c:pt>
                <c:pt idx="18">
                  <c:v>0.003</c:v>
                </c:pt>
                <c:pt idx="19">
                  <c:v>0.004</c:v>
                </c:pt>
                <c:pt idx="20">
                  <c:v>0.006</c:v>
                </c:pt>
                <c:pt idx="21">
                  <c:v>0.005</c:v>
                </c:pt>
                <c:pt idx="22">
                  <c:v>0.005</c:v>
                </c:pt>
                <c:pt idx="23">
                  <c:v>0.005</c:v>
                </c:pt>
                <c:pt idx="24">
                  <c:v>0.005</c:v>
                </c:pt>
                <c:pt idx="25">
                  <c:v>0.007</c:v>
                </c:pt>
                <c:pt idx="26">
                  <c:v>0.007</c:v>
                </c:pt>
                <c:pt idx="27">
                  <c:v>0.007</c:v>
                </c:pt>
                <c:pt idx="28">
                  <c:v>0.009</c:v>
                </c:pt>
                <c:pt idx="29">
                  <c:v>0.008</c:v>
                </c:pt>
                <c:pt idx="30">
                  <c:v>0.008</c:v>
                </c:pt>
                <c:pt idx="31">
                  <c:v>0.009</c:v>
                </c:pt>
                <c:pt idx="32">
                  <c:v>0.009</c:v>
                </c:pt>
                <c:pt idx="33">
                  <c:v>0.009</c:v>
                </c:pt>
                <c:pt idx="34">
                  <c:v>0.01</c:v>
                </c:pt>
                <c:pt idx="35">
                  <c:v>0.01</c:v>
                </c:pt>
                <c:pt idx="36">
                  <c:v>0.012</c:v>
                </c:pt>
                <c:pt idx="37">
                  <c:v>0.012</c:v>
                </c:pt>
                <c:pt idx="38">
                  <c:v>0.012</c:v>
                </c:pt>
                <c:pt idx="39">
                  <c:v>0.014</c:v>
                </c:pt>
                <c:pt idx="40">
                  <c:v>0.013</c:v>
                </c:pt>
                <c:pt idx="41">
                  <c:v>0.016</c:v>
                </c:pt>
                <c:pt idx="42">
                  <c:v>0.018</c:v>
                </c:pt>
                <c:pt idx="43">
                  <c:v>0.018</c:v>
                </c:pt>
                <c:pt idx="44">
                  <c:v>0.02</c:v>
                </c:pt>
                <c:pt idx="45">
                  <c:v>0.02</c:v>
                </c:pt>
                <c:pt idx="46">
                  <c:v>0.019</c:v>
                </c:pt>
                <c:pt idx="47">
                  <c:v>0.02</c:v>
                </c:pt>
                <c:pt idx="48">
                  <c:v>0.022</c:v>
                </c:pt>
                <c:pt idx="49">
                  <c:v>0.019</c:v>
                </c:pt>
                <c:pt idx="50">
                  <c:v>0.016</c:v>
                </c:pt>
                <c:pt idx="51">
                  <c:v>0.019</c:v>
                </c:pt>
                <c:pt idx="52">
                  <c:v>0.017</c:v>
                </c:pt>
                <c:pt idx="53">
                  <c:v>0.016</c:v>
                </c:pt>
                <c:pt idx="54">
                  <c:v>0.015</c:v>
                </c:pt>
                <c:pt idx="55">
                  <c:v>0.015</c:v>
                </c:pt>
                <c:pt idx="56">
                  <c:v>0.015</c:v>
                </c:pt>
                <c:pt idx="57">
                  <c:v>0.014</c:v>
                </c:pt>
                <c:pt idx="58">
                  <c:v>0.015</c:v>
                </c:pt>
                <c:pt idx="59">
                  <c:v>0.014</c:v>
                </c:pt>
                <c:pt idx="60">
                  <c:v>0.015</c:v>
                </c:pt>
                <c:pt idx="61">
                  <c:v>0.016</c:v>
                </c:pt>
                <c:pt idx="62">
                  <c:v>0.018</c:v>
                </c:pt>
                <c:pt idx="63">
                  <c:v>0.019</c:v>
                </c:pt>
                <c:pt idx="64">
                  <c:v>0.017</c:v>
                </c:pt>
                <c:pt idx="65">
                  <c:v>0.018</c:v>
                </c:pt>
                <c:pt idx="66">
                  <c:v>0.018</c:v>
                </c:pt>
                <c:pt idx="67">
                  <c:v>0.02</c:v>
                </c:pt>
                <c:pt idx="68">
                  <c:v>0.023</c:v>
                </c:pt>
                <c:pt idx="69">
                  <c:v>0.023</c:v>
                </c:pt>
                <c:pt idx="70">
                  <c:v>0.023</c:v>
                </c:pt>
                <c:pt idx="71">
                  <c:v>0.025</c:v>
                </c:pt>
                <c:pt idx="72">
                  <c:v>0.024</c:v>
                </c:pt>
                <c:pt idx="73">
                  <c:v>0.025</c:v>
                </c:pt>
                <c:pt idx="74">
                  <c:v>0.025</c:v>
                </c:pt>
                <c:pt idx="75">
                  <c:v>0.025</c:v>
                </c:pt>
                <c:pt idx="76">
                  <c:v>0.026</c:v>
                </c:pt>
                <c:pt idx="77">
                  <c:v>0.026</c:v>
                </c:pt>
                <c:pt idx="78">
                  <c:v>0.025</c:v>
                </c:pt>
                <c:pt idx="79">
                  <c:v>0.027</c:v>
                </c:pt>
                <c:pt idx="80">
                  <c:v>0.03</c:v>
                </c:pt>
                <c:pt idx="81">
                  <c:v>0.031</c:v>
                </c:pt>
                <c:pt idx="82">
                  <c:v>0.032</c:v>
                </c:pt>
                <c:pt idx="83">
                  <c:v>0.035</c:v>
                </c:pt>
                <c:pt idx="84">
                  <c:v>0.034</c:v>
                </c:pt>
                <c:pt idx="85">
                  <c:v>0.033</c:v>
                </c:pt>
                <c:pt idx="86">
                  <c:v>0.031</c:v>
                </c:pt>
                <c:pt idx="87">
                  <c:v>0.026</c:v>
                </c:pt>
                <c:pt idx="88">
                  <c:v>0.026</c:v>
                </c:pt>
                <c:pt idx="89">
                  <c:v>0.031</c:v>
                </c:pt>
                <c:pt idx="90">
                  <c:v>0.033</c:v>
                </c:pt>
                <c:pt idx="91">
                  <c:v>0.034</c:v>
                </c:pt>
                <c:pt idx="92">
                  <c:v>0.037</c:v>
                </c:pt>
                <c:pt idx="93">
                  <c:v>0.037</c:v>
                </c:pt>
                <c:pt idx="94">
                  <c:v>0.041</c:v>
                </c:pt>
                <c:pt idx="95">
                  <c:v>0.044</c:v>
                </c:pt>
                <c:pt idx="96">
                  <c:v>0.046</c:v>
                </c:pt>
                <c:pt idx="97">
                  <c:v>0.049</c:v>
                </c:pt>
                <c:pt idx="98">
                  <c:v>0.054</c:v>
                </c:pt>
                <c:pt idx="99">
                  <c:v>0.055</c:v>
                </c:pt>
                <c:pt idx="100">
                  <c:v>0.055</c:v>
                </c:pt>
                <c:pt idx="101">
                  <c:v>0.054</c:v>
                </c:pt>
                <c:pt idx="102">
                  <c:v>0.052</c:v>
                </c:pt>
                <c:pt idx="103">
                  <c:v>0.049</c:v>
                </c:pt>
                <c:pt idx="104">
                  <c:v>0.05</c:v>
                </c:pt>
                <c:pt idx="105">
                  <c:v>0.054</c:v>
                </c:pt>
                <c:pt idx="106">
                  <c:v>0.057</c:v>
                </c:pt>
                <c:pt idx="107">
                  <c:v>0.059</c:v>
                </c:pt>
                <c:pt idx="108">
                  <c:v>0.059</c:v>
                </c:pt>
                <c:pt idx="109">
                  <c:v>0.059</c:v>
                </c:pt>
                <c:pt idx="110">
                  <c:v>0.061</c:v>
                </c:pt>
                <c:pt idx="111">
                  <c:v>0.061</c:v>
                </c:pt>
                <c:pt idx="112">
                  <c:v>0.063</c:v>
                </c:pt>
                <c:pt idx="113">
                  <c:v>0.065</c:v>
                </c:pt>
                <c:pt idx="114">
                  <c:v>0.068</c:v>
                </c:pt>
                <c:pt idx="115">
                  <c:v>0.071</c:v>
                </c:pt>
                <c:pt idx="116">
                  <c:v>0.071</c:v>
                </c:pt>
                <c:pt idx="117">
                  <c:v>0.068</c:v>
                </c:pt>
                <c:pt idx="118">
                  <c:v>0.061</c:v>
                </c:pt>
                <c:pt idx="119">
                  <c:v>0.035</c:v>
                </c:pt>
                <c:pt idx="120">
                  <c:v>0.037</c:v>
                </c:pt>
                <c:pt idx="121">
                  <c:v>0.035</c:v>
                </c:pt>
                <c:pt idx="122">
                  <c:v>0.033</c:v>
                </c:pt>
                <c:pt idx="123">
                  <c:v>0.034</c:v>
                </c:pt>
                <c:pt idx="124">
                  <c:v>0.03</c:v>
                </c:pt>
                <c:pt idx="125">
                  <c:v>0.03</c:v>
                </c:pt>
                <c:pt idx="126">
                  <c:v>0.03</c:v>
                </c:pt>
                <c:pt idx="127">
                  <c:v>0.029</c:v>
                </c:pt>
                <c:pt idx="128">
                  <c:v>0.03</c:v>
                </c:pt>
                <c:pt idx="129">
                  <c:v>0.027</c:v>
                </c:pt>
                <c:pt idx="130">
                  <c:v>0.024</c:v>
                </c:pt>
                <c:pt idx="131">
                  <c:v>0.027</c:v>
                </c:pt>
                <c:pt idx="132">
                  <c:v>0.03</c:v>
                </c:pt>
                <c:pt idx="133">
                  <c:v>0.033</c:v>
                </c:pt>
                <c:pt idx="134">
                  <c:v>0.031</c:v>
                </c:pt>
                <c:pt idx="135">
                  <c:v>0.03</c:v>
                </c:pt>
                <c:pt idx="136">
                  <c:v>0.031</c:v>
                </c:pt>
                <c:pt idx="137">
                  <c:v>0.033</c:v>
                </c:pt>
                <c:pt idx="138">
                  <c:v>0.035</c:v>
                </c:pt>
                <c:pt idx="139">
                  <c:v>0.034</c:v>
                </c:pt>
                <c:pt idx="140">
                  <c:v>0.033</c:v>
                </c:pt>
                <c:pt idx="141">
                  <c:v>0.034</c:v>
                </c:pt>
                <c:pt idx="142">
                  <c:v>0.031</c:v>
                </c:pt>
                <c:pt idx="143">
                  <c:v>0.03</c:v>
                </c:pt>
                <c:pt idx="144">
                  <c:v>0.029</c:v>
                </c:pt>
                <c:pt idx="145">
                  <c:v>0.032</c:v>
                </c:pt>
                <c:pt idx="146">
                  <c:v>0.032</c:v>
                </c:pt>
                <c:pt idx="147">
                  <c:v>0.032</c:v>
                </c:pt>
                <c:pt idx="148">
                  <c:v>0.03</c:v>
                </c:pt>
                <c:pt idx="149">
                  <c:v>0.031</c:v>
                </c:pt>
                <c:pt idx="150">
                  <c:v>0.03</c:v>
                </c:pt>
                <c:pt idx="151">
                  <c:v>0.03</c:v>
                </c:pt>
                <c:pt idx="152">
                  <c:v>0.028</c:v>
                </c:pt>
                <c:pt idx="153">
                  <c:v>0.028</c:v>
                </c:pt>
                <c:pt idx="154">
                  <c:v>0.031</c:v>
                </c:pt>
                <c:pt idx="155">
                  <c:v>0.032</c:v>
                </c:pt>
                <c:pt idx="156">
                  <c:v>0.029</c:v>
                </c:pt>
                <c:pt idx="157">
                  <c:v>0.034</c:v>
                </c:pt>
                <c:pt idx="158">
                  <c:v>0.041</c:v>
                </c:pt>
                <c:pt idx="159">
                  <c:v>0.044</c:v>
                </c:pt>
                <c:pt idx="160">
                  <c:v>0.044</c:v>
                </c:pt>
                <c:pt idx="161">
                  <c:v>0.045</c:v>
                </c:pt>
                <c:pt idx="162">
                  <c:v>0.046</c:v>
                </c:pt>
                <c:pt idx="163">
                  <c:v>0.048</c:v>
                </c:pt>
                <c:pt idx="164">
                  <c:v>0.051</c:v>
                </c:pt>
                <c:pt idx="165">
                  <c:v>0.049</c:v>
                </c:pt>
                <c:pt idx="166">
                  <c:v>0.052</c:v>
                </c:pt>
                <c:pt idx="167">
                  <c:v>0.048</c:v>
                </c:pt>
                <c:pt idx="168">
                  <c:v>0.042</c:v>
                </c:pt>
                <c:pt idx="169">
                  <c:v>0.041</c:v>
                </c:pt>
                <c:pt idx="170">
                  <c:v>0.047</c:v>
                </c:pt>
                <c:pt idx="171">
                  <c:v>0.045</c:v>
                </c:pt>
                <c:pt idx="172">
                  <c:v>0.047</c:v>
                </c:pt>
                <c:pt idx="173">
                  <c:v>0.047</c:v>
                </c:pt>
                <c:pt idx="174">
                  <c:v>0.047</c:v>
                </c:pt>
                <c:pt idx="175">
                  <c:v>0.052</c:v>
                </c:pt>
                <c:pt idx="176">
                  <c:v>0.052</c:v>
                </c:pt>
                <c:pt idx="177">
                  <c:v>0.057</c:v>
                </c:pt>
                <c:pt idx="178">
                  <c:v>0.053</c:v>
                </c:pt>
                <c:pt idx="179">
                  <c:v>0.054</c:v>
                </c:pt>
                <c:pt idx="180">
                  <c:v>0.053</c:v>
                </c:pt>
                <c:pt idx="181">
                  <c:v>0.053</c:v>
                </c:pt>
                <c:pt idx="182">
                  <c:v>0.055</c:v>
                </c:pt>
                <c:pt idx="183">
                  <c:v>0.055</c:v>
                </c:pt>
                <c:pt idx="184">
                  <c:v>0.052</c:v>
                </c:pt>
                <c:pt idx="185">
                  <c:v>0.049</c:v>
                </c:pt>
                <c:pt idx="186">
                  <c:v>0.047</c:v>
                </c:pt>
                <c:pt idx="187">
                  <c:v>0.048</c:v>
                </c:pt>
                <c:pt idx="188">
                  <c:v>0.046</c:v>
                </c:pt>
                <c:pt idx="189">
                  <c:v>0.048</c:v>
                </c:pt>
                <c:pt idx="190">
                  <c:v>0.052</c:v>
                </c:pt>
                <c:pt idx="191">
                  <c:v>0.054</c:v>
                </c:pt>
                <c:pt idx="192">
                  <c:v>0.054</c:v>
                </c:pt>
                <c:pt idx="193">
                  <c:v>0.06</c:v>
                </c:pt>
                <c:pt idx="194">
                  <c:v>0.059</c:v>
                </c:pt>
                <c:pt idx="195">
                  <c:v>0.063</c:v>
                </c:pt>
                <c:pt idx="196">
                  <c:v>0.063</c:v>
                </c:pt>
                <c:pt idx="197">
                  <c:v>0.061</c:v>
                </c:pt>
                <c:pt idx="198">
                  <c:v>0.063</c:v>
                </c:pt>
                <c:pt idx="199">
                  <c:v>0.062</c:v>
                </c:pt>
                <c:pt idx="200">
                  <c:v>0.066</c:v>
                </c:pt>
                <c:pt idx="201">
                  <c:v>0.064</c:v>
                </c:pt>
                <c:pt idx="202">
                  <c:v>0.06</c:v>
                </c:pt>
                <c:pt idx="203">
                  <c:v>0.058</c:v>
                </c:pt>
                <c:pt idx="204">
                  <c:v>0.056</c:v>
                </c:pt>
                <c:pt idx="205">
                  <c:v>0.055</c:v>
                </c:pt>
                <c:pt idx="206">
                  <c:v>0.056</c:v>
                </c:pt>
                <c:pt idx="207">
                  <c:v>0.056</c:v>
                </c:pt>
                <c:pt idx="208">
                  <c:v>0.061</c:v>
                </c:pt>
                <c:pt idx="209">
                  <c:v>0.063</c:v>
                </c:pt>
                <c:pt idx="210">
                  <c:v>0.065</c:v>
                </c:pt>
                <c:pt idx="211">
                  <c:v>0.068</c:v>
                </c:pt>
                <c:pt idx="212">
                  <c:v>0.068</c:v>
                </c:pt>
                <c:pt idx="213">
                  <c:v>0.074</c:v>
                </c:pt>
                <c:pt idx="214">
                  <c:v>0.073</c:v>
                </c:pt>
                <c:pt idx="215">
                  <c:v>0.078</c:v>
                </c:pt>
                <c:pt idx="216">
                  <c:v>0.078</c:v>
                </c:pt>
                <c:pt idx="217">
                  <c:v>0.079</c:v>
                </c:pt>
                <c:pt idx="218">
                  <c:v>0.075</c:v>
                </c:pt>
                <c:pt idx="219">
                  <c:v>0.07</c:v>
                </c:pt>
                <c:pt idx="220">
                  <c:v>0.066</c:v>
                </c:pt>
                <c:pt idx="221">
                  <c:v>0.052</c:v>
                </c:pt>
                <c:pt idx="222">
                  <c:v>0.049</c:v>
                </c:pt>
                <c:pt idx="223">
                  <c:v>0.047</c:v>
                </c:pt>
                <c:pt idx="224">
                  <c:v>0.051</c:v>
                </c:pt>
                <c:pt idx="225">
                  <c:v>0.05</c:v>
                </c:pt>
                <c:pt idx="226">
                  <c:v>0.049</c:v>
                </c:pt>
                <c:pt idx="227">
                  <c:v>0.05</c:v>
                </c:pt>
                <c:pt idx="228">
                  <c:v>0.049</c:v>
                </c:pt>
                <c:pt idx="229">
                  <c:v>0.05</c:v>
                </c:pt>
                <c:pt idx="230">
                  <c:v>0.05</c:v>
                </c:pt>
                <c:pt idx="231">
                  <c:v>0.045</c:v>
                </c:pt>
                <c:pt idx="232">
                  <c:v>0.047</c:v>
                </c:pt>
                <c:pt idx="233">
                  <c:v>0.051</c:v>
                </c:pt>
                <c:pt idx="234">
                  <c:v>0.055</c:v>
                </c:pt>
                <c:pt idx="235">
                  <c:v>0.055</c:v>
                </c:pt>
                <c:pt idx="236">
                  <c:v>0.054</c:v>
                </c:pt>
                <c:pt idx="237">
                  <c:v>0.058</c:v>
                </c:pt>
                <c:pt idx="238">
                  <c:v>0.063</c:v>
                </c:pt>
                <c:pt idx="239">
                  <c:v>0.064</c:v>
                </c:pt>
                <c:pt idx="240">
                  <c:v>0.058</c:v>
                </c:pt>
                <c:pt idx="241">
                  <c:v>0.056</c:v>
                </c:pt>
                <c:pt idx="242">
                  <c:v>0.059</c:v>
                </c:pt>
                <c:pt idx="243">
                  <c:v>0.065</c:v>
                </c:pt>
                <c:pt idx="244">
                  <c:v>0.073</c:v>
                </c:pt>
                <c:pt idx="245">
                  <c:v>0.075</c:v>
                </c:pt>
                <c:pt idx="246">
                  <c:v>0.084</c:v>
                </c:pt>
                <c:pt idx="247">
                  <c:v>0.086</c:v>
                </c:pt>
                <c:pt idx="248">
                  <c:v>0.096</c:v>
                </c:pt>
                <c:pt idx="249">
                  <c:v>0.104</c:v>
                </c:pt>
                <c:pt idx="250">
                  <c:v>0.094</c:v>
                </c:pt>
                <c:pt idx="251">
                  <c:v>0.101</c:v>
                </c:pt>
                <c:pt idx="252">
                  <c:v>0.105</c:v>
                </c:pt>
                <c:pt idx="253">
                  <c:v>0.123</c:v>
                </c:pt>
                <c:pt idx="254">
                  <c:v>0.144</c:v>
                </c:pt>
                <c:pt idx="255">
                  <c:v>0.159</c:v>
                </c:pt>
                <c:pt idx="256">
                  <c:v>0.175</c:v>
                </c:pt>
                <c:pt idx="257">
                  <c:v>0.19</c:v>
                </c:pt>
                <c:pt idx="258">
                  <c:v>0.192</c:v>
                </c:pt>
                <c:pt idx="259">
                  <c:v>0.208</c:v>
                </c:pt>
                <c:pt idx="260">
                  <c:v>0.229</c:v>
                </c:pt>
                <c:pt idx="261">
                  <c:v>0.237</c:v>
                </c:pt>
                <c:pt idx="262">
                  <c:v>0.246</c:v>
                </c:pt>
                <c:pt idx="263">
                  <c:v>0.26</c:v>
                </c:pt>
                <c:pt idx="264">
                  <c:v>0.278</c:v>
                </c:pt>
                <c:pt idx="265">
                  <c:v>0.291</c:v>
                </c:pt>
                <c:pt idx="266">
                  <c:v>0.303</c:v>
                </c:pt>
                <c:pt idx="267">
                  <c:v>0.292</c:v>
                </c:pt>
                <c:pt idx="268">
                  <c:v>0.262</c:v>
                </c:pt>
                <c:pt idx="269">
                  <c:v>0.23</c:v>
                </c:pt>
                <c:pt idx="270">
                  <c:v>0.23</c:v>
                </c:pt>
                <c:pt idx="271">
                  <c:v>0.223</c:v>
                </c:pt>
                <c:pt idx="272">
                  <c:v>0.256</c:v>
                </c:pt>
                <c:pt idx="273">
                  <c:v>0.281</c:v>
                </c:pt>
                <c:pt idx="274">
                  <c:v>0.284</c:v>
                </c:pt>
                <c:pt idx="275">
                  <c:v>0.289</c:v>
                </c:pt>
                <c:pt idx="276">
                  <c:v>0.29</c:v>
                </c:pt>
                <c:pt idx="277">
                  <c:v>0.295</c:v>
                </c:pt>
                <c:pt idx="278">
                  <c:v>0.295</c:v>
                </c:pt>
                <c:pt idx="279">
                  <c:v>0.297</c:v>
                </c:pt>
                <c:pt idx="280">
                  <c:v>0.31</c:v>
                </c:pt>
                <c:pt idx="281">
                  <c:v>0.315</c:v>
                </c:pt>
                <c:pt idx="282">
                  <c:v>0.317</c:v>
                </c:pt>
                <c:pt idx="283">
                  <c:v>0.323</c:v>
                </c:pt>
                <c:pt idx="284">
                  <c:v>0.325</c:v>
                </c:pt>
                <c:pt idx="285">
                  <c:v>0.323</c:v>
                </c:pt>
                <c:pt idx="286">
                  <c:v>0.273</c:v>
                </c:pt>
                <c:pt idx="287">
                  <c:v>0.204</c:v>
                </c:pt>
                <c:pt idx="288">
                  <c:v>0.175</c:v>
                </c:pt>
                <c:pt idx="289">
                  <c:v>0.163</c:v>
                </c:pt>
                <c:pt idx="290">
                  <c:v>0.153</c:v>
                </c:pt>
                <c:pt idx="291">
                  <c:v>0.135</c:v>
                </c:pt>
                <c:pt idx="292">
                  <c:v>0.113</c:v>
                </c:pt>
                <c:pt idx="293">
                  <c:v>0.099</c:v>
                </c:pt>
                <c:pt idx="294">
                  <c:v>0.085</c:v>
                </c:pt>
                <c:pt idx="295">
                  <c:v>0.082</c:v>
                </c:pt>
                <c:pt idx="296">
                  <c:v>0.076</c:v>
                </c:pt>
                <c:pt idx="297">
                  <c:v>0.076</c:v>
                </c:pt>
                <c:pt idx="298">
                  <c:v>0.073</c:v>
                </c:pt>
                <c:pt idx="299">
                  <c:v>0.068</c:v>
                </c:pt>
                <c:pt idx="300">
                  <c:v>0.074</c:v>
                </c:pt>
                <c:pt idx="301">
                  <c:v>0.075</c:v>
                </c:pt>
                <c:pt idx="302">
                  <c:v>0.074</c:v>
                </c:pt>
                <c:pt idx="303">
                  <c:v>0.075</c:v>
                </c:pt>
                <c:pt idx="304">
                  <c:v>0.071</c:v>
                </c:pt>
                <c:pt idx="305">
                  <c:v>0.073</c:v>
                </c:pt>
                <c:pt idx="306">
                  <c:v>0.072</c:v>
                </c:pt>
                <c:pt idx="307">
                  <c:v>0.072</c:v>
                </c:pt>
                <c:pt idx="308">
                  <c:v>0.064</c:v>
                </c:pt>
                <c:pt idx="309">
                  <c:v>0.059</c:v>
                </c:pt>
                <c:pt idx="310">
                  <c:v>0.06</c:v>
                </c:pt>
                <c:pt idx="311">
                  <c:v>0.062</c:v>
                </c:pt>
                <c:pt idx="312">
                  <c:v>0.06</c:v>
                </c:pt>
                <c:pt idx="313">
                  <c:v>0.059</c:v>
                </c:pt>
                <c:pt idx="314">
                  <c:v>0.057</c:v>
                </c:pt>
                <c:pt idx="315">
                  <c:v>0.056</c:v>
                </c:pt>
                <c:pt idx="316">
                  <c:v>0.049</c:v>
                </c:pt>
                <c:pt idx="317">
                  <c:v>0.05</c:v>
                </c:pt>
                <c:pt idx="318">
                  <c:v>0.046</c:v>
                </c:pt>
                <c:pt idx="319">
                  <c:v>0.052</c:v>
                </c:pt>
                <c:pt idx="320">
                  <c:v>0.05</c:v>
                </c:pt>
                <c:pt idx="321">
                  <c:v>0.047</c:v>
                </c:pt>
                <c:pt idx="322">
                  <c:v>0.045</c:v>
                </c:pt>
                <c:pt idx="323">
                  <c:v>0.046</c:v>
                </c:pt>
                <c:pt idx="324">
                  <c:v>0.042</c:v>
                </c:pt>
                <c:pt idx="325">
                  <c:v>0.044</c:v>
                </c:pt>
                <c:pt idx="326">
                  <c:v>0.042</c:v>
                </c:pt>
                <c:pt idx="327">
                  <c:v>0.043</c:v>
                </c:pt>
                <c:pt idx="328">
                  <c:v>0.043</c:v>
                </c:pt>
                <c:pt idx="329">
                  <c:v>0.045</c:v>
                </c:pt>
                <c:pt idx="330">
                  <c:v>0.041</c:v>
                </c:pt>
                <c:pt idx="331">
                  <c:v>0.04</c:v>
                </c:pt>
                <c:pt idx="332">
                  <c:v>0.044</c:v>
                </c:pt>
                <c:pt idx="333">
                  <c:v>0.039</c:v>
                </c:pt>
                <c:pt idx="334">
                  <c:v>0.039</c:v>
                </c:pt>
                <c:pt idx="335">
                  <c:v>0.037</c:v>
                </c:pt>
                <c:pt idx="336">
                  <c:v>0.037</c:v>
                </c:pt>
                <c:pt idx="337">
                  <c:v>0.036</c:v>
                </c:pt>
                <c:pt idx="338">
                  <c:v>0.035</c:v>
                </c:pt>
                <c:pt idx="339">
                  <c:v>0.035</c:v>
                </c:pt>
                <c:pt idx="340">
                  <c:v>0.034</c:v>
                </c:pt>
                <c:pt idx="341">
                  <c:v>0.032</c:v>
                </c:pt>
                <c:pt idx="342">
                  <c:v>0.03</c:v>
                </c:pt>
                <c:pt idx="343">
                  <c:v>0.026</c:v>
                </c:pt>
                <c:pt idx="344">
                  <c:v>0.026</c:v>
                </c:pt>
                <c:pt idx="345">
                  <c:v>0.023</c:v>
                </c:pt>
                <c:pt idx="346">
                  <c:v>0.023</c:v>
                </c:pt>
                <c:pt idx="347">
                  <c:v>0.023</c:v>
                </c:pt>
                <c:pt idx="348">
                  <c:v>0.025</c:v>
                </c:pt>
                <c:pt idx="349">
                  <c:v>0.024</c:v>
                </c:pt>
                <c:pt idx="350">
                  <c:v>0.023</c:v>
                </c:pt>
                <c:pt idx="351">
                  <c:v>0.023</c:v>
                </c:pt>
                <c:pt idx="352">
                  <c:v>0.022</c:v>
                </c:pt>
                <c:pt idx="353">
                  <c:v>0.022</c:v>
                </c:pt>
                <c:pt idx="354">
                  <c:v>0.021</c:v>
                </c:pt>
                <c:pt idx="355">
                  <c:v>0.02</c:v>
                </c:pt>
                <c:pt idx="356">
                  <c:v>0.02</c:v>
                </c:pt>
                <c:pt idx="357">
                  <c:v>0.018</c:v>
                </c:pt>
                <c:pt idx="358">
                  <c:v>0.018</c:v>
                </c:pt>
                <c:pt idx="359">
                  <c:v>0.018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1468648000"/>
        <c:axId val="-1468643104"/>
      </c:area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2月2日</c:v>
                </c:pt>
              </c:strCache>
            </c:strRef>
          </c:tx>
          <c:spPr>
            <a:ln w="19050" cap="rnd">
              <a:solidFill>
                <a:srgbClr val="FE9B1C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Sheet1!$A$2:$A$361</c:f>
              <c:strCache>
                <c:ptCount val="360"/>
                <c:pt idx="0">
                  <c:v>06:00</c:v>
                </c:pt>
                <c:pt idx="1">
                  <c:v>06:03</c:v>
                </c:pt>
                <c:pt idx="2">
                  <c:v>06:06</c:v>
                </c:pt>
                <c:pt idx="3">
                  <c:v>06:09</c:v>
                </c:pt>
                <c:pt idx="4">
                  <c:v>06:12</c:v>
                </c:pt>
                <c:pt idx="5">
                  <c:v>06:15</c:v>
                </c:pt>
                <c:pt idx="6">
                  <c:v>06:18</c:v>
                </c:pt>
                <c:pt idx="7">
                  <c:v>06:21</c:v>
                </c:pt>
                <c:pt idx="8">
                  <c:v>06:24</c:v>
                </c:pt>
                <c:pt idx="9">
                  <c:v>06:27</c:v>
                </c:pt>
                <c:pt idx="10">
                  <c:v>06:30</c:v>
                </c:pt>
                <c:pt idx="11">
                  <c:v>06:33</c:v>
                </c:pt>
                <c:pt idx="12">
                  <c:v>06:36</c:v>
                </c:pt>
                <c:pt idx="13">
                  <c:v>06:39</c:v>
                </c:pt>
                <c:pt idx="14">
                  <c:v>06:42</c:v>
                </c:pt>
                <c:pt idx="15">
                  <c:v>06:45</c:v>
                </c:pt>
                <c:pt idx="16">
                  <c:v>06:48</c:v>
                </c:pt>
                <c:pt idx="17">
                  <c:v>06:51</c:v>
                </c:pt>
                <c:pt idx="18">
                  <c:v>06:54</c:v>
                </c:pt>
                <c:pt idx="19">
                  <c:v>06:57</c:v>
                </c:pt>
                <c:pt idx="20">
                  <c:v>07:00</c:v>
                </c:pt>
                <c:pt idx="21">
                  <c:v>07:03</c:v>
                </c:pt>
                <c:pt idx="22">
                  <c:v>07:06</c:v>
                </c:pt>
                <c:pt idx="23">
                  <c:v>07:09</c:v>
                </c:pt>
                <c:pt idx="24">
                  <c:v>07:12</c:v>
                </c:pt>
                <c:pt idx="25">
                  <c:v>07:15</c:v>
                </c:pt>
                <c:pt idx="26">
                  <c:v>07:18</c:v>
                </c:pt>
                <c:pt idx="27">
                  <c:v>07:21</c:v>
                </c:pt>
                <c:pt idx="28">
                  <c:v>07:24</c:v>
                </c:pt>
                <c:pt idx="29">
                  <c:v>07:27</c:v>
                </c:pt>
                <c:pt idx="30">
                  <c:v>07:30</c:v>
                </c:pt>
                <c:pt idx="31">
                  <c:v>07:33</c:v>
                </c:pt>
                <c:pt idx="32">
                  <c:v>07:36</c:v>
                </c:pt>
                <c:pt idx="33">
                  <c:v>07:39</c:v>
                </c:pt>
                <c:pt idx="34">
                  <c:v>07:42</c:v>
                </c:pt>
                <c:pt idx="35">
                  <c:v>07:45</c:v>
                </c:pt>
                <c:pt idx="36">
                  <c:v>07:48</c:v>
                </c:pt>
                <c:pt idx="37">
                  <c:v>07:51</c:v>
                </c:pt>
                <c:pt idx="38">
                  <c:v>07:54</c:v>
                </c:pt>
                <c:pt idx="39">
                  <c:v>07:57</c:v>
                </c:pt>
                <c:pt idx="40">
                  <c:v>08:00</c:v>
                </c:pt>
                <c:pt idx="41">
                  <c:v>08:03</c:v>
                </c:pt>
                <c:pt idx="42">
                  <c:v>08:06</c:v>
                </c:pt>
                <c:pt idx="43">
                  <c:v>08:09</c:v>
                </c:pt>
                <c:pt idx="44">
                  <c:v>08:12</c:v>
                </c:pt>
                <c:pt idx="45">
                  <c:v>08:15</c:v>
                </c:pt>
                <c:pt idx="46">
                  <c:v>08:18</c:v>
                </c:pt>
                <c:pt idx="47">
                  <c:v>08:21</c:v>
                </c:pt>
                <c:pt idx="48">
                  <c:v>08:24</c:v>
                </c:pt>
                <c:pt idx="49">
                  <c:v>08:27</c:v>
                </c:pt>
                <c:pt idx="50">
                  <c:v>08:30</c:v>
                </c:pt>
                <c:pt idx="51">
                  <c:v>08:33</c:v>
                </c:pt>
                <c:pt idx="52">
                  <c:v>08:36</c:v>
                </c:pt>
                <c:pt idx="53">
                  <c:v>08:39</c:v>
                </c:pt>
                <c:pt idx="54">
                  <c:v>08:42</c:v>
                </c:pt>
                <c:pt idx="55">
                  <c:v>08:45</c:v>
                </c:pt>
                <c:pt idx="56">
                  <c:v>08:48</c:v>
                </c:pt>
                <c:pt idx="57">
                  <c:v>08:51</c:v>
                </c:pt>
                <c:pt idx="58">
                  <c:v>08:54</c:v>
                </c:pt>
                <c:pt idx="59">
                  <c:v>08:57</c:v>
                </c:pt>
                <c:pt idx="60">
                  <c:v>09:00</c:v>
                </c:pt>
                <c:pt idx="61">
                  <c:v>09:03</c:v>
                </c:pt>
                <c:pt idx="62">
                  <c:v>09:06</c:v>
                </c:pt>
                <c:pt idx="63">
                  <c:v>09:09</c:v>
                </c:pt>
                <c:pt idx="64">
                  <c:v>09:12</c:v>
                </c:pt>
                <c:pt idx="65">
                  <c:v>09:15</c:v>
                </c:pt>
                <c:pt idx="66">
                  <c:v>09:18</c:v>
                </c:pt>
                <c:pt idx="67">
                  <c:v>09:21</c:v>
                </c:pt>
                <c:pt idx="68">
                  <c:v>09:24</c:v>
                </c:pt>
                <c:pt idx="69">
                  <c:v>09:27</c:v>
                </c:pt>
                <c:pt idx="70">
                  <c:v>09:30</c:v>
                </c:pt>
                <c:pt idx="71">
                  <c:v>09:33</c:v>
                </c:pt>
                <c:pt idx="72">
                  <c:v>09:36</c:v>
                </c:pt>
                <c:pt idx="73">
                  <c:v>09:39</c:v>
                </c:pt>
                <c:pt idx="74">
                  <c:v>09:42</c:v>
                </c:pt>
                <c:pt idx="75">
                  <c:v>09:45</c:v>
                </c:pt>
                <c:pt idx="76">
                  <c:v>09:48</c:v>
                </c:pt>
                <c:pt idx="77">
                  <c:v>09:51</c:v>
                </c:pt>
                <c:pt idx="78">
                  <c:v>09:54</c:v>
                </c:pt>
                <c:pt idx="79">
                  <c:v>09:57</c:v>
                </c:pt>
                <c:pt idx="80">
                  <c:v>10:00</c:v>
                </c:pt>
                <c:pt idx="81">
                  <c:v>10:03</c:v>
                </c:pt>
                <c:pt idx="82">
                  <c:v>10:06</c:v>
                </c:pt>
                <c:pt idx="83">
                  <c:v>10:09</c:v>
                </c:pt>
                <c:pt idx="84">
                  <c:v>10:12</c:v>
                </c:pt>
                <c:pt idx="85">
                  <c:v>10:15</c:v>
                </c:pt>
                <c:pt idx="86">
                  <c:v>10:18</c:v>
                </c:pt>
                <c:pt idx="87">
                  <c:v>10:21</c:v>
                </c:pt>
                <c:pt idx="88">
                  <c:v>10:24</c:v>
                </c:pt>
                <c:pt idx="89">
                  <c:v>10:27</c:v>
                </c:pt>
                <c:pt idx="90">
                  <c:v>10:30</c:v>
                </c:pt>
                <c:pt idx="91">
                  <c:v>10:33</c:v>
                </c:pt>
                <c:pt idx="92">
                  <c:v>10:36</c:v>
                </c:pt>
                <c:pt idx="93">
                  <c:v>10:39</c:v>
                </c:pt>
                <c:pt idx="94">
                  <c:v>10:42</c:v>
                </c:pt>
                <c:pt idx="95">
                  <c:v>10:45</c:v>
                </c:pt>
                <c:pt idx="96">
                  <c:v>10:48</c:v>
                </c:pt>
                <c:pt idx="97">
                  <c:v>10:51</c:v>
                </c:pt>
                <c:pt idx="98">
                  <c:v>10:54</c:v>
                </c:pt>
                <c:pt idx="99">
                  <c:v>10:57</c:v>
                </c:pt>
                <c:pt idx="100">
                  <c:v>11:00</c:v>
                </c:pt>
                <c:pt idx="101">
                  <c:v>11:03</c:v>
                </c:pt>
                <c:pt idx="102">
                  <c:v>11:06</c:v>
                </c:pt>
                <c:pt idx="103">
                  <c:v>11:09</c:v>
                </c:pt>
                <c:pt idx="104">
                  <c:v>11:12</c:v>
                </c:pt>
                <c:pt idx="105">
                  <c:v>11:15</c:v>
                </c:pt>
                <c:pt idx="106">
                  <c:v>11:18</c:v>
                </c:pt>
                <c:pt idx="107">
                  <c:v>11:21</c:v>
                </c:pt>
                <c:pt idx="108">
                  <c:v>11:24</c:v>
                </c:pt>
                <c:pt idx="109">
                  <c:v>11:27</c:v>
                </c:pt>
                <c:pt idx="110">
                  <c:v>11:30</c:v>
                </c:pt>
                <c:pt idx="111">
                  <c:v>11:33</c:v>
                </c:pt>
                <c:pt idx="112">
                  <c:v>11:36</c:v>
                </c:pt>
                <c:pt idx="113">
                  <c:v>11:39</c:v>
                </c:pt>
                <c:pt idx="114">
                  <c:v>11:42</c:v>
                </c:pt>
                <c:pt idx="115">
                  <c:v>11:45</c:v>
                </c:pt>
                <c:pt idx="116">
                  <c:v>11:48</c:v>
                </c:pt>
                <c:pt idx="117">
                  <c:v>11:51</c:v>
                </c:pt>
                <c:pt idx="118">
                  <c:v>11:54</c:v>
                </c:pt>
                <c:pt idx="119">
                  <c:v>11:57</c:v>
                </c:pt>
                <c:pt idx="120">
                  <c:v>12:00</c:v>
                </c:pt>
                <c:pt idx="121">
                  <c:v>12:03</c:v>
                </c:pt>
                <c:pt idx="122">
                  <c:v>12:06</c:v>
                </c:pt>
                <c:pt idx="123">
                  <c:v>12:09</c:v>
                </c:pt>
                <c:pt idx="124">
                  <c:v>12:12</c:v>
                </c:pt>
                <c:pt idx="125">
                  <c:v>12:15</c:v>
                </c:pt>
                <c:pt idx="126">
                  <c:v>12:18</c:v>
                </c:pt>
                <c:pt idx="127">
                  <c:v>12:21</c:v>
                </c:pt>
                <c:pt idx="128">
                  <c:v>12:24</c:v>
                </c:pt>
                <c:pt idx="129">
                  <c:v>12:27</c:v>
                </c:pt>
                <c:pt idx="130">
                  <c:v>12:30</c:v>
                </c:pt>
                <c:pt idx="131">
                  <c:v>12:33</c:v>
                </c:pt>
                <c:pt idx="132">
                  <c:v>12:36</c:v>
                </c:pt>
                <c:pt idx="133">
                  <c:v>12:39</c:v>
                </c:pt>
                <c:pt idx="134">
                  <c:v>12:42</c:v>
                </c:pt>
                <c:pt idx="135">
                  <c:v>12:45</c:v>
                </c:pt>
                <c:pt idx="136">
                  <c:v>12:48</c:v>
                </c:pt>
                <c:pt idx="137">
                  <c:v>12:51</c:v>
                </c:pt>
                <c:pt idx="138">
                  <c:v>12:54</c:v>
                </c:pt>
                <c:pt idx="139">
                  <c:v>12:57</c:v>
                </c:pt>
                <c:pt idx="140">
                  <c:v>13:00</c:v>
                </c:pt>
                <c:pt idx="141">
                  <c:v>13:03</c:v>
                </c:pt>
                <c:pt idx="142">
                  <c:v>13:06</c:v>
                </c:pt>
                <c:pt idx="143">
                  <c:v>13:09</c:v>
                </c:pt>
                <c:pt idx="144">
                  <c:v>13:12</c:v>
                </c:pt>
                <c:pt idx="145">
                  <c:v>13:15</c:v>
                </c:pt>
                <c:pt idx="146">
                  <c:v>13:18</c:v>
                </c:pt>
                <c:pt idx="147">
                  <c:v>13:21</c:v>
                </c:pt>
                <c:pt idx="148">
                  <c:v>13:24</c:v>
                </c:pt>
                <c:pt idx="149">
                  <c:v>13:27</c:v>
                </c:pt>
                <c:pt idx="150">
                  <c:v>13:30</c:v>
                </c:pt>
                <c:pt idx="151">
                  <c:v>13:33</c:v>
                </c:pt>
                <c:pt idx="152">
                  <c:v>13:36</c:v>
                </c:pt>
                <c:pt idx="153">
                  <c:v>13:39</c:v>
                </c:pt>
                <c:pt idx="154">
                  <c:v>13:42</c:v>
                </c:pt>
                <c:pt idx="155">
                  <c:v>13:45</c:v>
                </c:pt>
                <c:pt idx="156">
                  <c:v>13:48</c:v>
                </c:pt>
                <c:pt idx="157">
                  <c:v>13:51</c:v>
                </c:pt>
                <c:pt idx="158">
                  <c:v>13:54</c:v>
                </c:pt>
                <c:pt idx="159">
                  <c:v>13:57</c:v>
                </c:pt>
                <c:pt idx="160">
                  <c:v>14:00</c:v>
                </c:pt>
                <c:pt idx="161">
                  <c:v>14:03</c:v>
                </c:pt>
                <c:pt idx="162">
                  <c:v>14:06</c:v>
                </c:pt>
                <c:pt idx="163">
                  <c:v>14:09</c:v>
                </c:pt>
                <c:pt idx="164">
                  <c:v>14:12</c:v>
                </c:pt>
                <c:pt idx="165">
                  <c:v>14:15</c:v>
                </c:pt>
                <c:pt idx="166">
                  <c:v>14:18</c:v>
                </c:pt>
                <c:pt idx="167">
                  <c:v>14:21</c:v>
                </c:pt>
                <c:pt idx="168">
                  <c:v>14:24</c:v>
                </c:pt>
                <c:pt idx="169">
                  <c:v>14:27</c:v>
                </c:pt>
                <c:pt idx="170">
                  <c:v>14:30</c:v>
                </c:pt>
                <c:pt idx="171">
                  <c:v>14:33</c:v>
                </c:pt>
                <c:pt idx="172">
                  <c:v>14:36</c:v>
                </c:pt>
                <c:pt idx="173">
                  <c:v>14:39</c:v>
                </c:pt>
                <c:pt idx="174">
                  <c:v>14:42</c:v>
                </c:pt>
                <c:pt idx="175">
                  <c:v>14:45</c:v>
                </c:pt>
                <c:pt idx="176">
                  <c:v>14:48</c:v>
                </c:pt>
                <c:pt idx="177">
                  <c:v>14:51</c:v>
                </c:pt>
                <c:pt idx="178">
                  <c:v>14:54</c:v>
                </c:pt>
                <c:pt idx="179">
                  <c:v>14:57</c:v>
                </c:pt>
                <c:pt idx="180">
                  <c:v>15:00</c:v>
                </c:pt>
                <c:pt idx="181">
                  <c:v>15:03</c:v>
                </c:pt>
                <c:pt idx="182">
                  <c:v>15:06</c:v>
                </c:pt>
                <c:pt idx="183">
                  <c:v>15:09</c:v>
                </c:pt>
                <c:pt idx="184">
                  <c:v>15:12</c:v>
                </c:pt>
                <c:pt idx="185">
                  <c:v>15:15</c:v>
                </c:pt>
                <c:pt idx="186">
                  <c:v>15:18</c:v>
                </c:pt>
                <c:pt idx="187">
                  <c:v>15:21</c:v>
                </c:pt>
                <c:pt idx="188">
                  <c:v>15:24</c:v>
                </c:pt>
                <c:pt idx="189">
                  <c:v>15:27</c:v>
                </c:pt>
                <c:pt idx="190">
                  <c:v>15:30</c:v>
                </c:pt>
                <c:pt idx="191">
                  <c:v>15:33</c:v>
                </c:pt>
                <c:pt idx="192">
                  <c:v>15:36</c:v>
                </c:pt>
                <c:pt idx="193">
                  <c:v>15:39</c:v>
                </c:pt>
                <c:pt idx="194">
                  <c:v>15:42</c:v>
                </c:pt>
                <c:pt idx="195">
                  <c:v>15:45</c:v>
                </c:pt>
                <c:pt idx="196">
                  <c:v>15:48</c:v>
                </c:pt>
                <c:pt idx="197">
                  <c:v>15:51</c:v>
                </c:pt>
                <c:pt idx="198">
                  <c:v>15:54</c:v>
                </c:pt>
                <c:pt idx="199">
                  <c:v>15:57</c:v>
                </c:pt>
                <c:pt idx="200">
                  <c:v>16:00</c:v>
                </c:pt>
                <c:pt idx="201">
                  <c:v>16:03</c:v>
                </c:pt>
                <c:pt idx="202">
                  <c:v>16:06</c:v>
                </c:pt>
                <c:pt idx="203">
                  <c:v>16:09</c:v>
                </c:pt>
                <c:pt idx="204">
                  <c:v>16:12</c:v>
                </c:pt>
                <c:pt idx="205">
                  <c:v>16:15</c:v>
                </c:pt>
                <c:pt idx="206">
                  <c:v>16:18</c:v>
                </c:pt>
                <c:pt idx="207">
                  <c:v>16:21</c:v>
                </c:pt>
                <c:pt idx="208">
                  <c:v>16:24</c:v>
                </c:pt>
                <c:pt idx="209">
                  <c:v>16:27</c:v>
                </c:pt>
                <c:pt idx="210">
                  <c:v>16:30</c:v>
                </c:pt>
                <c:pt idx="211">
                  <c:v>16:33</c:v>
                </c:pt>
                <c:pt idx="212">
                  <c:v>16:36</c:v>
                </c:pt>
                <c:pt idx="213">
                  <c:v>16:39</c:v>
                </c:pt>
                <c:pt idx="214">
                  <c:v>16:42</c:v>
                </c:pt>
                <c:pt idx="215">
                  <c:v>16:45</c:v>
                </c:pt>
                <c:pt idx="216">
                  <c:v>16:48</c:v>
                </c:pt>
                <c:pt idx="217">
                  <c:v>16:51</c:v>
                </c:pt>
                <c:pt idx="218">
                  <c:v>16:54</c:v>
                </c:pt>
                <c:pt idx="219">
                  <c:v>16:57</c:v>
                </c:pt>
                <c:pt idx="220">
                  <c:v>17:00</c:v>
                </c:pt>
                <c:pt idx="221">
                  <c:v>17:03</c:v>
                </c:pt>
                <c:pt idx="222">
                  <c:v>17:06</c:v>
                </c:pt>
                <c:pt idx="223">
                  <c:v>17:09</c:v>
                </c:pt>
                <c:pt idx="224">
                  <c:v>17:12</c:v>
                </c:pt>
                <c:pt idx="225">
                  <c:v>17:15</c:v>
                </c:pt>
                <c:pt idx="226">
                  <c:v>17:18</c:v>
                </c:pt>
                <c:pt idx="227">
                  <c:v>17:21</c:v>
                </c:pt>
                <c:pt idx="228">
                  <c:v>17:24</c:v>
                </c:pt>
                <c:pt idx="229">
                  <c:v>17:27</c:v>
                </c:pt>
                <c:pt idx="230">
                  <c:v>17:30</c:v>
                </c:pt>
                <c:pt idx="231">
                  <c:v>17:33</c:v>
                </c:pt>
                <c:pt idx="232">
                  <c:v>17:36</c:v>
                </c:pt>
                <c:pt idx="233">
                  <c:v>17:39</c:v>
                </c:pt>
                <c:pt idx="234">
                  <c:v>17:42</c:v>
                </c:pt>
                <c:pt idx="235">
                  <c:v>17:45</c:v>
                </c:pt>
                <c:pt idx="236">
                  <c:v>17:48</c:v>
                </c:pt>
                <c:pt idx="237">
                  <c:v>17:51</c:v>
                </c:pt>
                <c:pt idx="238">
                  <c:v>17:54</c:v>
                </c:pt>
                <c:pt idx="239">
                  <c:v>17:57</c:v>
                </c:pt>
                <c:pt idx="240">
                  <c:v>18:00</c:v>
                </c:pt>
                <c:pt idx="241">
                  <c:v>18:03</c:v>
                </c:pt>
                <c:pt idx="242">
                  <c:v>18:06</c:v>
                </c:pt>
                <c:pt idx="243">
                  <c:v>18:09</c:v>
                </c:pt>
                <c:pt idx="244">
                  <c:v>18:12</c:v>
                </c:pt>
                <c:pt idx="245">
                  <c:v>18:15</c:v>
                </c:pt>
                <c:pt idx="246">
                  <c:v>18:18</c:v>
                </c:pt>
                <c:pt idx="247">
                  <c:v>18:21</c:v>
                </c:pt>
                <c:pt idx="248">
                  <c:v>18:24</c:v>
                </c:pt>
                <c:pt idx="249">
                  <c:v>18:27</c:v>
                </c:pt>
                <c:pt idx="250">
                  <c:v>18:30</c:v>
                </c:pt>
                <c:pt idx="251">
                  <c:v>18:33</c:v>
                </c:pt>
                <c:pt idx="252">
                  <c:v>18:36</c:v>
                </c:pt>
                <c:pt idx="253">
                  <c:v>18:39</c:v>
                </c:pt>
                <c:pt idx="254">
                  <c:v>18:42</c:v>
                </c:pt>
                <c:pt idx="255">
                  <c:v>18:45</c:v>
                </c:pt>
                <c:pt idx="256">
                  <c:v>18:48</c:v>
                </c:pt>
                <c:pt idx="257">
                  <c:v>18:51</c:v>
                </c:pt>
                <c:pt idx="258">
                  <c:v>18:54</c:v>
                </c:pt>
                <c:pt idx="259">
                  <c:v>18:57</c:v>
                </c:pt>
                <c:pt idx="260">
                  <c:v>19:00</c:v>
                </c:pt>
                <c:pt idx="261">
                  <c:v>19:03</c:v>
                </c:pt>
                <c:pt idx="262">
                  <c:v>19:06</c:v>
                </c:pt>
                <c:pt idx="263">
                  <c:v>19:09</c:v>
                </c:pt>
                <c:pt idx="264">
                  <c:v>19:12</c:v>
                </c:pt>
                <c:pt idx="265">
                  <c:v>19:15</c:v>
                </c:pt>
                <c:pt idx="266">
                  <c:v>19:18</c:v>
                </c:pt>
                <c:pt idx="267">
                  <c:v>19:21</c:v>
                </c:pt>
                <c:pt idx="268">
                  <c:v>19:24</c:v>
                </c:pt>
                <c:pt idx="269">
                  <c:v>19:27</c:v>
                </c:pt>
                <c:pt idx="270">
                  <c:v>19:30</c:v>
                </c:pt>
                <c:pt idx="271">
                  <c:v>19:33</c:v>
                </c:pt>
                <c:pt idx="272">
                  <c:v>19:36</c:v>
                </c:pt>
                <c:pt idx="273">
                  <c:v>19:39</c:v>
                </c:pt>
                <c:pt idx="274">
                  <c:v>19:42</c:v>
                </c:pt>
                <c:pt idx="275">
                  <c:v>19:45</c:v>
                </c:pt>
                <c:pt idx="276">
                  <c:v>19:48</c:v>
                </c:pt>
                <c:pt idx="277">
                  <c:v>19:51</c:v>
                </c:pt>
                <c:pt idx="278">
                  <c:v>19:54</c:v>
                </c:pt>
                <c:pt idx="279">
                  <c:v>19:57</c:v>
                </c:pt>
                <c:pt idx="280">
                  <c:v>20:00</c:v>
                </c:pt>
                <c:pt idx="281">
                  <c:v>20:03</c:v>
                </c:pt>
                <c:pt idx="282">
                  <c:v>20:06</c:v>
                </c:pt>
                <c:pt idx="283">
                  <c:v>20:09</c:v>
                </c:pt>
                <c:pt idx="284">
                  <c:v>20:12</c:v>
                </c:pt>
                <c:pt idx="285">
                  <c:v>20:15</c:v>
                </c:pt>
                <c:pt idx="286">
                  <c:v>20:18</c:v>
                </c:pt>
                <c:pt idx="287">
                  <c:v>20:21</c:v>
                </c:pt>
                <c:pt idx="288">
                  <c:v>20:24</c:v>
                </c:pt>
                <c:pt idx="289">
                  <c:v>20:27</c:v>
                </c:pt>
                <c:pt idx="290">
                  <c:v>20:30</c:v>
                </c:pt>
                <c:pt idx="291">
                  <c:v>20:33</c:v>
                </c:pt>
                <c:pt idx="292">
                  <c:v>20:36</c:v>
                </c:pt>
                <c:pt idx="293">
                  <c:v>20:39</c:v>
                </c:pt>
                <c:pt idx="294">
                  <c:v>20:42</c:v>
                </c:pt>
                <c:pt idx="295">
                  <c:v>20:45</c:v>
                </c:pt>
                <c:pt idx="296">
                  <c:v>20:48</c:v>
                </c:pt>
                <c:pt idx="297">
                  <c:v>20:51</c:v>
                </c:pt>
                <c:pt idx="298">
                  <c:v>20:54</c:v>
                </c:pt>
                <c:pt idx="299">
                  <c:v>20:57</c:v>
                </c:pt>
                <c:pt idx="300">
                  <c:v>21:00</c:v>
                </c:pt>
                <c:pt idx="301">
                  <c:v>21:03</c:v>
                </c:pt>
                <c:pt idx="302">
                  <c:v>21:06</c:v>
                </c:pt>
                <c:pt idx="303">
                  <c:v>21:09</c:v>
                </c:pt>
                <c:pt idx="304">
                  <c:v>21:12</c:v>
                </c:pt>
                <c:pt idx="305">
                  <c:v>21:15</c:v>
                </c:pt>
                <c:pt idx="306">
                  <c:v>21:18</c:v>
                </c:pt>
                <c:pt idx="307">
                  <c:v>21:21</c:v>
                </c:pt>
                <c:pt idx="308">
                  <c:v>21:24</c:v>
                </c:pt>
                <c:pt idx="309">
                  <c:v>21:27</c:v>
                </c:pt>
                <c:pt idx="310">
                  <c:v>21:30</c:v>
                </c:pt>
                <c:pt idx="311">
                  <c:v>21:33</c:v>
                </c:pt>
                <c:pt idx="312">
                  <c:v>21:36</c:v>
                </c:pt>
                <c:pt idx="313">
                  <c:v>21:39</c:v>
                </c:pt>
                <c:pt idx="314">
                  <c:v>21:42</c:v>
                </c:pt>
                <c:pt idx="315">
                  <c:v>21:45</c:v>
                </c:pt>
                <c:pt idx="316">
                  <c:v>21:48</c:v>
                </c:pt>
                <c:pt idx="317">
                  <c:v>21:51</c:v>
                </c:pt>
                <c:pt idx="318">
                  <c:v>21:54</c:v>
                </c:pt>
                <c:pt idx="319">
                  <c:v>21:57</c:v>
                </c:pt>
                <c:pt idx="320">
                  <c:v>22:00</c:v>
                </c:pt>
                <c:pt idx="321">
                  <c:v>22:03</c:v>
                </c:pt>
                <c:pt idx="322">
                  <c:v>22:06</c:v>
                </c:pt>
                <c:pt idx="323">
                  <c:v>22:09</c:v>
                </c:pt>
                <c:pt idx="324">
                  <c:v>22:12</c:v>
                </c:pt>
                <c:pt idx="325">
                  <c:v>22:15</c:v>
                </c:pt>
                <c:pt idx="326">
                  <c:v>22:18</c:v>
                </c:pt>
                <c:pt idx="327">
                  <c:v>22:21</c:v>
                </c:pt>
                <c:pt idx="328">
                  <c:v>22:24</c:v>
                </c:pt>
                <c:pt idx="329">
                  <c:v>22:27</c:v>
                </c:pt>
                <c:pt idx="330">
                  <c:v>22:30</c:v>
                </c:pt>
                <c:pt idx="331">
                  <c:v>22:33</c:v>
                </c:pt>
                <c:pt idx="332">
                  <c:v>22:36</c:v>
                </c:pt>
                <c:pt idx="333">
                  <c:v>22:39</c:v>
                </c:pt>
                <c:pt idx="334">
                  <c:v>22:42</c:v>
                </c:pt>
                <c:pt idx="335">
                  <c:v>22:45</c:v>
                </c:pt>
                <c:pt idx="336">
                  <c:v>22:48</c:v>
                </c:pt>
                <c:pt idx="337">
                  <c:v>22:51</c:v>
                </c:pt>
                <c:pt idx="338">
                  <c:v>22:54</c:v>
                </c:pt>
                <c:pt idx="339">
                  <c:v>22:57</c:v>
                </c:pt>
                <c:pt idx="340">
                  <c:v>23:00</c:v>
                </c:pt>
                <c:pt idx="341">
                  <c:v>23:03</c:v>
                </c:pt>
                <c:pt idx="342">
                  <c:v>23:06</c:v>
                </c:pt>
                <c:pt idx="343">
                  <c:v>23:09</c:v>
                </c:pt>
                <c:pt idx="344">
                  <c:v>23:12</c:v>
                </c:pt>
                <c:pt idx="345">
                  <c:v>23:15</c:v>
                </c:pt>
                <c:pt idx="346">
                  <c:v>23:18</c:v>
                </c:pt>
                <c:pt idx="347">
                  <c:v>23:21</c:v>
                </c:pt>
                <c:pt idx="348">
                  <c:v>23:24</c:v>
                </c:pt>
                <c:pt idx="349">
                  <c:v>23:27</c:v>
                </c:pt>
                <c:pt idx="350">
                  <c:v>23:30</c:v>
                </c:pt>
                <c:pt idx="351">
                  <c:v>23:33</c:v>
                </c:pt>
                <c:pt idx="352">
                  <c:v>23:36</c:v>
                </c:pt>
                <c:pt idx="353">
                  <c:v>23:39</c:v>
                </c:pt>
                <c:pt idx="354">
                  <c:v>23:42</c:v>
                </c:pt>
                <c:pt idx="355">
                  <c:v>23:45</c:v>
                </c:pt>
                <c:pt idx="356">
                  <c:v>23:48</c:v>
                </c:pt>
                <c:pt idx="357">
                  <c:v>23:51</c:v>
                </c:pt>
                <c:pt idx="358">
                  <c:v>23:54</c:v>
                </c:pt>
                <c:pt idx="359">
                  <c:v>23:57</c:v>
                </c:pt>
              </c:strCache>
            </c:strRef>
          </c:cat>
          <c:val>
            <c:numRef>
              <c:f>Sheet1!$C$2:$C$361</c:f>
              <c:numCache>
                <c:formatCode>General</c:formatCode>
                <c:ptCount val="360"/>
                <c:pt idx="0">
                  <c:v>0.001</c:v>
                </c:pt>
                <c:pt idx="1">
                  <c:v>0.0</c:v>
                </c:pt>
                <c:pt idx="2">
                  <c:v>0.001</c:v>
                </c:pt>
                <c:pt idx="3">
                  <c:v>0.002</c:v>
                </c:pt>
                <c:pt idx="4">
                  <c:v>0.004</c:v>
                </c:pt>
                <c:pt idx="5">
                  <c:v>0.002</c:v>
                </c:pt>
                <c:pt idx="6">
                  <c:v>0.002</c:v>
                </c:pt>
                <c:pt idx="7">
                  <c:v>0.002</c:v>
                </c:pt>
                <c:pt idx="8">
                  <c:v>0.002</c:v>
                </c:pt>
                <c:pt idx="9">
                  <c:v>0.002</c:v>
                </c:pt>
                <c:pt idx="10">
                  <c:v>0.002</c:v>
                </c:pt>
                <c:pt idx="11">
                  <c:v>0.002</c:v>
                </c:pt>
                <c:pt idx="12">
                  <c:v>0.0</c:v>
                </c:pt>
                <c:pt idx="13">
                  <c:v>0.001</c:v>
                </c:pt>
                <c:pt idx="14">
                  <c:v>0.001</c:v>
                </c:pt>
                <c:pt idx="15">
                  <c:v>0.0</c:v>
                </c:pt>
                <c:pt idx="16">
                  <c:v>0.0</c:v>
                </c:pt>
                <c:pt idx="17">
                  <c:v>0.0</c:v>
                </c:pt>
                <c:pt idx="18">
                  <c:v>0.0</c:v>
                </c:pt>
                <c:pt idx="19">
                  <c:v>0.0</c:v>
                </c:pt>
                <c:pt idx="20">
                  <c:v>0.001</c:v>
                </c:pt>
                <c:pt idx="21">
                  <c:v>0.001</c:v>
                </c:pt>
                <c:pt idx="22">
                  <c:v>0.001</c:v>
                </c:pt>
                <c:pt idx="23">
                  <c:v>0.002</c:v>
                </c:pt>
                <c:pt idx="24">
                  <c:v>0.004</c:v>
                </c:pt>
                <c:pt idx="25">
                  <c:v>0.002</c:v>
                </c:pt>
                <c:pt idx="26">
                  <c:v>0.007</c:v>
                </c:pt>
                <c:pt idx="27">
                  <c:v>0.002</c:v>
                </c:pt>
                <c:pt idx="28">
                  <c:v>0.004</c:v>
                </c:pt>
                <c:pt idx="29">
                  <c:v>0.004</c:v>
                </c:pt>
                <c:pt idx="30">
                  <c:v>0.019</c:v>
                </c:pt>
                <c:pt idx="31">
                  <c:v>0.019</c:v>
                </c:pt>
                <c:pt idx="32">
                  <c:v>0.019</c:v>
                </c:pt>
                <c:pt idx="33">
                  <c:v>0.004</c:v>
                </c:pt>
                <c:pt idx="34">
                  <c:v>0.004</c:v>
                </c:pt>
                <c:pt idx="35">
                  <c:v>0.004</c:v>
                </c:pt>
                <c:pt idx="36">
                  <c:v>0.012</c:v>
                </c:pt>
                <c:pt idx="37">
                  <c:v>0.012</c:v>
                </c:pt>
                <c:pt idx="38">
                  <c:v>0.022</c:v>
                </c:pt>
                <c:pt idx="39">
                  <c:v>0.023</c:v>
                </c:pt>
                <c:pt idx="40">
                  <c:v>0.023</c:v>
                </c:pt>
                <c:pt idx="41">
                  <c:v>0.02</c:v>
                </c:pt>
                <c:pt idx="42">
                  <c:v>0.022</c:v>
                </c:pt>
                <c:pt idx="43">
                  <c:v>0.022</c:v>
                </c:pt>
                <c:pt idx="44">
                  <c:v>0.021</c:v>
                </c:pt>
                <c:pt idx="45">
                  <c:v>0.015</c:v>
                </c:pt>
                <c:pt idx="46">
                  <c:v>0.015</c:v>
                </c:pt>
                <c:pt idx="47">
                  <c:v>0.015</c:v>
                </c:pt>
                <c:pt idx="48">
                  <c:v>0.006</c:v>
                </c:pt>
                <c:pt idx="49">
                  <c:v>0.002</c:v>
                </c:pt>
                <c:pt idx="50">
                  <c:v>0.002</c:v>
                </c:pt>
                <c:pt idx="51">
                  <c:v>0.0</c:v>
                </c:pt>
                <c:pt idx="52">
                  <c:v>0.003</c:v>
                </c:pt>
                <c:pt idx="53">
                  <c:v>0.008</c:v>
                </c:pt>
                <c:pt idx="54">
                  <c:v>0.03</c:v>
                </c:pt>
                <c:pt idx="55">
                  <c:v>0.015</c:v>
                </c:pt>
                <c:pt idx="56">
                  <c:v>0.014</c:v>
                </c:pt>
                <c:pt idx="57">
                  <c:v>0.003</c:v>
                </c:pt>
                <c:pt idx="58">
                  <c:v>0.003</c:v>
                </c:pt>
                <c:pt idx="59">
                  <c:v>0.004</c:v>
                </c:pt>
                <c:pt idx="60">
                  <c:v>0.001</c:v>
                </c:pt>
                <c:pt idx="61">
                  <c:v>0.001</c:v>
                </c:pt>
                <c:pt idx="62">
                  <c:v>0.007</c:v>
                </c:pt>
                <c:pt idx="63">
                  <c:v>0.001</c:v>
                </c:pt>
                <c:pt idx="64">
                  <c:v>0.001</c:v>
                </c:pt>
                <c:pt idx="65">
                  <c:v>0.003</c:v>
                </c:pt>
                <c:pt idx="66">
                  <c:v>0.003</c:v>
                </c:pt>
                <c:pt idx="67">
                  <c:v>0.013</c:v>
                </c:pt>
                <c:pt idx="68">
                  <c:v>0.011</c:v>
                </c:pt>
                <c:pt idx="69">
                  <c:v>0.011</c:v>
                </c:pt>
                <c:pt idx="70">
                  <c:v>0.011</c:v>
                </c:pt>
                <c:pt idx="71">
                  <c:v>0.019</c:v>
                </c:pt>
                <c:pt idx="72">
                  <c:v>0.019</c:v>
                </c:pt>
                <c:pt idx="73">
                  <c:v>0.019</c:v>
                </c:pt>
                <c:pt idx="74">
                  <c:v>0.016</c:v>
                </c:pt>
                <c:pt idx="75">
                  <c:v>0.016</c:v>
                </c:pt>
                <c:pt idx="76">
                  <c:v>0.02</c:v>
                </c:pt>
                <c:pt idx="77">
                  <c:v>0.003</c:v>
                </c:pt>
                <c:pt idx="78">
                  <c:v>0.003</c:v>
                </c:pt>
                <c:pt idx="79">
                  <c:v>0.007</c:v>
                </c:pt>
                <c:pt idx="80">
                  <c:v>0.007</c:v>
                </c:pt>
                <c:pt idx="81">
                  <c:v>0.009</c:v>
                </c:pt>
                <c:pt idx="82">
                  <c:v>0.011</c:v>
                </c:pt>
                <c:pt idx="83">
                  <c:v>0.016</c:v>
                </c:pt>
                <c:pt idx="84">
                  <c:v>0.016</c:v>
                </c:pt>
                <c:pt idx="85">
                  <c:v>0.023</c:v>
                </c:pt>
                <c:pt idx="86">
                  <c:v>0.016</c:v>
                </c:pt>
                <c:pt idx="87">
                  <c:v>0.008</c:v>
                </c:pt>
                <c:pt idx="88">
                  <c:v>0.008</c:v>
                </c:pt>
                <c:pt idx="89">
                  <c:v>0.006</c:v>
                </c:pt>
                <c:pt idx="90">
                  <c:v>0.021</c:v>
                </c:pt>
                <c:pt idx="91">
                  <c:v>0.019</c:v>
                </c:pt>
                <c:pt idx="92">
                  <c:v>0.016</c:v>
                </c:pt>
                <c:pt idx="93">
                  <c:v>0.009</c:v>
                </c:pt>
                <c:pt idx="94">
                  <c:v>0.016</c:v>
                </c:pt>
                <c:pt idx="95">
                  <c:v>0.012</c:v>
                </c:pt>
                <c:pt idx="96">
                  <c:v>0.012</c:v>
                </c:pt>
                <c:pt idx="97">
                  <c:v>0.012</c:v>
                </c:pt>
                <c:pt idx="98">
                  <c:v>0.009</c:v>
                </c:pt>
                <c:pt idx="99">
                  <c:v>0.007</c:v>
                </c:pt>
                <c:pt idx="100">
                  <c:v>0.007</c:v>
                </c:pt>
                <c:pt idx="101">
                  <c:v>0.007</c:v>
                </c:pt>
                <c:pt idx="102">
                  <c:v>0.004</c:v>
                </c:pt>
                <c:pt idx="103">
                  <c:v>0.004</c:v>
                </c:pt>
                <c:pt idx="104">
                  <c:v>0.007</c:v>
                </c:pt>
                <c:pt idx="105">
                  <c:v>0.007</c:v>
                </c:pt>
                <c:pt idx="106">
                  <c:v>0.006</c:v>
                </c:pt>
                <c:pt idx="107">
                  <c:v>0.006</c:v>
                </c:pt>
                <c:pt idx="108">
                  <c:v>0.022</c:v>
                </c:pt>
                <c:pt idx="109">
                  <c:v>0.009</c:v>
                </c:pt>
                <c:pt idx="110">
                  <c:v>0.009</c:v>
                </c:pt>
                <c:pt idx="111">
                  <c:v>0.009</c:v>
                </c:pt>
                <c:pt idx="112">
                  <c:v>0.023</c:v>
                </c:pt>
                <c:pt idx="113">
                  <c:v>0.022</c:v>
                </c:pt>
                <c:pt idx="114">
                  <c:v>0.032</c:v>
                </c:pt>
                <c:pt idx="115">
                  <c:v>0.018</c:v>
                </c:pt>
                <c:pt idx="116">
                  <c:v>0.032</c:v>
                </c:pt>
                <c:pt idx="117">
                  <c:v>0.031</c:v>
                </c:pt>
                <c:pt idx="118">
                  <c:v>0.023</c:v>
                </c:pt>
                <c:pt idx="119">
                  <c:v>0.012</c:v>
                </c:pt>
                <c:pt idx="120">
                  <c:v>0.012</c:v>
                </c:pt>
                <c:pt idx="121">
                  <c:v>0.012</c:v>
                </c:pt>
                <c:pt idx="122">
                  <c:v>0.015</c:v>
                </c:pt>
                <c:pt idx="123">
                  <c:v>0.012</c:v>
                </c:pt>
                <c:pt idx="124">
                  <c:v>0.026</c:v>
                </c:pt>
                <c:pt idx="125">
                  <c:v>0.015</c:v>
                </c:pt>
                <c:pt idx="126">
                  <c:v>0.015</c:v>
                </c:pt>
                <c:pt idx="127">
                  <c:v>0.02</c:v>
                </c:pt>
                <c:pt idx="128">
                  <c:v>0.014</c:v>
                </c:pt>
                <c:pt idx="129">
                  <c:v>0.013</c:v>
                </c:pt>
                <c:pt idx="130">
                  <c:v>0.017</c:v>
                </c:pt>
                <c:pt idx="131">
                  <c:v>0.014</c:v>
                </c:pt>
                <c:pt idx="132">
                  <c:v>0.028</c:v>
                </c:pt>
                <c:pt idx="133">
                  <c:v>0.023</c:v>
                </c:pt>
                <c:pt idx="134">
                  <c:v>0.017</c:v>
                </c:pt>
                <c:pt idx="135">
                  <c:v>0.021</c:v>
                </c:pt>
                <c:pt idx="136">
                  <c:v>0.027</c:v>
                </c:pt>
                <c:pt idx="137">
                  <c:v>0.031</c:v>
                </c:pt>
                <c:pt idx="138">
                  <c:v>0.028</c:v>
                </c:pt>
                <c:pt idx="139">
                  <c:v>0.016</c:v>
                </c:pt>
                <c:pt idx="140">
                  <c:v>0.022</c:v>
                </c:pt>
                <c:pt idx="141">
                  <c:v>0.023</c:v>
                </c:pt>
                <c:pt idx="142">
                  <c:v>0.026</c:v>
                </c:pt>
                <c:pt idx="143">
                  <c:v>0.025</c:v>
                </c:pt>
                <c:pt idx="144">
                  <c:v>0.014</c:v>
                </c:pt>
                <c:pt idx="145">
                  <c:v>0.014</c:v>
                </c:pt>
                <c:pt idx="146">
                  <c:v>0.017</c:v>
                </c:pt>
                <c:pt idx="147">
                  <c:v>0.02</c:v>
                </c:pt>
                <c:pt idx="148">
                  <c:v>0.017</c:v>
                </c:pt>
                <c:pt idx="149">
                  <c:v>0.027</c:v>
                </c:pt>
                <c:pt idx="150">
                  <c:v>0.019</c:v>
                </c:pt>
                <c:pt idx="151">
                  <c:v>0.007</c:v>
                </c:pt>
                <c:pt idx="152">
                  <c:v>0.006</c:v>
                </c:pt>
                <c:pt idx="153">
                  <c:v>0.009</c:v>
                </c:pt>
                <c:pt idx="154">
                  <c:v>0.016</c:v>
                </c:pt>
                <c:pt idx="155">
                  <c:v>0.018</c:v>
                </c:pt>
                <c:pt idx="156">
                  <c:v>0.015</c:v>
                </c:pt>
                <c:pt idx="157">
                  <c:v>0.015</c:v>
                </c:pt>
                <c:pt idx="158">
                  <c:v>0.015</c:v>
                </c:pt>
                <c:pt idx="159">
                  <c:v>0.011</c:v>
                </c:pt>
                <c:pt idx="160">
                  <c:v>0.017</c:v>
                </c:pt>
                <c:pt idx="161">
                  <c:v>0.019</c:v>
                </c:pt>
                <c:pt idx="162">
                  <c:v>0.014</c:v>
                </c:pt>
                <c:pt idx="163">
                  <c:v>0.014</c:v>
                </c:pt>
                <c:pt idx="164">
                  <c:v>0.011</c:v>
                </c:pt>
                <c:pt idx="165">
                  <c:v>0.033</c:v>
                </c:pt>
                <c:pt idx="166">
                  <c:v>0.035</c:v>
                </c:pt>
                <c:pt idx="167">
                  <c:v>0.039</c:v>
                </c:pt>
                <c:pt idx="168">
                  <c:v>0.041</c:v>
                </c:pt>
                <c:pt idx="169">
                  <c:v>0.04</c:v>
                </c:pt>
                <c:pt idx="170">
                  <c:v>0.014</c:v>
                </c:pt>
                <c:pt idx="171">
                  <c:v>0.021</c:v>
                </c:pt>
                <c:pt idx="172">
                  <c:v>0.026</c:v>
                </c:pt>
                <c:pt idx="173">
                  <c:v>0.006</c:v>
                </c:pt>
                <c:pt idx="174">
                  <c:v>0.01</c:v>
                </c:pt>
                <c:pt idx="175">
                  <c:v>0.01</c:v>
                </c:pt>
                <c:pt idx="176">
                  <c:v>0.03</c:v>
                </c:pt>
                <c:pt idx="177">
                  <c:v>0.032</c:v>
                </c:pt>
                <c:pt idx="178">
                  <c:v>0.006</c:v>
                </c:pt>
                <c:pt idx="179">
                  <c:v>0.026</c:v>
                </c:pt>
                <c:pt idx="180">
                  <c:v>0.01</c:v>
                </c:pt>
                <c:pt idx="181">
                  <c:v>0.031</c:v>
                </c:pt>
                <c:pt idx="182">
                  <c:v>0.032</c:v>
                </c:pt>
                <c:pt idx="183">
                  <c:v>0.012</c:v>
                </c:pt>
                <c:pt idx="184">
                  <c:v>0.011</c:v>
                </c:pt>
                <c:pt idx="185">
                  <c:v>0.007</c:v>
                </c:pt>
                <c:pt idx="186">
                  <c:v>0.03</c:v>
                </c:pt>
                <c:pt idx="187">
                  <c:v>0.03</c:v>
                </c:pt>
                <c:pt idx="188">
                  <c:v>0.038</c:v>
                </c:pt>
                <c:pt idx="189">
                  <c:v>0.018</c:v>
                </c:pt>
                <c:pt idx="190">
                  <c:v>0.018</c:v>
                </c:pt>
                <c:pt idx="191">
                  <c:v>0.022</c:v>
                </c:pt>
                <c:pt idx="192">
                  <c:v>0.068</c:v>
                </c:pt>
                <c:pt idx="193">
                  <c:v>0.049</c:v>
                </c:pt>
                <c:pt idx="194">
                  <c:v>0.04</c:v>
                </c:pt>
                <c:pt idx="195">
                  <c:v>0.039</c:v>
                </c:pt>
                <c:pt idx="196">
                  <c:v>0.039</c:v>
                </c:pt>
                <c:pt idx="197">
                  <c:v>0.043</c:v>
                </c:pt>
                <c:pt idx="198">
                  <c:v>0.043</c:v>
                </c:pt>
                <c:pt idx="199">
                  <c:v>0.045</c:v>
                </c:pt>
                <c:pt idx="200">
                  <c:v>0.038</c:v>
                </c:pt>
                <c:pt idx="201">
                  <c:v>0.045</c:v>
                </c:pt>
                <c:pt idx="202">
                  <c:v>0.021</c:v>
                </c:pt>
                <c:pt idx="203">
                  <c:v>0.017</c:v>
                </c:pt>
                <c:pt idx="204">
                  <c:v>0.017</c:v>
                </c:pt>
                <c:pt idx="205">
                  <c:v>0.032</c:v>
                </c:pt>
                <c:pt idx="206">
                  <c:v>0.045</c:v>
                </c:pt>
                <c:pt idx="207">
                  <c:v>0.045</c:v>
                </c:pt>
                <c:pt idx="208">
                  <c:v>0.073</c:v>
                </c:pt>
                <c:pt idx="209">
                  <c:v>0.069</c:v>
                </c:pt>
                <c:pt idx="210">
                  <c:v>0.063</c:v>
                </c:pt>
                <c:pt idx="211">
                  <c:v>0.066</c:v>
                </c:pt>
                <c:pt idx="212">
                  <c:v>0.069</c:v>
                </c:pt>
                <c:pt idx="213">
                  <c:v>0.07</c:v>
                </c:pt>
                <c:pt idx="214">
                  <c:v>0.06</c:v>
                </c:pt>
                <c:pt idx="215">
                  <c:v>0.059</c:v>
                </c:pt>
                <c:pt idx="216">
                  <c:v>0.07</c:v>
                </c:pt>
                <c:pt idx="217">
                  <c:v>0.062</c:v>
                </c:pt>
                <c:pt idx="218">
                  <c:v>0.065</c:v>
                </c:pt>
                <c:pt idx="219">
                  <c:v>0.061</c:v>
                </c:pt>
                <c:pt idx="220">
                  <c:v>0.035</c:v>
                </c:pt>
                <c:pt idx="221">
                  <c:v>0.025</c:v>
                </c:pt>
                <c:pt idx="222">
                  <c:v>0.023</c:v>
                </c:pt>
                <c:pt idx="223">
                  <c:v>0.032</c:v>
                </c:pt>
                <c:pt idx="224">
                  <c:v>0.02</c:v>
                </c:pt>
                <c:pt idx="225">
                  <c:v>0.019</c:v>
                </c:pt>
                <c:pt idx="226">
                  <c:v>0.015</c:v>
                </c:pt>
                <c:pt idx="227">
                  <c:v>0.008</c:v>
                </c:pt>
                <c:pt idx="228">
                  <c:v>0.016</c:v>
                </c:pt>
                <c:pt idx="229">
                  <c:v>0.016</c:v>
                </c:pt>
                <c:pt idx="230">
                  <c:v>0.017</c:v>
                </c:pt>
                <c:pt idx="231">
                  <c:v>0.02</c:v>
                </c:pt>
                <c:pt idx="232">
                  <c:v>0.017</c:v>
                </c:pt>
                <c:pt idx="233">
                  <c:v>0.026</c:v>
                </c:pt>
                <c:pt idx="234">
                  <c:v>0.02</c:v>
                </c:pt>
                <c:pt idx="235">
                  <c:v>0.023</c:v>
                </c:pt>
                <c:pt idx="236">
                  <c:v>0.047</c:v>
                </c:pt>
                <c:pt idx="237">
                  <c:v>0.051</c:v>
                </c:pt>
                <c:pt idx="238">
                  <c:v>0.038</c:v>
                </c:pt>
                <c:pt idx="239">
                  <c:v>0.038</c:v>
                </c:pt>
                <c:pt idx="240">
                  <c:v>0.038</c:v>
                </c:pt>
                <c:pt idx="241">
                  <c:v>0.029</c:v>
                </c:pt>
                <c:pt idx="242">
                  <c:v>0.039</c:v>
                </c:pt>
                <c:pt idx="243">
                  <c:v>0.029</c:v>
                </c:pt>
                <c:pt idx="244">
                  <c:v>0.05</c:v>
                </c:pt>
                <c:pt idx="245">
                  <c:v>0.05</c:v>
                </c:pt>
                <c:pt idx="246">
                  <c:v>0.081</c:v>
                </c:pt>
                <c:pt idx="247">
                  <c:v>0.086</c:v>
                </c:pt>
                <c:pt idx="248">
                  <c:v>0.061</c:v>
                </c:pt>
                <c:pt idx="249">
                  <c:v>0.059</c:v>
                </c:pt>
                <c:pt idx="250">
                  <c:v>0.063</c:v>
                </c:pt>
                <c:pt idx="251">
                  <c:v>0.047</c:v>
                </c:pt>
                <c:pt idx="252">
                  <c:v>0.067</c:v>
                </c:pt>
                <c:pt idx="253">
                  <c:v>0.06</c:v>
                </c:pt>
                <c:pt idx="254">
                  <c:v>0.075</c:v>
                </c:pt>
                <c:pt idx="255">
                  <c:v>0.098</c:v>
                </c:pt>
                <c:pt idx="256">
                  <c:v>0.105</c:v>
                </c:pt>
                <c:pt idx="257">
                  <c:v>0.108</c:v>
                </c:pt>
                <c:pt idx="258">
                  <c:v>0.168</c:v>
                </c:pt>
                <c:pt idx="259">
                  <c:v>0.154</c:v>
                </c:pt>
                <c:pt idx="260">
                  <c:v>0.183</c:v>
                </c:pt>
                <c:pt idx="261">
                  <c:v>0.222</c:v>
                </c:pt>
                <c:pt idx="262">
                  <c:v>0.231</c:v>
                </c:pt>
                <c:pt idx="263">
                  <c:v>0.25</c:v>
                </c:pt>
                <c:pt idx="264">
                  <c:v>0.255</c:v>
                </c:pt>
                <c:pt idx="265">
                  <c:v>0.247</c:v>
                </c:pt>
                <c:pt idx="266">
                  <c:v>0.281</c:v>
                </c:pt>
                <c:pt idx="267">
                  <c:v>0.3</c:v>
                </c:pt>
                <c:pt idx="268">
                  <c:v>0.225</c:v>
                </c:pt>
                <c:pt idx="269">
                  <c:v>0.197</c:v>
                </c:pt>
                <c:pt idx="270">
                  <c:v>0.195</c:v>
                </c:pt>
                <c:pt idx="271">
                  <c:v>0.185</c:v>
                </c:pt>
                <c:pt idx="272">
                  <c:v>0.213</c:v>
                </c:pt>
                <c:pt idx="273">
                  <c:v>0.273</c:v>
                </c:pt>
                <c:pt idx="274">
                  <c:v>0.296</c:v>
                </c:pt>
                <c:pt idx="275">
                  <c:v>0.289</c:v>
                </c:pt>
                <c:pt idx="276">
                  <c:v>0.287</c:v>
                </c:pt>
                <c:pt idx="277">
                  <c:v>0.268</c:v>
                </c:pt>
                <c:pt idx="278">
                  <c:v>0.317</c:v>
                </c:pt>
                <c:pt idx="279">
                  <c:v>0.305</c:v>
                </c:pt>
                <c:pt idx="280">
                  <c:v>0.314</c:v>
                </c:pt>
                <c:pt idx="281">
                  <c:v>0.305</c:v>
                </c:pt>
                <c:pt idx="282">
                  <c:v>0.316</c:v>
                </c:pt>
                <c:pt idx="283">
                  <c:v>0.296</c:v>
                </c:pt>
                <c:pt idx="284">
                  <c:v>0.291</c:v>
                </c:pt>
                <c:pt idx="285">
                  <c:v>0.282</c:v>
                </c:pt>
                <c:pt idx="286">
                  <c:v>0.289</c:v>
                </c:pt>
                <c:pt idx="287">
                  <c:v>0.181</c:v>
                </c:pt>
                <c:pt idx="288">
                  <c:v>0.14</c:v>
                </c:pt>
                <c:pt idx="289">
                  <c:v>0.121</c:v>
                </c:pt>
                <c:pt idx="290">
                  <c:v>0.084</c:v>
                </c:pt>
                <c:pt idx="291">
                  <c:v>0.105</c:v>
                </c:pt>
                <c:pt idx="292">
                  <c:v>0.078</c:v>
                </c:pt>
                <c:pt idx="293">
                  <c:v>0.085</c:v>
                </c:pt>
                <c:pt idx="294">
                  <c:v>0.091</c:v>
                </c:pt>
                <c:pt idx="295">
                  <c:v>0.111</c:v>
                </c:pt>
                <c:pt idx="296">
                  <c:v>0.111</c:v>
                </c:pt>
                <c:pt idx="297">
                  <c:v>0.093</c:v>
                </c:pt>
                <c:pt idx="298">
                  <c:v>0.089</c:v>
                </c:pt>
                <c:pt idx="299">
                  <c:v>0.108</c:v>
                </c:pt>
                <c:pt idx="300">
                  <c:v>0.064</c:v>
                </c:pt>
                <c:pt idx="301">
                  <c:v>0.033</c:v>
                </c:pt>
                <c:pt idx="302">
                  <c:v>0.04</c:v>
                </c:pt>
                <c:pt idx="303">
                  <c:v>0.034</c:v>
                </c:pt>
                <c:pt idx="304">
                  <c:v>0.037</c:v>
                </c:pt>
                <c:pt idx="305">
                  <c:v>0.052</c:v>
                </c:pt>
                <c:pt idx="306">
                  <c:v>0.043</c:v>
                </c:pt>
                <c:pt idx="307">
                  <c:v>0.049</c:v>
                </c:pt>
                <c:pt idx="308">
                  <c:v>0.044</c:v>
                </c:pt>
                <c:pt idx="309">
                  <c:v>0.056</c:v>
                </c:pt>
                <c:pt idx="310">
                  <c:v>0.041</c:v>
                </c:pt>
                <c:pt idx="311">
                  <c:v>0.077</c:v>
                </c:pt>
                <c:pt idx="312">
                  <c:v>0.078</c:v>
                </c:pt>
                <c:pt idx="313">
                  <c:v>0.08</c:v>
                </c:pt>
                <c:pt idx="314">
                  <c:v>0.086</c:v>
                </c:pt>
                <c:pt idx="315">
                  <c:v>0.105</c:v>
                </c:pt>
                <c:pt idx="316">
                  <c:v>0.072</c:v>
                </c:pt>
                <c:pt idx="317">
                  <c:v>0.074</c:v>
                </c:pt>
                <c:pt idx="318">
                  <c:v>0.068</c:v>
                </c:pt>
                <c:pt idx="319">
                  <c:v>0.063</c:v>
                </c:pt>
                <c:pt idx="320">
                  <c:v>0.064</c:v>
                </c:pt>
                <c:pt idx="321">
                  <c:v>0.066</c:v>
                </c:pt>
                <c:pt idx="322">
                  <c:v>0.065</c:v>
                </c:pt>
                <c:pt idx="323">
                  <c:v>0.057</c:v>
                </c:pt>
                <c:pt idx="324">
                  <c:v>0.057</c:v>
                </c:pt>
                <c:pt idx="325">
                  <c:v>0.063</c:v>
                </c:pt>
                <c:pt idx="326">
                  <c:v>0.055</c:v>
                </c:pt>
                <c:pt idx="327">
                  <c:v>0.057</c:v>
                </c:pt>
                <c:pt idx="328">
                  <c:v>0.059</c:v>
                </c:pt>
                <c:pt idx="329">
                  <c:v>0.044</c:v>
                </c:pt>
                <c:pt idx="330">
                  <c:v>0.051</c:v>
                </c:pt>
                <c:pt idx="331">
                  <c:v>0.042</c:v>
                </c:pt>
                <c:pt idx="332">
                  <c:v>0.047</c:v>
                </c:pt>
                <c:pt idx="333">
                  <c:v>0.053</c:v>
                </c:pt>
                <c:pt idx="334">
                  <c:v>0.053</c:v>
                </c:pt>
                <c:pt idx="335">
                  <c:v>0.041</c:v>
                </c:pt>
                <c:pt idx="336">
                  <c:v>0.041</c:v>
                </c:pt>
                <c:pt idx="337">
                  <c:v>0.04</c:v>
                </c:pt>
                <c:pt idx="338">
                  <c:v>0.037</c:v>
                </c:pt>
                <c:pt idx="339">
                  <c:v>0.042</c:v>
                </c:pt>
                <c:pt idx="340">
                  <c:v>0.037</c:v>
                </c:pt>
                <c:pt idx="341">
                  <c:v>0.037</c:v>
                </c:pt>
                <c:pt idx="342">
                  <c:v>0.027</c:v>
                </c:pt>
                <c:pt idx="343">
                  <c:v>0.029</c:v>
                </c:pt>
                <c:pt idx="344">
                  <c:v>0.032</c:v>
                </c:pt>
                <c:pt idx="345">
                  <c:v>0.032</c:v>
                </c:pt>
                <c:pt idx="346">
                  <c:v>0.028</c:v>
                </c:pt>
                <c:pt idx="347">
                  <c:v>0.029</c:v>
                </c:pt>
                <c:pt idx="348">
                  <c:v>0.033</c:v>
                </c:pt>
                <c:pt idx="349">
                  <c:v>0.029</c:v>
                </c:pt>
                <c:pt idx="350">
                  <c:v>0.029</c:v>
                </c:pt>
                <c:pt idx="351">
                  <c:v>0.083</c:v>
                </c:pt>
                <c:pt idx="352">
                  <c:v>0.086</c:v>
                </c:pt>
                <c:pt idx="353">
                  <c:v>0.086</c:v>
                </c:pt>
                <c:pt idx="354">
                  <c:v>0.07</c:v>
                </c:pt>
                <c:pt idx="355">
                  <c:v>0.068</c:v>
                </c:pt>
                <c:pt idx="356">
                  <c:v>0.064</c:v>
                </c:pt>
                <c:pt idx="357">
                  <c:v>0.058</c:v>
                </c:pt>
                <c:pt idx="358">
                  <c:v>0.058</c:v>
                </c:pt>
                <c:pt idx="359">
                  <c:v>0.058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-1468648000"/>
        <c:axId val="-1468643104"/>
      </c:lineChart>
      <c:catAx>
        <c:axId val="-1468648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lang="zh-CN" altLang="en-US" sz="12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43104"/>
        <c:crosses val="autoZero"/>
        <c:auto val="1"/>
        <c:lblAlgn val="ctr"/>
        <c:lblOffset val="100"/>
        <c:tickLblSkip val="30"/>
        <c:noMultiLvlLbl val="0"/>
      </c:catAx>
      <c:valAx>
        <c:axId val="-1468643104"/>
        <c:scaling>
          <c:orientation val="minMax"/>
          <c:max val="0.45"/>
          <c:min val="0"/>
        </c:scaling>
        <c:delete val="0"/>
        <c:axPos val="l"/>
        <c:numFmt formatCode="#,##0.000_);[Red]\(#,##0.00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altLang="en-US" sz="12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48000"/>
        <c:crosses val="autoZero"/>
        <c:crossBetween val="between"/>
        <c:majorUnit val="0.05"/>
      </c:valAx>
      <c:spPr>
        <a:noFill/>
        <a:ln w="25400"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altLang="en-US" sz="13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altLang="en-US" sz="13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24281397704091"/>
          <c:y val="0.921384149258491"/>
          <c:w val="0.459480379031438"/>
          <c:h val="0.061902244678353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altLang="en-US" sz="1300" b="0" i="0" u="none" strike="noStrike" kern="1200" baseline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 algn="ctr">
        <a:defRPr lang="zh-CN" altLang="en-US" sz="1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466372225638732"/>
          <c:y val="0.0304037024731131"/>
          <c:w val="0.922524738636999"/>
          <c:h val="0.765992283898673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前1个月均值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dLbls>
            <c:delete val="1"/>
          </c:dLbls>
          <c:cat>
            <c:strRef>
              <c:f>Sheet1!$A$2:$A$361</c:f>
              <c:strCache>
                <c:ptCount val="360"/>
                <c:pt idx="0">
                  <c:v>06:00</c:v>
                </c:pt>
                <c:pt idx="1">
                  <c:v>06:03</c:v>
                </c:pt>
                <c:pt idx="2">
                  <c:v>06:06</c:v>
                </c:pt>
                <c:pt idx="3">
                  <c:v>06:09</c:v>
                </c:pt>
                <c:pt idx="4">
                  <c:v>06:12</c:v>
                </c:pt>
                <c:pt idx="5">
                  <c:v>06:15</c:v>
                </c:pt>
                <c:pt idx="6">
                  <c:v>06:18</c:v>
                </c:pt>
                <c:pt idx="7">
                  <c:v>06:21</c:v>
                </c:pt>
                <c:pt idx="8">
                  <c:v>06:24</c:v>
                </c:pt>
                <c:pt idx="9">
                  <c:v>06:27</c:v>
                </c:pt>
                <c:pt idx="10">
                  <c:v>06:30</c:v>
                </c:pt>
                <c:pt idx="11">
                  <c:v>06:33</c:v>
                </c:pt>
                <c:pt idx="12">
                  <c:v>06:36</c:v>
                </c:pt>
                <c:pt idx="13">
                  <c:v>06:39</c:v>
                </c:pt>
                <c:pt idx="14">
                  <c:v>06:42</c:v>
                </c:pt>
                <c:pt idx="15">
                  <c:v>06:45</c:v>
                </c:pt>
                <c:pt idx="16">
                  <c:v>06:48</c:v>
                </c:pt>
                <c:pt idx="17">
                  <c:v>06:51</c:v>
                </c:pt>
                <c:pt idx="18">
                  <c:v>06:54</c:v>
                </c:pt>
                <c:pt idx="19">
                  <c:v>06:57</c:v>
                </c:pt>
                <c:pt idx="20">
                  <c:v>07:00</c:v>
                </c:pt>
                <c:pt idx="21">
                  <c:v>07:03</c:v>
                </c:pt>
                <c:pt idx="22">
                  <c:v>07:06</c:v>
                </c:pt>
                <c:pt idx="23">
                  <c:v>07:09</c:v>
                </c:pt>
                <c:pt idx="24">
                  <c:v>07:12</c:v>
                </c:pt>
                <c:pt idx="25">
                  <c:v>07:15</c:v>
                </c:pt>
                <c:pt idx="26">
                  <c:v>07:18</c:v>
                </c:pt>
                <c:pt idx="27">
                  <c:v>07:21</c:v>
                </c:pt>
                <c:pt idx="28">
                  <c:v>07:24</c:v>
                </c:pt>
                <c:pt idx="29">
                  <c:v>07:27</c:v>
                </c:pt>
                <c:pt idx="30">
                  <c:v>07:30</c:v>
                </c:pt>
                <c:pt idx="31">
                  <c:v>07:33</c:v>
                </c:pt>
                <c:pt idx="32">
                  <c:v>07:36</c:v>
                </c:pt>
                <c:pt idx="33">
                  <c:v>07:39</c:v>
                </c:pt>
                <c:pt idx="34">
                  <c:v>07:42</c:v>
                </c:pt>
                <c:pt idx="35">
                  <c:v>07:45</c:v>
                </c:pt>
                <c:pt idx="36">
                  <c:v>07:48</c:v>
                </c:pt>
                <c:pt idx="37">
                  <c:v>07:51</c:v>
                </c:pt>
                <c:pt idx="38">
                  <c:v>07:54</c:v>
                </c:pt>
                <c:pt idx="39">
                  <c:v>07:57</c:v>
                </c:pt>
                <c:pt idx="40">
                  <c:v>08:00</c:v>
                </c:pt>
                <c:pt idx="41">
                  <c:v>08:03</c:v>
                </c:pt>
                <c:pt idx="42">
                  <c:v>08:06</c:v>
                </c:pt>
                <c:pt idx="43">
                  <c:v>08:09</c:v>
                </c:pt>
                <c:pt idx="44">
                  <c:v>08:12</c:v>
                </c:pt>
                <c:pt idx="45">
                  <c:v>08:15</c:v>
                </c:pt>
                <c:pt idx="46">
                  <c:v>08:18</c:v>
                </c:pt>
                <c:pt idx="47">
                  <c:v>08:21</c:v>
                </c:pt>
                <c:pt idx="48">
                  <c:v>08:24</c:v>
                </c:pt>
                <c:pt idx="49">
                  <c:v>08:27</c:v>
                </c:pt>
                <c:pt idx="50">
                  <c:v>08:30</c:v>
                </c:pt>
                <c:pt idx="51">
                  <c:v>08:33</c:v>
                </c:pt>
                <c:pt idx="52">
                  <c:v>08:36</c:v>
                </c:pt>
                <c:pt idx="53">
                  <c:v>08:39</c:v>
                </c:pt>
                <c:pt idx="54">
                  <c:v>08:42</c:v>
                </c:pt>
                <c:pt idx="55">
                  <c:v>08:45</c:v>
                </c:pt>
                <c:pt idx="56">
                  <c:v>08:48</c:v>
                </c:pt>
                <c:pt idx="57">
                  <c:v>08:51</c:v>
                </c:pt>
                <c:pt idx="58">
                  <c:v>08:54</c:v>
                </c:pt>
                <c:pt idx="59">
                  <c:v>08:57</c:v>
                </c:pt>
                <c:pt idx="60">
                  <c:v>09:00</c:v>
                </c:pt>
                <c:pt idx="61">
                  <c:v>09:03</c:v>
                </c:pt>
                <c:pt idx="62">
                  <c:v>09:06</c:v>
                </c:pt>
                <c:pt idx="63">
                  <c:v>09:09</c:v>
                </c:pt>
                <c:pt idx="64">
                  <c:v>09:12</c:v>
                </c:pt>
                <c:pt idx="65">
                  <c:v>09:15</c:v>
                </c:pt>
                <c:pt idx="66">
                  <c:v>09:18</c:v>
                </c:pt>
                <c:pt idx="67">
                  <c:v>09:21</c:v>
                </c:pt>
                <c:pt idx="68">
                  <c:v>09:24</c:v>
                </c:pt>
                <c:pt idx="69">
                  <c:v>09:27</c:v>
                </c:pt>
                <c:pt idx="70">
                  <c:v>09:30</c:v>
                </c:pt>
                <c:pt idx="71">
                  <c:v>09:33</c:v>
                </c:pt>
                <c:pt idx="72">
                  <c:v>09:36</c:v>
                </c:pt>
                <c:pt idx="73">
                  <c:v>09:39</c:v>
                </c:pt>
                <c:pt idx="74">
                  <c:v>09:42</c:v>
                </c:pt>
                <c:pt idx="75">
                  <c:v>09:45</c:v>
                </c:pt>
                <c:pt idx="76">
                  <c:v>09:48</c:v>
                </c:pt>
                <c:pt idx="77">
                  <c:v>09:51</c:v>
                </c:pt>
                <c:pt idx="78">
                  <c:v>09:54</c:v>
                </c:pt>
                <c:pt idx="79">
                  <c:v>09:57</c:v>
                </c:pt>
                <c:pt idx="80">
                  <c:v>10:00</c:v>
                </c:pt>
                <c:pt idx="81">
                  <c:v>10:03</c:v>
                </c:pt>
                <c:pt idx="82">
                  <c:v>10:06</c:v>
                </c:pt>
                <c:pt idx="83">
                  <c:v>10:09</c:v>
                </c:pt>
                <c:pt idx="84">
                  <c:v>10:12</c:v>
                </c:pt>
                <c:pt idx="85">
                  <c:v>10:15</c:v>
                </c:pt>
                <c:pt idx="86">
                  <c:v>10:18</c:v>
                </c:pt>
                <c:pt idx="87">
                  <c:v>10:21</c:v>
                </c:pt>
                <c:pt idx="88">
                  <c:v>10:24</c:v>
                </c:pt>
                <c:pt idx="89">
                  <c:v>10:27</c:v>
                </c:pt>
                <c:pt idx="90">
                  <c:v>10:30</c:v>
                </c:pt>
                <c:pt idx="91">
                  <c:v>10:33</c:v>
                </c:pt>
                <c:pt idx="92">
                  <c:v>10:36</c:v>
                </c:pt>
                <c:pt idx="93">
                  <c:v>10:39</c:v>
                </c:pt>
                <c:pt idx="94">
                  <c:v>10:42</c:v>
                </c:pt>
                <c:pt idx="95">
                  <c:v>10:45</c:v>
                </c:pt>
                <c:pt idx="96">
                  <c:v>10:48</c:v>
                </c:pt>
                <c:pt idx="97">
                  <c:v>10:51</c:v>
                </c:pt>
                <c:pt idx="98">
                  <c:v>10:54</c:v>
                </c:pt>
                <c:pt idx="99">
                  <c:v>10:57</c:v>
                </c:pt>
                <c:pt idx="100">
                  <c:v>11:00</c:v>
                </c:pt>
                <c:pt idx="101">
                  <c:v>11:03</c:v>
                </c:pt>
                <c:pt idx="102">
                  <c:v>11:06</c:v>
                </c:pt>
                <c:pt idx="103">
                  <c:v>11:09</c:v>
                </c:pt>
                <c:pt idx="104">
                  <c:v>11:12</c:v>
                </c:pt>
                <c:pt idx="105">
                  <c:v>11:15</c:v>
                </c:pt>
                <c:pt idx="106">
                  <c:v>11:18</c:v>
                </c:pt>
                <c:pt idx="107">
                  <c:v>11:21</c:v>
                </c:pt>
                <c:pt idx="108">
                  <c:v>11:24</c:v>
                </c:pt>
                <c:pt idx="109">
                  <c:v>11:27</c:v>
                </c:pt>
                <c:pt idx="110">
                  <c:v>11:30</c:v>
                </c:pt>
                <c:pt idx="111">
                  <c:v>11:33</c:v>
                </c:pt>
                <c:pt idx="112">
                  <c:v>11:36</c:v>
                </c:pt>
                <c:pt idx="113">
                  <c:v>11:39</c:v>
                </c:pt>
                <c:pt idx="114">
                  <c:v>11:42</c:v>
                </c:pt>
                <c:pt idx="115">
                  <c:v>11:45</c:v>
                </c:pt>
                <c:pt idx="116">
                  <c:v>11:48</c:v>
                </c:pt>
                <c:pt idx="117">
                  <c:v>11:51</c:v>
                </c:pt>
                <c:pt idx="118">
                  <c:v>11:54</c:v>
                </c:pt>
                <c:pt idx="119">
                  <c:v>11:57</c:v>
                </c:pt>
                <c:pt idx="120">
                  <c:v>12:00</c:v>
                </c:pt>
                <c:pt idx="121">
                  <c:v>12:03</c:v>
                </c:pt>
                <c:pt idx="122">
                  <c:v>12:06</c:v>
                </c:pt>
                <c:pt idx="123">
                  <c:v>12:09</c:v>
                </c:pt>
                <c:pt idx="124">
                  <c:v>12:12</c:v>
                </c:pt>
                <c:pt idx="125">
                  <c:v>12:15</c:v>
                </c:pt>
                <c:pt idx="126">
                  <c:v>12:18</c:v>
                </c:pt>
                <c:pt idx="127">
                  <c:v>12:21</c:v>
                </c:pt>
                <c:pt idx="128">
                  <c:v>12:24</c:v>
                </c:pt>
                <c:pt idx="129">
                  <c:v>12:27</c:v>
                </c:pt>
                <c:pt idx="130">
                  <c:v>12:30</c:v>
                </c:pt>
                <c:pt idx="131">
                  <c:v>12:33</c:v>
                </c:pt>
                <c:pt idx="132">
                  <c:v>12:36</c:v>
                </c:pt>
                <c:pt idx="133">
                  <c:v>12:39</c:v>
                </c:pt>
                <c:pt idx="134">
                  <c:v>12:42</c:v>
                </c:pt>
                <c:pt idx="135">
                  <c:v>12:45</c:v>
                </c:pt>
                <c:pt idx="136">
                  <c:v>12:48</c:v>
                </c:pt>
                <c:pt idx="137">
                  <c:v>12:51</c:v>
                </c:pt>
                <c:pt idx="138">
                  <c:v>12:54</c:v>
                </c:pt>
                <c:pt idx="139">
                  <c:v>12:57</c:v>
                </c:pt>
                <c:pt idx="140">
                  <c:v>13:00</c:v>
                </c:pt>
                <c:pt idx="141">
                  <c:v>13:03</c:v>
                </c:pt>
                <c:pt idx="142">
                  <c:v>13:06</c:v>
                </c:pt>
                <c:pt idx="143">
                  <c:v>13:09</c:v>
                </c:pt>
                <c:pt idx="144">
                  <c:v>13:12</c:v>
                </c:pt>
                <c:pt idx="145">
                  <c:v>13:15</c:v>
                </c:pt>
                <c:pt idx="146">
                  <c:v>13:18</c:v>
                </c:pt>
                <c:pt idx="147">
                  <c:v>13:21</c:v>
                </c:pt>
                <c:pt idx="148">
                  <c:v>13:24</c:v>
                </c:pt>
                <c:pt idx="149">
                  <c:v>13:27</c:v>
                </c:pt>
                <c:pt idx="150">
                  <c:v>13:30</c:v>
                </c:pt>
                <c:pt idx="151">
                  <c:v>13:33</c:v>
                </c:pt>
                <c:pt idx="152">
                  <c:v>13:36</c:v>
                </c:pt>
                <c:pt idx="153">
                  <c:v>13:39</c:v>
                </c:pt>
                <c:pt idx="154">
                  <c:v>13:42</c:v>
                </c:pt>
                <c:pt idx="155">
                  <c:v>13:45</c:v>
                </c:pt>
                <c:pt idx="156">
                  <c:v>13:48</c:v>
                </c:pt>
                <c:pt idx="157">
                  <c:v>13:51</c:v>
                </c:pt>
                <c:pt idx="158">
                  <c:v>13:54</c:v>
                </c:pt>
                <c:pt idx="159">
                  <c:v>13:57</c:v>
                </c:pt>
                <c:pt idx="160">
                  <c:v>14:00</c:v>
                </c:pt>
                <c:pt idx="161">
                  <c:v>14:03</c:v>
                </c:pt>
                <c:pt idx="162">
                  <c:v>14:06</c:v>
                </c:pt>
                <c:pt idx="163">
                  <c:v>14:09</c:v>
                </c:pt>
                <c:pt idx="164">
                  <c:v>14:12</c:v>
                </c:pt>
                <c:pt idx="165">
                  <c:v>14:15</c:v>
                </c:pt>
                <c:pt idx="166">
                  <c:v>14:18</c:v>
                </c:pt>
                <c:pt idx="167">
                  <c:v>14:21</c:v>
                </c:pt>
                <c:pt idx="168">
                  <c:v>14:24</c:v>
                </c:pt>
                <c:pt idx="169">
                  <c:v>14:27</c:v>
                </c:pt>
                <c:pt idx="170">
                  <c:v>14:30</c:v>
                </c:pt>
                <c:pt idx="171">
                  <c:v>14:33</c:v>
                </c:pt>
                <c:pt idx="172">
                  <c:v>14:36</c:v>
                </c:pt>
                <c:pt idx="173">
                  <c:v>14:39</c:v>
                </c:pt>
                <c:pt idx="174">
                  <c:v>14:42</c:v>
                </c:pt>
                <c:pt idx="175">
                  <c:v>14:45</c:v>
                </c:pt>
                <c:pt idx="176">
                  <c:v>14:48</c:v>
                </c:pt>
                <c:pt idx="177">
                  <c:v>14:51</c:v>
                </c:pt>
                <c:pt idx="178">
                  <c:v>14:54</c:v>
                </c:pt>
                <c:pt idx="179">
                  <c:v>14:57</c:v>
                </c:pt>
                <c:pt idx="180">
                  <c:v>15:00</c:v>
                </c:pt>
                <c:pt idx="181">
                  <c:v>15:03</c:v>
                </c:pt>
                <c:pt idx="182">
                  <c:v>15:06</c:v>
                </c:pt>
                <c:pt idx="183">
                  <c:v>15:09</c:v>
                </c:pt>
                <c:pt idx="184">
                  <c:v>15:12</c:v>
                </c:pt>
                <c:pt idx="185">
                  <c:v>15:15</c:v>
                </c:pt>
                <c:pt idx="186">
                  <c:v>15:18</c:v>
                </c:pt>
                <c:pt idx="187">
                  <c:v>15:21</c:v>
                </c:pt>
                <c:pt idx="188">
                  <c:v>15:24</c:v>
                </c:pt>
                <c:pt idx="189">
                  <c:v>15:27</c:v>
                </c:pt>
                <c:pt idx="190">
                  <c:v>15:30</c:v>
                </c:pt>
                <c:pt idx="191">
                  <c:v>15:33</c:v>
                </c:pt>
                <c:pt idx="192">
                  <c:v>15:36</c:v>
                </c:pt>
                <c:pt idx="193">
                  <c:v>15:39</c:v>
                </c:pt>
                <c:pt idx="194">
                  <c:v>15:42</c:v>
                </c:pt>
                <c:pt idx="195">
                  <c:v>15:45</c:v>
                </c:pt>
                <c:pt idx="196">
                  <c:v>15:48</c:v>
                </c:pt>
                <c:pt idx="197">
                  <c:v>15:51</c:v>
                </c:pt>
                <c:pt idx="198">
                  <c:v>15:54</c:v>
                </c:pt>
                <c:pt idx="199">
                  <c:v>15:57</c:v>
                </c:pt>
                <c:pt idx="200">
                  <c:v>16:00</c:v>
                </c:pt>
                <c:pt idx="201">
                  <c:v>16:03</c:v>
                </c:pt>
                <c:pt idx="202">
                  <c:v>16:06</c:v>
                </c:pt>
                <c:pt idx="203">
                  <c:v>16:09</c:v>
                </c:pt>
                <c:pt idx="204">
                  <c:v>16:12</c:v>
                </c:pt>
                <c:pt idx="205">
                  <c:v>16:15</c:v>
                </c:pt>
                <c:pt idx="206">
                  <c:v>16:18</c:v>
                </c:pt>
                <c:pt idx="207">
                  <c:v>16:21</c:v>
                </c:pt>
                <c:pt idx="208">
                  <c:v>16:24</c:v>
                </c:pt>
                <c:pt idx="209">
                  <c:v>16:27</c:v>
                </c:pt>
                <c:pt idx="210">
                  <c:v>16:30</c:v>
                </c:pt>
                <c:pt idx="211">
                  <c:v>16:33</c:v>
                </c:pt>
                <c:pt idx="212">
                  <c:v>16:36</c:v>
                </c:pt>
                <c:pt idx="213">
                  <c:v>16:39</c:v>
                </c:pt>
                <c:pt idx="214">
                  <c:v>16:42</c:v>
                </c:pt>
                <c:pt idx="215">
                  <c:v>16:45</c:v>
                </c:pt>
                <c:pt idx="216">
                  <c:v>16:48</c:v>
                </c:pt>
                <c:pt idx="217">
                  <c:v>16:51</c:v>
                </c:pt>
                <c:pt idx="218">
                  <c:v>16:54</c:v>
                </c:pt>
                <c:pt idx="219">
                  <c:v>16:57</c:v>
                </c:pt>
                <c:pt idx="220">
                  <c:v>17:00</c:v>
                </c:pt>
                <c:pt idx="221">
                  <c:v>17:03</c:v>
                </c:pt>
                <c:pt idx="222">
                  <c:v>17:06</c:v>
                </c:pt>
                <c:pt idx="223">
                  <c:v>17:09</c:v>
                </c:pt>
                <c:pt idx="224">
                  <c:v>17:12</c:v>
                </c:pt>
                <c:pt idx="225">
                  <c:v>17:15</c:v>
                </c:pt>
                <c:pt idx="226">
                  <c:v>17:18</c:v>
                </c:pt>
                <c:pt idx="227">
                  <c:v>17:21</c:v>
                </c:pt>
                <c:pt idx="228">
                  <c:v>17:24</c:v>
                </c:pt>
                <c:pt idx="229">
                  <c:v>17:27</c:v>
                </c:pt>
                <c:pt idx="230">
                  <c:v>17:30</c:v>
                </c:pt>
                <c:pt idx="231">
                  <c:v>17:33</c:v>
                </c:pt>
                <c:pt idx="232">
                  <c:v>17:36</c:v>
                </c:pt>
                <c:pt idx="233">
                  <c:v>17:39</c:v>
                </c:pt>
                <c:pt idx="234">
                  <c:v>17:42</c:v>
                </c:pt>
                <c:pt idx="235">
                  <c:v>17:45</c:v>
                </c:pt>
                <c:pt idx="236">
                  <c:v>17:48</c:v>
                </c:pt>
                <c:pt idx="237">
                  <c:v>17:51</c:v>
                </c:pt>
                <c:pt idx="238">
                  <c:v>17:54</c:v>
                </c:pt>
                <c:pt idx="239">
                  <c:v>17:57</c:v>
                </c:pt>
                <c:pt idx="240">
                  <c:v>18:00</c:v>
                </c:pt>
                <c:pt idx="241">
                  <c:v>18:03</c:v>
                </c:pt>
                <c:pt idx="242">
                  <c:v>18:06</c:v>
                </c:pt>
                <c:pt idx="243">
                  <c:v>18:09</c:v>
                </c:pt>
                <c:pt idx="244">
                  <c:v>18:12</c:v>
                </c:pt>
                <c:pt idx="245">
                  <c:v>18:15</c:v>
                </c:pt>
                <c:pt idx="246">
                  <c:v>18:18</c:v>
                </c:pt>
                <c:pt idx="247">
                  <c:v>18:21</c:v>
                </c:pt>
                <c:pt idx="248">
                  <c:v>18:24</c:v>
                </c:pt>
                <c:pt idx="249">
                  <c:v>18:27</c:v>
                </c:pt>
                <c:pt idx="250">
                  <c:v>18:30</c:v>
                </c:pt>
                <c:pt idx="251">
                  <c:v>18:33</c:v>
                </c:pt>
                <c:pt idx="252">
                  <c:v>18:36</c:v>
                </c:pt>
                <c:pt idx="253">
                  <c:v>18:39</c:v>
                </c:pt>
                <c:pt idx="254">
                  <c:v>18:42</c:v>
                </c:pt>
                <c:pt idx="255">
                  <c:v>18:45</c:v>
                </c:pt>
                <c:pt idx="256">
                  <c:v>18:48</c:v>
                </c:pt>
                <c:pt idx="257">
                  <c:v>18:51</c:v>
                </c:pt>
                <c:pt idx="258">
                  <c:v>18:54</c:v>
                </c:pt>
                <c:pt idx="259">
                  <c:v>18:57</c:v>
                </c:pt>
                <c:pt idx="260">
                  <c:v>19:00</c:v>
                </c:pt>
                <c:pt idx="261">
                  <c:v>19:03</c:v>
                </c:pt>
                <c:pt idx="262">
                  <c:v>19:06</c:v>
                </c:pt>
                <c:pt idx="263">
                  <c:v>19:09</c:v>
                </c:pt>
                <c:pt idx="264">
                  <c:v>19:12</c:v>
                </c:pt>
                <c:pt idx="265">
                  <c:v>19:15</c:v>
                </c:pt>
                <c:pt idx="266">
                  <c:v>19:18</c:v>
                </c:pt>
                <c:pt idx="267">
                  <c:v>19:21</c:v>
                </c:pt>
                <c:pt idx="268">
                  <c:v>19:24</c:v>
                </c:pt>
                <c:pt idx="269">
                  <c:v>19:27</c:v>
                </c:pt>
                <c:pt idx="270">
                  <c:v>19:30</c:v>
                </c:pt>
                <c:pt idx="271">
                  <c:v>19:33</c:v>
                </c:pt>
                <c:pt idx="272">
                  <c:v>19:36</c:v>
                </c:pt>
                <c:pt idx="273">
                  <c:v>19:39</c:v>
                </c:pt>
                <c:pt idx="274">
                  <c:v>19:42</c:v>
                </c:pt>
                <c:pt idx="275">
                  <c:v>19:45</c:v>
                </c:pt>
                <c:pt idx="276">
                  <c:v>19:48</c:v>
                </c:pt>
                <c:pt idx="277">
                  <c:v>19:51</c:v>
                </c:pt>
                <c:pt idx="278">
                  <c:v>19:54</c:v>
                </c:pt>
                <c:pt idx="279">
                  <c:v>19:57</c:v>
                </c:pt>
                <c:pt idx="280">
                  <c:v>20:00</c:v>
                </c:pt>
                <c:pt idx="281">
                  <c:v>20:03</c:v>
                </c:pt>
                <c:pt idx="282">
                  <c:v>20:06</c:v>
                </c:pt>
                <c:pt idx="283">
                  <c:v>20:09</c:v>
                </c:pt>
                <c:pt idx="284">
                  <c:v>20:12</c:v>
                </c:pt>
                <c:pt idx="285">
                  <c:v>20:15</c:v>
                </c:pt>
                <c:pt idx="286">
                  <c:v>20:18</c:v>
                </c:pt>
                <c:pt idx="287">
                  <c:v>20:21</c:v>
                </c:pt>
                <c:pt idx="288">
                  <c:v>20:24</c:v>
                </c:pt>
                <c:pt idx="289">
                  <c:v>20:27</c:v>
                </c:pt>
                <c:pt idx="290">
                  <c:v>20:30</c:v>
                </c:pt>
                <c:pt idx="291">
                  <c:v>20:33</c:v>
                </c:pt>
                <c:pt idx="292">
                  <c:v>20:36</c:v>
                </c:pt>
                <c:pt idx="293">
                  <c:v>20:39</c:v>
                </c:pt>
                <c:pt idx="294">
                  <c:v>20:42</c:v>
                </c:pt>
                <c:pt idx="295">
                  <c:v>20:45</c:v>
                </c:pt>
                <c:pt idx="296">
                  <c:v>20:48</c:v>
                </c:pt>
                <c:pt idx="297">
                  <c:v>20:51</c:v>
                </c:pt>
                <c:pt idx="298">
                  <c:v>20:54</c:v>
                </c:pt>
                <c:pt idx="299">
                  <c:v>20:57</c:v>
                </c:pt>
                <c:pt idx="300">
                  <c:v>21:00</c:v>
                </c:pt>
                <c:pt idx="301">
                  <c:v>21:03</c:v>
                </c:pt>
                <c:pt idx="302">
                  <c:v>21:06</c:v>
                </c:pt>
                <c:pt idx="303">
                  <c:v>21:09</c:v>
                </c:pt>
                <c:pt idx="304">
                  <c:v>21:12</c:v>
                </c:pt>
                <c:pt idx="305">
                  <c:v>21:15</c:v>
                </c:pt>
                <c:pt idx="306">
                  <c:v>21:18</c:v>
                </c:pt>
                <c:pt idx="307">
                  <c:v>21:21</c:v>
                </c:pt>
                <c:pt idx="308">
                  <c:v>21:24</c:v>
                </c:pt>
                <c:pt idx="309">
                  <c:v>21:27</c:v>
                </c:pt>
                <c:pt idx="310">
                  <c:v>21:30</c:v>
                </c:pt>
                <c:pt idx="311">
                  <c:v>21:33</c:v>
                </c:pt>
                <c:pt idx="312">
                  <c:v>21:36</c:v>
                </c:pt>
                <c:pt idx="313">
                  <c:v>21:39</c:v>
                </c:pt>
                <c:pt idx="314">
                  <c:v>21:42</c:v>
                </c:pt>
                <c:pt idx="315">
                  <c:v>21:45</c:v>
                </c:pt>
                <c:pt idx="316">
                  <c:v>21:48</c:v>
                </c:pt>
                <c:pt idx="317">
                  <c:v>21:51</c:v>
                </c:pt>
                <c:pt idx="318">
                  <c:v>21:54</c:v>
                </c:pt>
                <c:pt idx="319">
                  <c:v>21:57</c:v>
                </c:pt>
                <c:pt idx="320">
                  <c:v>22:00</c:v>
                </c:pt>
                <c:pt idx="321">
                  <c:v>22:03</c:v>
                </c:pt>
                <c:pt idx="322">
                  <c:v>22:06</c:v>
                </c:pt>
                <c:pt idx="323">
                  <c:v>22:09</c:v>
                </c:pt>
                <c:pt idx="324">
                  <c:v>22:12</c:v>
                </c:pt>
                <c:pt idx="325">
                  <c:v>22:15</c:v>
                </c:pt>
                <c:pt idx="326">
                  <c:v>22:18</c:v>
                </c:pt>
                <c:pt idx="327">
                  <c:v>22:21</c:v>
                </c:pt>
                <c:pt idx="328">
                  <c:v>22:24</c:v>
                </c:pt>
                <c:pt idx="329">
                  <c:v>22:27</c:v>
                </c:pt>
                <c:pt idx="330">
                  <c:v>22:30</c:v>
                </c:pt>
                <c:pt idx="331">
                  <c:v>22:33</c:v>
                </c:pt>
                <c:pt idx="332">
                  <c:v>22:36</c:v>
                </c:pt>
                <c:pt idx="333">
                  <c:v>22:39</c:v>
                </c:pt>
                <c:pt idx="334">
                  <c:v>22:42</c:v>
                </c:pt>
                <c:pt idx="335">
                  <c:v>22:45</c:v>
                </c:pt>
                <c:pt idx="336">
                  <c:v>22:48</c:v>
                </c:pt>
                <c:pt idx="337">
                  <c:v>22:51</c:v>
                </c:pt>
                <c:pt idx="338">
                  <c:v>22:54</c:v>
                </c:pt>
                <c:pt idx="339">
                  <c:v>22:57</c:v>
                </c:pt>
                <c:pt idx="340">
                  <c:v>23:00</c:v>
                </c:pt>
                <c:pt idx="341">
                  <c:v>23:03</c:v>
                </c:pt>
                <c:pt idx="342">
                  <c:v>23:06</c:v>
                </c:pt>
                <c:pt idx="343">
                  <c:v>23:09</c:v>
                </c:pt>
                <c:pt idx="344">
                  <c:v>23:12</c:v>
                </c:pt>
                <c:pt idx="345">
                  <c:v>23:15</c:v>
                </c:pt>
                <c:pt idx="346">
                  <c:v>23:18</c:v>
                </c:pt>
                <c:pt idx="347">
                  <c:v>23:21</c:v>
                </c:pt>
                <c:pt idx="348">
                  <c:v>23:24</c:v>
                </c:pt>
                <c:pt idx="349">
                  <c:v>23:27</c:v>
                </c:pt>
                <c:pt idx="350">
                  <c:v>23:30</c:v>
                </c:pt>
                <c:pt idx="351">
                  <c:v>23:33</c:v>
                </c:pt>
                <c:pt idx="352">
                  <c:v>23:36</c:v>
                </c:pt>
                <c:pt idx="353">
                  <c:v>23:39</c:v>
                </c:pt>
                <c:pt idx="354">
                  <c:v>23:42</c:v>
                </c:pt>
                <c:pt idx="355">
                  <c:v>23:45</c:v>
                </c:pt>
                <c:pt idx="356">
                  <c:v>23:48</c:v>
                </c:pt>
                <c:pt idx="357">
                  <c:v>23:51</c:v>
                </c:pt>
                <c:pt idx="358">
                  <c:v>23:54</c:v>
                </c:pt>
                <c:pt idx="359">
                  <c:v>23:57</c:v>
                </c:pt>
              </c:strCache>
            </c:strRef>
          </c:cat>
          <c:val>
            <c:numRef>
              <c:f>Sheet1!$B$2:$B$361</c:f>
              <c:numCache>
                <c:formatCode>General</c:formatCode>
                <c:ptCount val="360"/>
                <c:pt idx="0">
                  <c:v>0.201</c:v>
                </c:pt>
                <c:pt idx="1">
                  <c:v>0.172</c:v>
                </c:pt>
                <c:pt idx="2">
                  <c:v>0.225</c:v>
                </c:pt>
                <c:pt idx="3">
                  <c:v>0.254</c:v>
                </c:pt>
                <c:pt idx="4">
                  <c:v>0.247</c:v>
                </c:pt>
                <c:pt idx="5">
                  <c:v>0.336</c:v>
                </c:pt>
                <c:pt idx="6">
                  <c:v>0.301</c:v>
                </c:pt>
                <c:pt idx="7">
                  <c:v>0.293</c:v>
                </c:pt>
                <c:pt idx="8">
                  <c:v>0.305</c:v>
                </c:pt>
                <c:pt idx="9">
                  <c:v>0.257</c:v>
                </c:pt>
                <c:pt idx="10">
                  <c:v>0.354</c:v>
                </c:pt>
                <c:pt idx="11">
                  <c:v>0.469</c:v>
                </c:pt>
                <c:pt idx="12">
                  <c:v>0.385</c:v>
                </c:pt>
                <c:pt idx="13">
                  <c:v>0.373</c:v>
                </c:pt>
                <c:pt idx="14">
                  <c:v>0.399</c:v>
                </c:pt>
                <c:pt idx="15">
                  <c:v>0.416</c:v>
                </c:pt>
                <c:pt idx="16">
                  <c:v>0.354</c:v>
                </c:pt>
                <c:pt idx="17">
                  <c:v>0.304</c:v>
                </c:pt>
                <c:pt idx="18">
                  <c:v>0.292</c:v>
                </c:pt>
                <c:pt idx="19">
                  <c:v>0.393</c:v>
                </c:pt>
                <c:pt idx="20">
                  <c:v>0.525</c:v>
                </c:pt>
                <c:pt idx="21">
                  <c:v>0.427</c:v>
                </c:pt>
                <c:pt idx="22">
                  <c:v>0.418</c:v>
                </c:pt>
                <c:pt idx="23">
                  <c:v>0.414</c:v>
                </c:pt>
                <c:pt idx="24">
                  <c:v>0.446</c:v>
                </c:pt>
                <c:pt idx="25">
                  <c:v>0.56</c:v>
                </c:pt>
                <c:pt idx="26">
                  <c:v>0.52</c:v>
                </c:pt>
                <c:pt idx="27">
                  <c:v>0.55</c:v>
                </c:pt>
                <c:pt idx="28">
                  <c:v>0.653</c:v>
                </c:pt>
                <c:pt idx="29">
                  <c:v>0.626</c:v>
                </c:pt>
                <c:pt idx="30">
                  <c:v>0.597</c:v>
                </c:pt>
                <c:pt idx="31">
                  <c:v>0.615</c:v>
                </c:pt>
                <c:pt idx="32">
                  <c:v>0.647</c:v>
                </c:pt>
                <c:pt idx="33">
                  <c:v>0.605</c:v>
                </c:pt>
                <c:pt idx="34">
                  <c:v>0.647</c:v>
                </c:pt>
                <c:pt idx="35">
                  <c:v>0.646</c:v>
                </c:pt>
                <c:pt idx="36">
                  <c:v>0.757</c:v>
                </c:pt>
                <c:pt idx="37">
                  <c:v>0.697</c:v>
                </c:pt>
                <c:pt idx="38">
                  <c:v>0.714</c:v>
                </c:pt>
                <c:pt idx="39">
                  <c:v>0.817</c:v>
                </c:pt>
                <c:pt idx="40">
                  <c:v>0.735</c:v>
                </c:pt>
                <c:pt idx="41">
                  <c:v>0.9</c:v>
                </c:pt>
                <c:pt idx="42">
                  <c:v>0.943</c:v>
                </c:pt>
                <c:pt idx="43">
                  <c:v>0.965</c:v>
                </c:pt>
                <c:pt idx="44">
                  <c:v>1.025</c:v>
                </c:pt>
                <c:pt idx="45">
                  <c:v>1.02</c:v>
                </c:pt>
                <c:pt idx="46">
                  <c:v>0.952</c:v>
                </c:pt>
                <c:pt idx="47">
                  <c:v>0.971</c:v>
                </c:pt>
                <c:pt idx="48">
                  <c:v>1.023</c:v>
                </c:pt>
                <c:pt idx="49">
                  <c:v>0.873</c:v>
                </c:pt>
                <c:pt idx="50">
                  <c:v>0.697</c:v>
                </c:pt>
                <c:pt idx="51">
                  <c:v>0.799</c:v>
                </c:pt>
                <c:pt idx="52">
                  <c:v>0.704</c:v>
                </c:pt>
                <c:pt idx="53">
                  <c:v>0.653</c:v>
                </c:pt>
                <c:pt idx="54">
                  <c:v>0.614</c:v>
                </c:pt>
                <c:pt idx="55">
                  <c:v>0.575</c:v>
                </c:pt>
                <c:pt idx="56">
                  <c:v>0.6</c:v>
                </c:pt>
                <c:pt idx="57">
                  <c:v>0.543</c:v>
                </c:pt>
                <c:pt idx="58">
                  <c:v>0.562</c:v>
                </c:pt>
                <c:pt idx="59">
                  <c:v>0.499</c:v>
                </c:pt>
                <c:pt idx="60">
                  <c:v>0.526</c:v>
                </c:pt>
                <c:pt idx="61">
                  <c:v>0.589</c:v>
                </c:pt>
                <c:pt idx="62">
                  <c:v>0.648</c:v>
                </c:pt>
                <c:pt idx="63">
                  <c:v>0.638</c:v>
                </c:pt>
                <c:pt idx="64">
                  <c:v>0.569</c:v>
                </c:pt>
                <c:pt idx="65">
                  <c:v>0.614</c:v>
                </c:pt>
                <c:pt idx="66">
                  <c:v>0.588</c:v>
                </c:pt>
                <c:pt idx="67">
                  <c:v>0.667</c:v>
                </c:pt>
                <c:pt idx="68">
                  <c:v>0.742</c:v>
                </c:pt>
                <c:pt idx="69">
                  <c:v>0.718</c:v>
                </c:pt>
                <c:pt idx="70">
                  <c:v>0.711</c:v>
                </c:pt>
                <c:pt idx="71">
                  <c:v>0.77</c:v>
                </c:pt>
                <c:pt idx="72">
                  <c:v>0.735</c:v>
                </c:pt>
                <c:pt idx="73">
                  <c:v>0.749</c:v>
                </c:pt>
                <c:pt idx="74">
                  <c:v>0.742</c:v>
                </c:pt>
                <c:pt idx="75">
                  <c:v>0.733</c:v>
                </c:pt>
                <c:pt idx="76">
                  <c:v>0.759</c:v>
                </c:pt>
                <c:pt idx="77">
                  <c:v>0.758</c:v>
                </c:pt>
                <c:pt idx="78">
                  <c:v>0.714</c:v>
                </c:pt>
                <c:pt idx="79">
                  <c:v>0.744</c:v>
                </c:pt>
                <c:pt idx="80">
                  <c:v>0.833</c:v>
                </c:pt>
                <c:pt idx="81">
                  <c:v>0.861</c:v>
                </c:pt>
                <c:pt idx="82">
                  <c:v>0.856</c:v>
                </c:pt>
                <c:pt idx="83">
                  <c:v>0.934</c:v>
                </c:pt>
                <c:pt idx="84">
                  <c:v>0.902</c:v>
                </c:pt>
                <c:pt idx="85">
                  <c:v>0.852</c:v>
                </c:pt>
                <c:pt idx="86">
                  <c:v>0.796</c:v>
                </c:pt>
                <c:pt idx="87">
                  <c:v>0.67</c:v>
                </c:pt>
                <c:pt idx="88">
                  <c:v>0.668</c:v>
                </c:pt>
                <c:pt idx="89">
                  <c:v>0.781</c:v>
                </c:pt>
                <c:pt idx="90">
                  <c:v>0.815</c:v>
                </c:pt>
                <c:pt idx="91">
                  <c:v>0.819</c:v>
                </c:pt>
                <c:pt idx="92">
                  <c:v>0.877</c:v>
                </c:pt>
                <c:pt idx="93">
                  <c:v>0.88</c:v>
                </c:pt>
                <c:pt idx="94">
                  <c:v>0.952</c:v>
                </c:pt>
                <c:pt idx="95">
                  <c:v>1.019</c:v>
                </c:pt>
                <c:pt idx="96">
                  <c:v>1.041</c:v>
                </c:pt>
                <c:pt idx="97">
                  <c:v>1.103</c:v>
                </c:pt>
                <c:pt idx="98">
                  <c:v>1.184</c:v>
                </c:pt>
                <c:pt idx="99">
                  <c:v>1.213</c:v>
                </c:pt>
                <c:pt idx="100">
                  <c:v>1.205</c:v>
                </c:pt>
                <c:pt idx="101">
                  <c:v>1.159</c:v>
                </c:pt>
                <c:pt idx="102">
                  <c:v>1.102</c:v>
                </c:pt>
                <c:pt idx="103">
                  <c:v>1.026</c:v>
                </c:pt>
                <c:pt idx="104">
                  <c:v>1.037</c:v>
                </c:pt>
                <c:pt idx="105">
                  <c:v>1.103</c:v>
                </c:pt>
                <c:pt idx="106">
                  <c:v>1.144</c:v>
                </c:pt>
                <c:pt idx="107">
                  <c:v>1.176</c:v>
                </c:pt>
                <c:pt idx="108">
                  <c:v>1.152</c:v>
                </c:pt>
                <c:pt idx="109">
                  <c:v>1.139</c:v>
                </c:pt>
                <c:pt idx="110">
                  <c:v>1.165</c:v>
                </c:pt>
                <c:pt idx="111">
                  <c:v>1.137</c:v>
                </c:pt>
                <c:pt idx="112">
                  <c:v>1.161</c:v>
                </c:pt>
                <c:pt idx="113">
                  <c:v>1.177</c:v>
                </c:pt>
                <c:pt idx="114">
                  <c:v>1.207</c:v>
                </c:pt>
                <c:pt idx="115">
                  <c:v>1.244</c:v>
                </c:pt>
                <c:pt idx="116">
                  <c:v>1.23</c:v>
                </c:pt>
                <c:pt idx="117">
                  <c:v>1.165</c:v>
                </c:pt>
                <c:pt idx="118">
                  <c:v>1.027</c:v>
                </c:pt>
                <c:pt idx="119">
                  <c:v>0.579</c:v>
                </c:pt>
                <c:pt idx="120">
                  <c:v>0.612</c:v>
                </c:pt>
                <c:pt idx="121">
                  <c:v>0.57</c:v>
                </c:pt>
                <c:pt idx="122">
                  <c:v>0.535</c:v>
                </c:pt>
                <c:pt idx="123">
                  <c:v>0.542</c:v>
                </c:pt>
                <c:pt idx="124">
                  <c:v>0.476</c:v>
                </c:pt>
                <c:pt idx="125">
                  <c:v>0.468</c:v>
                </c:pt>
                <c:pt idx="126">
                  <c:v>0.465</c:v>
                </c:pt>
                <c:pt idx="127">
                  <c:v>0.447</c:v>
                </c:pt>
                <c:pt idx="128">
                  <c:v>0.46</c:v>
                </c:pt>
                <c:pt idx="129">
                  <c:v>0.413</c:v>
                </c:pt>
                <c:pt idx="130">
                  <c:v>0.36</c:v>
                </c:pt>
                <c:pt idx="131">
                  <c:v>0.407</c:v>
                </c:pt>
                <c:pt idx="132">
                  <c:v>0.462</c:v>
                </c:pt>
                <c:pt idx="133">
                  <c:v>0.504</c:v>
                </c:pt>
                <c:pt idx="134">
                  <c:v>0.469</c:v>
                </c:pt>
                <c:pt idx="135">
                  <c:v>0.46</c:v>
                </c:pt>
                <c:pt idx="136">
                  <c:v>0.485</c:v>
                </c:pt>
                <c:pt idx="137">
                  <c:v>0.522</c:v>
                </c:pt>
                <c:pt idx="138">
                  <c:v>0.548</c:v>
                </c:pt>
                <c:pt idx="139">
                  <c:v>0.543</c:v>
                </c:pt>
                <c:pt idx="140">
                  <c:v>0.531</c:v>
                </c:pt>
                <c:pt idx="141">
                  <c:v>0.546</c:v>
                </c:pt>
                <c:pt idx="142">
                  <c:v>0.519</c:v>
                </c:pt>
                <c:pt idx="143">
                  <c:v>0.494</c:v>
                </c:pt>
                <c:pt idx="144">
                  <c:v>0.492</c:v>
                </c:pt>
                <c:pt idx="145">
                  <c:v>0.546</c:v>
                </c:pt>
                <c:pt idx="146">
                  <c:v>0.55</c:v>
                </c:pt>
                <c:pt idx="147">
                  <c:v>0.548</c:v>
                </c:pt>
                <c:pt idx="148">
                  <c:v>0.527</c:v>
                </c:pt>
                <c:pt idx="149">
                  <c:v>0.556</c:v>
                </c:pt>
                <c:pt idx="150">
                  <c:v>0.535</c:v>
                </c:pt>
                <c:pt idx="151">
                  <c:v>0.543</c:v>
                </c:pt>
                <c:pt idx="152">
                  <c:v>0.517</c:v>
                </c:pt>
                <c:pt idx="153">
                  <c:v>0.524</c:v>
                </c:pt>
                <c:pt idx="154">
                  <c:v>0.583</c:v>
                </c:pt>
                <c:pt idx="155">
                  <c:v>0.607</c:v>
                </c:pt>
                <c:pt idx="156">
                  <c:v>0.569</c:v>
                </c:pt>
                <c:pt idx="157">
                  <c:v>0.662</c:v>
                </c:pt>
                <c:pt idx="158">
                  <c:v>0.806</c:v>
                </c:pt>
                <c:pt idx="159">
                  <c:v>0.882</c:v>
                </c:pt>
                <c:pt idx="160">
                  <c:v>0.878</c:v>
                </c:pt>
                <c:pt idx="161">
                  <c:v>0.905</c:v>
                </c:pt>
                <c:pt idx="162">
                  <c:v>0.92</c:v>
                </c:pt>
                <c:pt idx="163">
                  <c:v>0.976</c:v>
                </c:pt>
                <c:pt idx="164">
                  <c:v>1.026</c:v>
                </c:pt>
                <c:pt idx="165">
                  <c:v>1.003</c:v>
                </c:pt>
                <c:pt idx="166">
                  <c:v>1.067</c:v>
                </c:pt>
                <c:pt idx="167">
                  <c:v>0.986</c:v>
                </c:pt>
                <c:pt idx="168">
                  <c:v>0.856</c:v>
                </c:pt>
                <c:pt idx="169">
                  <c:v>0.856</c:v>
                </c:pt>
                <c:pt idx="170">
                  <c:v>0.968</c:v>
                </c:pt>
                <c:pt idx="171">
                  <c:v>0.931</c:v>
                </c:pt>
                <c:pt idx="172">
                  <c:v>0.975</c:v>
                </c:pt>
                <c:pt idx="173">
                  <c:v>0.975</c:v>
                </c:pt>
                <c:pt idx="174">
                  <c:v>0.977</c:v>
                </c:pt>
                <c:pt idx="175">
                  <c:v>1.084</c:v>
                </c:pt>
                <c:pt idx="176">
                  <c:v>1.085</c:v>
                </c:pt>
                <c:pt idx="177">
                  <c:v>1.178</c:v>
                </c:pt>
                <c:pt idx="178">
                  <c:v>1.1</c:v>
                </c:pt>
                <c:pt idx="179">
                  <c:v>1.12</c:v>
                </c:pt>
                <c:pt idx="180">
                  <c:v>1.094</c:v>
                </c:pt>
                <c:pt idx="181">
                  <c:v>1.094</c:v>
                </c:pt>
                <c:pt idx="182">
                  <c:v>1.149</c:v>
                </c:pt>
                <c:pt idx="183">
                  <c:v>1.144</c:v>
                </c:pt>
                <c:pt idx="184">
                  <c:v>1.08</c:v>
                </c:pt>
                <c:pt idx="185">
                  <c:v>1.012</c:v>
                </c:pt>
                <c:pt idx="186">
                  <c:v>0.964</c:v>
                </c:pt>
                <c:pt idx="187">
                  <c:v>0.981</c:v>
                </c:pt>
                <c:pt idx="188">
                  <c:v>0.941</c:v>
                </c:pt>
                <c:pt idx="189">
                  <c:v>0.976</c:v>
                </c:pt>
                <c:pt idx="190">
                  <c:v>1.053</c:v>
                </c:pt>
                <c:pt idx="191">
                  <c:v>1.085</c:v>
                </c:pt>
                <c:pt idx="192">
                  <c:v>1.099</c:v>
                </c:pt>
                <c:pt idx="193">
                  <c:v>1.201</c:v>
                </c:pt>
                <c:pt idx="194">
                  <c:v>1.192</c:v>
                </c:pt>
                <c:pt idx="195">
                  <c:v>1.252</c:v>
                </c:pt>
                <c:pt idx="196">
                  <c:v>1.246</c:v>
                </c:pt>
                <c:pt idx="197">
                  <c:v>1.201</c:v>
                </c:pt>
                <c:pt idx="198">
                  <c:v>1.235</c:v>
                </c:pt>
                <c:pt idx="199">
                  <c:v>1.213</c:v>
                </c:pt>
                <c:pt idx="200">
                  <c:v>1.28</c:v>
                </c:pt>
                <c:pt idx="201">
                  <c:v>1.228</c:v>
                </c:pt>
                <c:pt idx="202">
                  <c:v>1.149</c:v>
                </c:pt>
                <c:pt idx="203">
                  <c:v>1.101</c:v>
                </c:pt>
                <c:pt idx="204">
                  <c:v>1.052</c:v>
                </c:pt>
                <c:pt idx="205">
                  <c:v>1.034</c:v>
                </c:pt>
                <c:pt idx="206">
                  <c:v>1.043</c:v>
                </c:pt>
                <c:pt idx="207">
                  <c:v>1.026</c:v>
                </c:pt>
                <c:pt idx="208">
                  <c:v>1.106</c:v>
                </c:pt>
                <c:pt idx="209">
                  <c:v>1.12</c:v>
                </c:pt>
                <c:pt idx="210">
                  <c:v>1.145</c:v>
                </c:pt>
                <c:pt idx="211">
                  <c:v>1.18</c:v>
                </c:pt>
                <c:pt idx="212">
                  <c:v>1.176</c:v>
                </c:pt>
                <c:pt idx="213">
                  <c:v>1.25</c:v>
                </c:pt>
                <c:pt idx="214">
                  <c:v>1.215</c:v>
                </c:pt>
                <c:pt idx="215">
                  <c:v>1.286</c:v>
                </c:pt>
                <c:pt idx="216">
                  <c:v>1.262</c:v>
                </c:pt>
                <c:pt idx="217">
                  <c:v>1.266</c:v>
                </c:pt>
                <c:pt idx="218">
                  <c:v>1.183</c:v>
                </c:pt>
                <c:pt idx="219">
                  <c:v>1.092</c:v>
                </c:pt>
                <c:pt idx="220">
                  <c:v>1.003</c:v>
                </c:pt>
                <c:pt idx="221">
                  <c:v>0.784</c:v>
                </c:pt>
                <c:pt idx="222">
                  <c:v>0.731</c:v>
                </c:pt>
                <c:pt idx="223">
                  <c:v>0.68</c:v>
                </c:pt>
                <c:pt idx="224">
                  <c:v>0.723</c:v>
                </c:pt>
                <c:pt idx="225">
                  <c:v>0.695</c:v>
                </c:pt>
                <c:pt idx="226">
                  <c:v>0.664</c:v>
                </c:pt>
                <c:pt idx="227">
                  <c:v>0.669</c:v>
                </c:pt>
                <c:pt idx="228">
                  <c:v>0.634</c:v>
                </c:pt>
                <c:pt idx="229">
                  <c:v>0.636</c:v>
                </c:pt>
                <c:pt idx="230">
                  <c:v>0.623</c:v>
                </c:pt>
                <c:pt idx="231">
                  <c:v>0.536</c:v>
                </c:pt>
                <c:pt idx="232">
                  <c:v>0.554</c:v>
                </c:pt>
                <c:pt idx="233">
                  <c:v>0.581</c:v>
                </c:pt>
                <c:pt idx="234">
                  <c:v>0.608</c:v>
                </c:pt>
                <c:pt idx="235">
                  <c:v>0.605</c:v>
                </c:pt>
                <c:pt idx="236">
                  <c:v>0.578</c:v>
                </c:pt>
                <c:pt idx="237">
                  <c:v>0.596</c:v>
                </c:pt>
                <c:pt idx="238">
                  <c:v>0.637</c:v>
                </c:pt>
                <c:pt idx="239">
                  <c:v>0.627</c:v>
                </c:pt>
                <c:pt idx="240">
                  <c:v>0.549</c:v>
                </c:pt>
                <c:pt idx="241">
                  <c:v>0.52</c:v>
                </c:pt>
                <c:pt idx="242">
                  <c:v>0.537</c:v>
                </c:pt>
                <c:pt idx="243">
                  <c:v>0.577</c:v>
                </c:pt>
                <c:pt idx="244">
                  <c:v>0.631</c:v>
                </c:pt>
                <c:pt idx="245">
                  <c:v>0.627</c:v>
                </c:pt>
                <c:pt idx="246">
                  <c:v>0.687</c:v>
                </c:pt>
                <c:pt idx="247">
                  <c:v>0.691</c:v>
                </c:pt>
                <c:pt idx="248">
                  <c:v>0.751</c:v>
                </c:pt>
                <c:pt idx="249">
                  <c:v>0.799</c:v>
                </c:pt>
                <c:pt idx="250">
                  <c:v>0.705</c:v>
                </c:pt>
                <c:pt idx="251">
                  <c:v>0.735</c:v>
                </c:pt>
                <c:pt idx="252">
                  <c:v>0.748</c:v>
                </c:pt>
                <c:pt idx="253">
                  <c:v>0.859</c:v>
                </c:pt>
                <c:pt idx="254">
                  <c:v>0.985</c:v>
                </c:pt>
                <c:pt idx="255">
                  <c:v>1.066</c:v>
                </c:pt>
                <c:pt idx="256">
                  <c:v>1.148</c:v>
                </c:pt>
                <c:pt idx="257">
                  <c:v>1.22</c:v>
                </c:pt>
                <c:pt idx="258">
                  <c:v>1.209</c:v>
                </c:pt>
                <c:pt idx="259">
                  <c:v>1.284</c:v>
                </c:pt>
                <c:pt idx="260">
                  <c:v>1.388</c:v>
                </c:pt>
                <c:pt idx="261">
                  <c:v>1.414</c:v>
                </c:pt>
                <c:pt idx="262">
                  <c:v>1.446</c:v>
                </c:pt>
                <c:pt idx="263">
                  <c:v>1.503</c:v>
                </c:pt>
                <c:pt idx="264">
                  <c:v>1.584</c:v>
                </c:pt>
                <c:pt idx="265">
                  <c:v>1.64</c:v>
                </c:pt>
                <c:pt idx="266">
                  <c:v>1.683</c:v>
                </c:pt>
                <c:pt idx="267">
                  <c:v>1.592</c:v>
                </c:pt>
                <c:pt idx="268">
                  <c:v>1.405</c:v>
                </c:pt>
                <c:pt idx="269">
                  <c:v>1.211</c:v>
                </c:pt>
                <c:pt idx="270">
                  <c:v>1.187</c:v>
                </c:pt>
                <c:pt idx="271">
                  <c:v>1.137</c:v>
                </c:pt>
                <c:pt idx="272">
                  <c:v>1.293</c:v>
                </c:pt>
                <c:pt idx="273">
                  <c:v>1.418</c:v>
                </c:pt>
                <c:pt idx="274">
                  <c:v>1.424</c:v>
                </c:pt>
                <c:pt idx="275">
                  <c:v>1.447</c:v>
                </c:pt>
                <c:pt idx="276">
                  <c:v>1.446</c:v>
                </c:pt>
                <c:pt idx="277">
                  <c:v>1.469</c:v>
                </c:pt>
                <c:pt idx="278">
                  <c:v>1.464</c:v>
                </c:pt>
                <c:pt idx="279">
                  <c:v>1.468</c:v>
                </c:pt>
                <c:pt idx="280">
                  <c:v>1.532</c:v>
                </c:pt>
                <c:pt idx="281">
                  <c:v>1.557</c:v>
                </c:pt>
                <c:pt idx="282">
                  <c:v>1.571</c:v>
                </c:pt>
                <c:pt idx="283">
                  <c:v>1.602</c:v>
                </c:pt>
                <c:pt idx="284">
                  <c:v>1.614</c:v>
                </c:pt>
                <c:pt idx="285">
                  <c:v>1.611</c:v>
                </c:pt>
                <c:pt idx="286">
                  <c:v>1.367</c:v>
                </c:pt>
                <c:pt idx="287">
                  <c:v>1.027</c:v>
                </c:pt>
                <c:pt idx="288">
                  <c:v>0.886</c:v>
                </c:pt>
                <c:pt idx="289">
                  <c:v>0.825</c:v>
                </c:pt>
                <c:pt idx="290">
                  <c:v>0.78</c:v>
                </c:pt>
                <c:pt idx="291">
                  <c:v>0.692</c:v>
                </c:pt>
                <c:pt idx="292">
                  <c:v>0.582</c:v>
                </c:pt>
                <c:pt idx="293">
                  <c:v>0.512</c:v>
                </c:pt>
                <c:pt idx="294">
                  <c:v>0.44</c:v>
                </c:pt>
                <c:pt idx="295">
                  <c:v>0.429</c:v>
                </c:pt>
                <c:pt idx="296">
                  <c:v>0.402</c:v>
                </c:pt>
                <c:pt idx="297">
                  <c:v>0.405</c:v>
                </c:pt>
                <c:pt idx="298">
                  <c:v>0.392</c:v>
                </c:pt>
                <c:pt idx="299">
                  <c:v>0.372</c:v>
                </c:pt>
                <c:pt idx="300">
                  <c:v>0.409</c:v>
                </c:pt>
                <c:pt idx="301">
                  <c:v>0.419</c:v>
                </c:pt>
                <c:pt idx="302">
                  <c:v>0.419</c:v>
                </c:pt>
                <c:pt idx="303">
                  <c:v>0.434</c:v>
                </c:pt>
                <c:pt idx="304">
                  <c:v>0.414</c:v>
                </c:pt>
                <c:pt idx="305">
                  <c:v>0.439</c:v>
                </c:pt>
                <c:pt idx="306">
                  <c:v>0.444</c:v>
                </c:pt>
                <c:pt idx="307">
                  <c:v>0.456</c:v>
                </c:pt>
                <c:pt idx="308">
                  <c:v>0.414</c:v>
                </c:pt>
                <c:pt idx="309">
                  <c:v>0.39</c:v>
                </c:pt>
                <c:pt idx="310">
                  <c:v>0.408</c:v>
                </c:pt>
                <c:pt idx="311">
                  <c:v>0.435</c:v>
                </c:pt>
                <c:pt idx="312">
                  <c:v>0.433</c:v>
                </c:pt>
                <c:pt idx="313">
                  <c:v>0.436</c:v>
                </c:pt>
                <c:pt idx="314">
                  <c:v>0.428</c:v>
                </c:pt>
                <c:pt idx="315">
                  <c:v>0.434</c:v>
                </c:pt>
                <c:pt idx="316">
                  <c:v>0.386</c:v>
                </c:pt>
                <c:pt idx="317">
                  <c:v>0.408</c:v>
                </c:pt>
                <c:pt idx="318">
                  <c:v>0.39</c:v>
                </c:pt>
                <c:pt idx="319">
                  <c:v>0.462</c:v>
                </c:pt>
                <c:pt idx="320">
                  <c:v>0.463</c:v>
                </c:pt>
                <c:pt idx="321">
                  <c:v>0.449</c:v>
                </c:pt>
                <c:pt idx="322">
                  <c:v>0.454</c:v>
                </c:pt>
                <c:pt idx="323">
                  <c:v>0.474</c:v>
                </c:pt>
                <c:pt idx="324">
                  <c:v>0.459</c:v>
                </c:pt>
                <c:pt idx="325">
                  <c:v>0.497</c:v>
                </c:pt>
                <c:pt idx="326">
                  <c:v>0.494</c:v>
                </c:pt>
                <c:pt idx="327">
                  <c:v>0.522</c:v>
                </c:pt>
                <c:pt idx="328">
                  <c:v>0.548</c:v>
                </c:pt>
                <c:pt idx="329">
                  <c:v>0.59</c:v>
                </c:pt>
                <c:pt idx="330">
                  <c:v>0.561</c:v>
                </c:pt>
                <c:pt idx="331">
                  <c:v>0.578</c:v>
                </c:pt>
                <c:pt idx="332">
                  <c:v>0.653</c:v>
                </c:pt>
                <c:pt idx="333">
                  <c:v>0.606</c:v>
                </c:pt>
                <c:pt idx="334">
                  <c:v>0.63</c:v>
                </c:pt>
                <c:pt idx="335">
                  <c:v>0.621</c:v>
                </c:pt>
                <c:pt idx="336">
                  <c:v>0.645</c:v>
                </c:pt>
                <c:pt idx="337">
                  <c:v>0.645</c:v>
                </c:pt>
                <c:pt idx="338">
                  <c:v>0.651</c:v>
                </c:pt>
                <c:pt idx="339">
                  <c:v>0.684</c:v>
                </c:pt>
                <c:pt idx="340">
                  <c:v>0.686</c:v>
                </c:pt>
                <c:pt idx="341">
                  <c:v>0.678</c:v>
                </c:pt>
                <c:pt idx="342">
                  <c:v>0.659</c:v>
                </c:pt>
                <c:pt idx="343">
                  <c:v>0.61</c:v>
                </c:pt>
                <c:pt idx="344">
                  <c:v>0.61</c:v>
                </c:pt>
                <c:pt idx="345">
                  <c:v>0.568</c:v>
                </c:pt>
                <c:pt idx="346">
                  <c:v>0.581</c:v>
                </c:pt>
                <c:pt idx="347">
                  <c:v>0.614</c:v>
                </c:pt>
                <c:pt idx="348">
                  <c:v>0.684</c:v>
                </c:pt>
                <c:pt idx="349">
                  <c:v>0.684</c:v>
                </c:pt>
                <c:pt idx="350">
                  <c:v>0.695</c:v>
                </c:pt>
                <c:pt idx="351">
                  <c:v>0.736</c:v>
                </c:pt>
                <c:pt idx="352">
                  <c:v>0.707</c:v>
                </c:pt>
                <c:pt idx="353">
                  <c:v>0.748</c:v>
                </c:pt>
                <c:pt idx="354">
                  <c:v>0.733</c:v>
                </c:pt>
                <c:pt idx="355">
                  <c:v>0.742</c:v>
                </c:pt>
                <c:pt idx="356">
                  <c:v>0.77</c:v>
                </c:pt>
                <c:pt idx="357">
                  <c:v>0.733</c:v>
                </c:pt>
                <c:pt idx="358">
                  <c:v>0.742</c:v>
                </c:pt>
                <c:pt idx="359">
                  <c:v>0.805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1468648000"/>
        <c:axId val="-1468643104"/>
      </c:area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2月2日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Sheet1!$A$2:$A$361</c:f>
              <c:strCache>
                <c:ptCount val="360"/>
                <c:pt idx="0">
                  <c:v>06:00</c:v>
                </c:pt>
                <c:pt idx="1">
                  <c:v>06:03</c:v>
                </c:pt>
                <c:pt idx="2">
                  <c:v>06:06</c:v>
                </c:pt>
                <c:pt idx="3">
                  <c:v>06:09</c:v>
                </c:pt>
                <c:pt idx="4">
                  <c:v>06:12</c:v>
                </c:pt>
                <c:pt idx="5">
                  <c:v>06:15</c:v>
                </c:pt>
                <c:pt idx="6">
                  <c:v>06:18</c:v>
                </c:pt>
                <c:pt idx="7">
                  <c:v>06:21</c:v>
                </c:pt>
                <c:pt idx="8">
                  <c:v>06:24</c:v>
                </c:pt>
                <c:pt idx="9">
                  <c:v>06:27</c:v>
                </c:pt>
                <c:pt idx="10">
                  <c:v>06:30</c:v>
                </c:pt>
                <c:pt idx="11">
                  <c:v>06:33</c:v>
                </c:pt>
                <c:pt idx="12">
                  <c:v>06:36</c:v>
                </c:pt>
                <c:pt idx="13">
                  <c:v>06:39</c:v>
                </c:pt>
                <c:pt idx="14">
                  <c:v>06:42</c:v>
                </c:pt>
                <c:pt idx="15">
                  <c:v>06:45</c:v>
                </c:pt>
                <c:pt idx="16">
                  <c:v>06:48</c:v>
                </c:pt>
                <c:pt idx="17">
                  <c:v>06:51</c:v>
                </c:pt>
                <c:pt idx="18">
                  <c:v>06:54</c:v>
                </c:pt>
                <c:pt idx="19">
                  <c:v>06:57</c:v>
                </c:pt>
                <c:pt idx="20">
                  <c:v>07:00</c:v>
                </c:pt>
                <c:pt idx="21">
                  <c:v>07:03</c:v>
                </c:pt>
                <c:pt idx="22">
                  <c:v>07:06</c:v>
                </c:pt>
                <c:pt idx="23">
                  <c:v>07:09</c:v>
                </c:pt>
                <c:pt idx="24">
                  <c:v>07:12</c:v>
                </c:pt>
                <c:pt idx="25">
                  <c:v>07:15</c:v>
                </c:pt>
                <c:pt idx="26">
                  <c:v>07:18</c:v>
                </c:pt>
                <c:pt idx="27">
                  <c:v>07:21</c:v>
                </c:pt>
                <c:pt idx="28">
                  <c:v>07:24</c:v>
                </c:pt>
                <c:pt idx="29">
                  <c:v>07:27</c:v>
                </c:pt>
                <c:pt idx="30">
                  <c:v>07:30</c:v>
                </c:pt>
                <c:pt idx="31">
                  <c:v>07:33</c:v>
                </c:pt>
                <c:pt idx="32">
                  <c:v>07:36</c:v>
                </c:pt>
                <c:pt idx="33">
                  <c:v>07:39</c:v>
                </c:pt>
                <c:pt idx="34">
                  <c:v>07:42</c:v>
                </c:pt>
                <c:pt idx="35">
                  <c:v>07:45</c:v>
                </c:pt>
                <c:pt idx="36">
                  <c:v>07:48</c:v>
                </c:pt>
                <c:pt idx="37">
                  <c:v>07:51</c:v>
                </c:pt>
                <c:pt idx="38">
                  <c:v>07:54</c:v>
                </c:pt>
                <c:pt idx="39">
                  <c:v>07:57</c:v>
                </c:pt>
                <c:pt idx="40">
                  <c:v>08:00</c:v>
                </c:pt>
                <c:pt idx="41">
                  <c:v>08:03</c:v>
                </c:pt>
                <c:pt idx="42">
                  <c:v>08:06</c:v>
                </c:pt>
                <c:pt idx="43">
                  <c:v>08:09</c:v>
                </c:pt>
                <c:pt idx="44">
                  <c:v>08:12</c:v>
                </c:pt>
                <c:pt idx="45">
                  <c:v>08:15</c:v>
                </c:pt>
                <c:pt idx="46">
                  <c:v>08:18</c:v>
                </c:pt>
                <c:pt idx="47">
                  <c:v>08:21</c:v>
                </c:pt>
                <c:pt idx="48">
                  <c:v>08:24</c:v>
                </c:pt>
                <c:pt idx="49">
                  <c:v>08:27</c:v>
                </c:pt>
                <c:pt idx="50">
                  <c:v>08:30</c:v>
                </c:pt>
                <c:pt idx="51">
                  <c:v>08:33</c:v>
                </c:pt>
                <c:pt idx="52">
                  <c:v>08:36</c:v>
                </c:pt>
                <c:pt idx="53">
                  <c:v>08:39</c:v>
                </c:pt>
                <c:pt idx="54">
                  <c:v>08:42</c:v>
                </c:pt>
                <c:pt idx="55">
                  <c:v>08:45</c:v>
                </c:pt>
                <c:pt idx="56">
                  <c:v>08:48</c:v>
                </c:pt>
                <c:pt idx="57">
                  <c:v>08:51</c:v>
                </c:pt>
                <c:pt idx="58">
                  <c:v>08:54</c:v>
                </c:pt>
                <c:pt idx="59">
                  <c:v>08:57</c:v>
                </c:pt>
                <c:pt idx="60">
                  <c:v>09:00</c:v>
                </c:pt>
                <c:pt idx="61">
                  <c:v>09:03</c:v>
                </c:pt>
                <c:pt idx="62">
                  <c:v>09:06</c:v>
                </c:pt>
                <c:pt idx="63">
                  <c:v>09:09</c:v>
                </c:pt>
                <c:pt idx="64">
                  <c:v>09:12</c:v>
                </c:pt>
                <c:pt idx="65">
                  <c:v>09:15</c:v>
                </c:pt>
                <c:pt idx="66">
                  <c:v>09:18</c:v>
                </c:pt>
                <c:pt idx="67">
                  <c:v>09:21</c:v>
                </c:pt>
                <c:pt idx="68">
                  <c:v>09:24</c:v>
                </c:pt>
                <c:pt idx="69">
                  <c:v>09:27</c:v>
                </c:pt>
                <c:pt idx="70">
                  <c:v>09:30</c:v>
                </c:pt>
                <c:pt idx="71">
                  <c:v>09:33</c:v>
                </c:pt>
                <c:pt idx="72">
                  <c:v>09:36</c:v>
                </c:pt>
                <c:pt idx="73">
                  <c:v>09:39</c:v>
                </c:pt>
                <c:pt idx="74">
                  <c:v>09:42</c:v>
                </c:pt>
                <c:pt idx="75">
                  <c:v>09:45</c:v>
                </c:pt>
                <c:pt idx="76">
                  <c:v>09:48</c:v>
                </c:pt>
                <c:pt idx="77">
                  <c:v>09:51</c:v>
                </c:pt>
                <c:pt idx="78">
                  <c:v>09:54</c:v>
                </c:pt>
                <c:pt idx="79">
                  <c:v>09:57</c:v>
                </c:pt>
                <c:pt idx="80">
                  <c:v>10:00</c:v>
                </c:pt>
                <c:pt idx="81">
                  <c:v>10:03</c:v>
                </c:pt>
                <c:pt idx="82">
                  <c:v>10:06</c:v>
                </c:pt>
                <c:pt idx="83">
                  <c:v>10:09</c:v>
                </c:pt>
                <c:pt idx="84">
                  <c:v>10:12</c:v>
                </c:pt>
                <c:pt idx="85">
                  <c:v>10:15</c:v>
                </c:pt>
                <c:pt idx="86">
                  <c:v>10:18</c:v>
                </c:pt>
                <c:pt idx="87">
                  <c:v>10:21</c:v>
                </c:pt>
                <c:pt idx="88">
                  <c:v>10:24</c:v>
                </c:pt>
                <c:pt idx="89">
                  <c:v>10:27</c:v>
                </c:pt>
                <c:pt idx="90">
                  <c:v>10:30</c:v>
                </c:pt>
                <c:pt idx="91">
                  <c:v>10:33</c:v>
                </c:pt>
                <c:pt idx="92">
                  <c:v>10:36</c:v>
                </c:pt>
                <c:pt idx="93">
                  <c:v>10:39</c:v>
                </c:pt>
                <c:pt idx="94">
                  <c:v>10:42</c:v>
                </c:pt>
                <c:pt idx="95">
                  <c:v>10:45</c:v>
                </c:pt>
                <c:pt idx="96">
                  <c:v>10:48</c:v>
                </c:pt>
                <c:pt idx="97">
                  <c:v>10:51</c:v>
                </c:pt>
                <c:pt idx="98">
                  <c:v>10:54</c:v>
                </c:pt>
                <c:pt idx="99">
                  <c:v>10:57</c:v>
                </c:pt>
                <c:pt idx="100">
                  <c:v>11:00</c:v>
                </c:pt>
                <c:pt idx="101">
                  <c:v>11:03</c:v>
                </c:pt>
                <c:pt idx="102">
                  <c:v>11:06</c:v>
                </c:pt>
                <c:pt idx="103">
                  <c:v>11:09</c:v>
                </c:pt>
                <c:pt idx="104">
                  <c:v>11:12</c:v>
                </c:pt>
                <c:pt idx="105">
                  <c:v>11:15</c:v>
                </c:pt>
                <c:pt idx="106">
                  <c:v>11:18</c:v>
                </c:pt>
                <c:pt idx="107">
                  <c:v>11:21</c:v>
                </c:pt>
                <c:pt idx="108">
                  <c:v>11:24</c:v>
                </c:pt>
                <c:pt idx="109">
                  <c:v>11:27</c:v>
                </c:pt>
                <c:pt idx="110">
                  <c:v>11:30</c:v>
                </c:pt>
                <c:pt idx="111">
                  <c:v>11:33</c:v>
                </c:pt>
                <c:pt idx="112">
                  <c:v>11:36</c:v>
                </c:pt>
                <c:pt idx="113">
                  <c:v>11:39</c:v>
                </c:pt>
                <c:pt idx="114">
                  <c:v>11:42</c:v>
                </c:pt>
                <c:pt idx="115">
                  <c:v>11:45</c:v>
                </c:pt>
                <c:pt idx="116">
                  <c:v>11:48</c:v>
                </c:pt>
                <c:pt idx="117">
                  <c:v>11:51</c:v>
                </c:pt>
                <c:pt idx="118">
                  <c:v>11:54</c:v>
                </c:pt>
                <c:pt idx="119">
                  <c:v>11:57</c:v>
                </c:pt>
                <c:pt idx="120">
                  <c:v>12:00</c:v>
                </c:pt>
                <c:pt idx="121">
                  <c:v>12:03</c:v>
                </c:pt>
                <c:pt idx="122">
                  <c:v>12:06</c:v>
                </c:pt>
                <c:pt idx="123">
                  <c:v>12:09</c:v>
                </c:pt>
                <c:pt idx="124">
                  <c:v>12:12</c:v>
                </c:pt>
                <c:pt idx="125">
                  <c:v>12:15</c:v>
                </c:pt>
                <c:pt idx="126">
                  <c:v>12:18</c:v>
                </c:pt>
                <c:pt idx="127">
                  <c:v>12:21</c:v>
                </c:pt>
                <c:pt idx="128">
                  <c:v>12:24</c:v>
                </c:pt>
                <c:pt idx="129">
                  <c:v>12:27</c:v>
                </c:pt>
                <c:pt idx="130">
                  <c:v>12:30</c:v>
                </c:pt>
                <c:pt idx="131">
                  <c:v>12:33</c:v>
                </c:pt>
                <c:pt idx="132">
                  <c:v>12:36</c:v>
                </c:pt>
                <c:pt idx="133">
                  <c:v>12:39</c:v>
                </c:pt>
                <c:pt idx="134">
                  <c:v>12:42</c:v>
                </c:pt>
                <c:pt idx="135">
                  <c:v>12:45</c:v>
                </c:pt>
                <c:pt idx="136">
                  <c:v>12:48</c:v>
                </c:pt>
                <c:pt idx="137">
                  <c:v>12:51</c:v>
                </c:pt>
                <c:pt idx="138">
                  <c:v>12:54</c:v>
                </c:pt>
                <c:pt idx="139">
                  <c:v>12:57</c:v>
                </c:pt>
                <c:pt idx="140">
                  <c:v>13:00</c:v>
                </c:pt>
                <c:pt idx="141">
                  <c:v>13:03</c:v>
                </c:pt>
                <c:pt idx="142">
                  <c:v>13:06</c:v>
                </c:pt>
                <c:pt idx="143">
                  <c:v>13:09</c:v>
                </c:pt>
                <c:pt idx="144">
                  <c:v>13:12</c:v>
                </c:pt>
                <c:pt idx="145">
                  <c:v>13:15</c:v>
                </c:pt>
                <c:pt idx="146">
                  <c:v>13:18</c:v>
                </c:pt>
                <c:pt idx="147">
                  <c:v>13:21</c:v>
                </c:pt>
                <c:pt idx="148">
                  <c:v>13:24</c:v>
                </c:pt>
                <c:pt idx="149">
                  <c:v>13:27</c:v>
                </c:pt>
                <c:pt idx="150">
                  <c:v>13:30</c:v>
                </c:pt>
                <c:pt idx="151">
                  <c:v>13:33</c:v>
                </c:pt>
                <c:pt idx="152">
                  <c:v>13:36</c:v>
                </c:pt>
                <c:pt idx="153">
                  <c:v>13:39</c:v>
                </c:pt>
                <c:pt idx="154">
                  <c:v>13:42</c:v>
                </c:pt>
                <c:pt idx="155">
                  <c:v>13:45</c:v>
                </c:pt>
                <c:pt idx="156">
                  <c:v>13:48</c:v>
                </c:pt>
                <c:pt idx="157">
                  <c:v>13:51</c:v>
                </c:pt>
                <c:pt idx="158">
                  <c:v>13:54</c:v>
                </c:pt>
                <c:pt idx="159">
                  <c:v>13:57</c:v>
                </c:pt>
                <c:pt idx="160">
                  <c:v>14:00</c:v>
                </c:pt>
                <c:pt idx="161">
                  <c:v>14:03</c:v>
                </c:pt>
                <c:pt idx="162">
                  <c:v>14:06</c:v>
                </c:pt>
                <c:pt idx="163">
                  <c:v>14:09</c:v>
                </c:pt>
                <c:pt idx="164">
                  <c:v>14:12</c:v>
                </c:pt>
                <c:pt idx="165">
                  <c:v>14:15</c:v>
                </c:pt>
                <c:pt idx="166">
                  <c:v>14:18</c:v>
                </c:pt>
                <c:pt idx="167">
                  <c:v>14:21</c:v>
                </c:pt>
                <c:pt idx="168">
                  <c:v>14:24</c:v>
                </c:pt>
                <c:pt idx="169">
                  <c:v>14:27</c:v>
                </c:pt>
                <c:pt idx="170">
                  <c:v>14:30</c:v>
                </c:pt>
                <c:pt idx="171">
                  <c:v>14:33</c:v>
                </c:pt>
                <c:pt idx="172">
                  <c:v>14:36</c:v>
                </c:pt>
                <c:pt idx="173">
                  <c:v>14:39</c:v>
                </c:pt>
                <c:pt idx="174">
                  <c:v>14:42</c:v>
                </c:pt>
                <c:pt idx="175">
                  <c:v>14:45</c:v>
                </c:pt>
                <c:pt idx="176">
                  <c:v>14:48</c:v>
                </c:pt>
                <c:pt idx="177">
                  <c:v>14:51</c:v>
                </c:pt>
                <c:pt idx="178">
                  <c:v>14:54</c:v>
                </c:pt>
                <c:pt idx="179">
                  <c:v>14:57</c:v>
                </c:pt>
                <c:pt idx="180">
                  <c:v>15:00</c:v>
                </c:pt>
                <c:pt idx="181">
                  <c:v>15:03</c:v>
                </c:pt>
                <c:pt idx="182">
                  <c:v>15:06</c:v>
                </c:pt>
                <c:pt idx="183">
                  <c:v>15:09</c:v>
                </c:pt>
                <c:pt idx="184">
                  <c:v>15:12</c:v>
                </c:pt>
                <c:pt idx="185">
                  <c:v>15:15</c:v>
                </c:pt>
                <c:pt idx="186">
                  <c:v>15:18</c:v>
                </c:pt>
                <c:pt idx="187">
                  <c:v>15:21</c:v>
                </c:pt>
                <c:pt idx="188">
                  <c:v>15:24</c:v>
                </c:pt>
                <c:pt idx="189">
                  <c:v>15:27</c:v>
                </c:pt>
                <c:pt idx="190">
                  <c:v>15:30</c:v>
                </c:pt>
                <c:pt idx="191">
                  <c:v>15:33</c:v>
                </c:pt>
                <c:pt idx="192">
                  <c:v>15:36</c:v>
                </c:pt>
                <c:pt idx="193">
                  <c:v>15:39</c:v>
                </c:pt>
                <c:pt idx="194">
                  <c:v>15:42</c:v>
                </c:pt>
                <c:pt idx="195">
                  <c:v>15:45</c:v>
                </c:pt>
                <c:pt idx="196">
                  <c:v>15:48</c:v>
                </c:pt>
                <c:pt idx="197">
                  <c:v>15:51</c:v>
                </c:pt>
                <c:pt idx="198">
                  <c:v>15:54</c:v>
                </c:pt>
                <c:pt idx="199">
                  <c:v>15:57</c:v>
                </c:pt>
                <c:pt idx="200">
                  <c:v>16:00</c:v>
                </c:pt>
                <c:pt idx="201">
                  <c:v>16:03</c:v>
                </c:pt>
                <c:pt idx="202">
                  <c:v>16:06</c:v>
                </c:pt>
                <c:pt idx="203">
                  <c:v>16:09</c:v>
                </c:pt>
                <c:pt idx="204">
                  <c:v>16:12</c:v>
                </c:pt>
                <c:pt idx="205">
                  <c:v>16:15</c:v>
                </c:pt>
                <c:pt idx="206">
                  <c:v>16:18</c:v>
                </c:pt>
                <c:pt idx="207">
                  <c:v>16:21</c:v>
                </c:pt>
                <c:pt idx="208">
                  <c:v>16:24</c:v>
                </c:pt>
                <c:pt idx="209">
                  <c:v>16:27</c:v>
                </c:pt>
                <c:pt idx="210">
                  <c:v>16:30</c:v>
                </c:pt>
                <c:pt idx="211">
                  <c:v>16:33</c:v>
                </c:pt>
                <c:pt idx="212">
                  <c:v>16:36</c:v>
                </c:pt>
                <c:pt idx="213">
                  <c:v>16:39</c:v>
                </c:pt>
                <c:pt idx="214">
                  <c:v>16:42</c:v>
                </c:pt>
                <c:pt idx="215">
                  <c:v>16:45</c:v>
                </c:pt>
                <c:pt idx="216">
                  <c:v>16:48</c:v>
                </c:pt>
                <c:pt idx="217">
                  <c:v>16:51</c:v>
                </c:pt>
                <c:pt idx="218">
                  <c:v>16:54</c:v>
                </c:pt>
                <c:pt idx="219">
                  <c:v>16:57</c:v>
                </c:pt>
                <c:pt idx="220">
                  <c:v>17:00</c:v>
                </c:pt>
                <c:pt idx="221">
                  <c:v>17:03</c:v>
                </c:pt>
                <c:pt idx="222">
                  <c:v>17:06</c:v>
                </c:pt>
                <c:pt idx="223">
                  <c:v>17:09</c:v>
                </c:pt>
                <c:pt idx="224">
                  <c:v>17:12</c:v>
                </c:pt>
                <c:pt idx="225">
                  <c:v>17:15</c:v>
                </c:pt>
                <c:pt idx="226">
                  <c:v>17:18</c:v>
                </c:pt>
                <c:pt idx="227">
                  <c:v>17:21</c:v>
                </c:pt>
                <c:pt idx="228">
                  <c:v>17:24</c:v>
                </c:pt>
                <c:pt idx="229">
                  <c:v>17:27</c:v>
                </c:pt>
                <c:pt idx="230">
                  <c:v>17:30</c:v>
                </c:pt>
                <c:pt idx="231">
                  <c:v>17:33</c:v>
                </c:pt>
                <c:pt idx="232">
                  <c:v>17:36</c:v>
                </c:pt>
                <c:pt idx="233">
                  <c:v>17:39</c:v>
                </c:pt>
                <c:pt idx="234">
                  <c:v>17:42</c:v>
                </c:pt>
                <c:pt idx="235">
                  <c:v>17:45</c:v>
                </c:pt>
                <c:pt idx="236">
                  <c:v>17:48</c:v>
                </c:pt>
                <c:pt idx="237">
                  <c:v>17:51</c:v>
                </c:pt>
                <c:pt idx="238">
                  <c:v>17:54</c:v>
                </c:pt>
                <c:pt idx="239">
                  <c:v>17:57</c:v>
                </c:pt>
                <c:pt idx="240">
                  <c:v>18:00</c:v>
                </c:pt>
                <c:pt idx="241">
                  <c:v>18:03</c:v>
                </c:pt>
                <c:pt idx="242">
                  <c:v>18:06</c:v>
                </c:pt>
                <c:pt idx="243">
                  <c:v>18:09</c:v>
                </c:pt>
                <c:pt idx="244">
                  <c:v>18:12</c:v>
                </c:pt>
                <c:pt idx="245">
                  <c:v>18:15</c:v>
                </c:pt>
                <c:pt idx="246">
                  <c:v>18:18</c:v>
                </c:pt>
                <c:pt idx="247">
                  <c:v>18:21</c:v>
                </c:pt>
                <c:pt idx="248">
                  <c:v>18:24</c:v>
                </c:pt>
                <c:pt idx="249">
                  <c:v>18:27</c:v>
                </c:pt>
                <c:pt idx="250">
                  <c:v>18:30</c:v>
                </c:pt>
                <c:pt idx="251">
                  <c:v>18:33</c:v>
                </c:pt>
                <c:pt idx="252">
                  <c:v>18:36</c:v>
                </c:pt>
                <c:pt idx="253">
                  <c:v>18:39</c:v>
                </c:pt>
                <c:pt idx="254">
                  <c:v>18:42</c:v>
                </c:pt>
                <c:pt idx="255">
                  <c:v>18:45</c:v>
                </c:pt>
                <c:pt idx="256">
                  <c:v>18:48</c:v>
                </c:pt>
                <c:pt idx="257">
                  <c:v>18:51</c:v>
                </c:pt>
                <c:pt idx="258">
                  <c:v>18:54</c:v>
                </c:pt>
                <c:pt idx="259">
                  <c:v>18:57</c:v>
                </c:pt>
                <c:pt idx="260">
                  <c:v>19:00</c:v>
                </c:pt>
                <c:pt idx="261">
                  <c:v>19:03</c:v>
                </c:pt>
                <c:pt idx="262">
                  <c:v>19:06</c:v>
                </c:pt>
                <c:pt idx="263">
                  <c:v>19:09</c:v>
                </c:pt>
                <c:pt idx="264">
                  <c:v>19:12</c:v>
                </c:pt>
                <c:pt idx="265">
                  <c:v>19:15</c:v>
                </c:pt>
                <c:pt idx="266">
                  <c:v>19:18</c:v>
                </c:pt>
                <c:pt idx="267">
                  <c:v>19:21</c:v>
                </c:pt>
                <c:pt idx="268">
                  <c:v>19:24</c:v>
                </c:pt>
                <c:pt idx="269">
                  <c:v>19:27</c:v>
                </c:pt>
                <c:pt idx="270">
                  <c:v>19:30</c:v>
                </c:pt>
                <c:pt idx="271">
                  <c:v>19:33</c:v>
                </c:pt>
                <c:pt idx="272">
                  <c:v>19:36</c:v>
                </c:pt>
                <c:pt idx="273">
                  <c:v>19:39</c:v>
                </c:pt>
                <c:pt idx="274">
                  <c:v>19:42</c:v>
                </c:pt>
                <c:pt idx="275">
                  <c:v>19:45</c:v>
                </c:pt>
                <c:pt idx="276">
                  <c:v>19:48</c:v>
                </c:pt>
                <c:pt idx="277">
                  <c:v>19:51</c:v>
                </c:pt>
                <c:pt idx="278">
                  <c:v>19:54</c:v>
                </c:pt>
                <c:pt idx="279">
                  <c:v>19:57</c:v>
                </c:pt>
                <c:pt idx="280">
                  <c:v>20:00</c:v>
                </c:pt>
                <c:pt idx="281">
                  <c:v>20:03</c:v>
                </c:pt>
                <c:pt idx="282">
                  <c:v>20:06</c:v>
                </c:pt>
                <c:pt idx="283">
                  <c:v>20:09</c:v>
                </c:pt>
                <c:pt idx="284">
                  <c:v>20:12</c:v>
                </c:pt>
                <c:pt idx="285">
                  <c:v>20:15</c:v>
                </c:pt>
                <c:pt idx="286">
                  <c:v>20:18</c:v>
                </c:pt>
                <c:pt idx="287">
                  <c:v>20:21</c:v>
                </c:pt>
                <c:pt idx="288">
                  <c:v>20:24</c:v>
                </c:pt>
                <c:pt idx="289">
                  <c:v>20:27</c:v>
                </c:pt>
                <c:pt idx="290">
                  <c:v>20:30</c:v>
                </c:pt>
                <c:pt idx="291">
                  <c:v>20:33</c:v>
                </c:pt>
                <c:pt idx="292">
                  <c:v>20:36</c:v>
                </c:pt>
                <c:pt idx="293">
                  <c:v>20:39</c:v>
                </c:pt>
                <c:pt idx="294">
                  <c:v>20:42</c:v>
                </c:pt>
                <c:pt idx="295">
                  <c:v>20:45</c:v>
                </c:pt>
                <c:pt idx="296">
                  <c:v>20:48</c:v>
                </c:pt>
                <c:pt idx="297">
                  <c:v>20:51</c:v>
                </c:pt>
                <c:pt idx="298">
                  <c:v>20:54</c:v>
                </c:pt>
                <c:pt idx="299">
                  <c:v>20:57</c:v>
                </c:pt>
                <c:pt idx="300">
                  <c:v>21:00</c:v>
                </c:pt>
                <c:pt idx="301">
                  <c:v>21:03</c:v>
                </c:pt>
                <c:pt idx="302">
                  <c:v>21:06</c:v>
                </c:pt>
                <c:pt idx="303">
                  <c:v>21:09</c:v>
                </c:pt>
                <c:pt idx="304">
                  <c:v>21:12</c:v>
                </c:pt>
                <c:pt idx="305">
                  <c:v>21:15</c:v>
                </c:pt>
                <c:pt idx="306">
                  <c:v>21:18</c:v>
                </c:pt>
                <c:pt idx="307">
                  <c:v>21:21</c:v>
                </c:pt>
                <c:pt idx="308">
                  <c:v>21:24</c:v>
                </c:pt>
                <c:pt idx="309">
                  <c:v>21:27</c:v>
                </c:pt>
                <c:pt idx="310">
                  <c:v>21:30</c:v>
                </c:pt>
                <c:pt idx="311">
                  <c:v>21:33</c:v>
                </c:pt>
                <c:pt idx="312">
                  <c:v>21:36</c:v>
                </c:pt>
                <c:pt idx="313">
                  <c:v>21:39</c:v>
                </c:pt>
                <c:pt idx="314">
                  <c:v>21:42</c:v>
                </c:pt>
                <c:pt idx="315">
                  <c:v>21:45</c:v>
                </c:pt>
                <c:pt idx="316">
                  <c:v>21:48</c:v>
                </c:pt>
                <c:pt idx="317">
                  <c:v>21:51</c:v>
                </c:pt>
                <c:pt idx="318">
                  <c:v>21:54</c:v>
                </c:pt>
                <c:pt idx="319">
                  <c:v>21:57</c:v>
                </c:pt>
                <c:pt idx="320">
                  <c:v>22:00</c:v>
                </c:pt>
                <c:pt idx="321">
                  <c:v>22:03</c:v>
                </c:pt>
                <c:pt idx="322">
                  <c:v>22:06</c:v>
                </c:pt>
                <c:pt idx="323">
                  <c:v>22:09</c:v>
                </c:pt>
                <c:pt idx="324">
                  <c:v>22:12</c:v>
                </c:pt>
                <c:pt idx="325">
                  <c:v>22:15</c:v>
                </c:pt>
                <c:pt idx="326">
                  <c:v>22:18</c:v>
                </c:pt>
                <c:pt idx="327">
                  <c:v>22:21</c:v>
                </c:pt>
                <c:pt idx="328">
                  <c:v>22:24</c:v>
                </c:pt>
                <c:pt idx="329">
                  <c:v>22:27</c:v>
                </c:pt>
                <c:pt idx="330">
                  <c:v>22:30</c:v>
                </c:pt>
                <c:pt idx="331">
                  <c:v>22:33</c:v>
                </c:pt>
                <c:pt idx="332">
                  <c:v>22:36</c:v>
                </c:pt>
                <c:pt idx="333">
                  <c:v>22:39</c:v>
                </c:pt>
                <c:pt idx="334">
                  <c:v>22:42</c:v>
                </c:pt>
                <c:pt idx="335">
                  <c:v>22:45</c:v>
                </c:pt>
                <c:pt idx="336">
                  <c:v>22:48</c:v>
                </c:pt>
                <c:pt idx="337">
                  <c:v>22:51</c:v>
                </c:pt>
                <c:pt idx="338">
                  <c:v>22:54</c:v>
                </c:pt>
                <c:pt idx="339">
                  <c:v>22:57</c:v>
                </c:pt>
                <c:pt idx="340">
                  <c:v>23:00</c:v>
                </c:pt>
                <c:pt idx="341">
                  <c:v>23:03</c:v>
                </c:pt>
                <c:pt idx="342">
                  <c:v>23:06</c:v>
                </c:pt>
                <c:pt idx="343">
                  <c:v>23:09</c:v>
                </c:pt>
                <c:pt idx="344">
                  <c:v>23:12</c:v>
                </c:pt>
                <c:pt idx="345">
                  <c:v>23:15</c:v>
                </c:pt>
                <c:pt idx="346">
                  <c:v>23:18</c:v>
                </c:pt>
                <c:pt idx="347">
                  <c:v>23:21</c:v>
                </c:pt>
                <c:pt idx="348">
                  <c:v>23:24</c:v>
                </c:pt>
                <c:pt idx="349">
                  <c:v>23:27</c:v>
                </c:pt>
                <c:pt idx="350">
                  <c:v>23:30</c:v>
                </c:pt>
                <c:pt idx="351">
                  <c:v>23:33</c:v>
                </c:pt>
                <c:pt idx="352">
                  <c:v>23:36</c:v>
                </c:pt>
                <c:pt idx="353">
                  <c:v>23:39</c:v>
                </c:pt>
                <c:pt idx="354">
                  <c:v>23:42</c:v>
                </c:pt>
                <c:pt idx="355">
                  <c:v>23:45</c:v>
                </c:pt>
                <c:pt idx="356">
                  <c:v>23:48</c:v>
                </c:pt>
                <c:pt idx="357">
                  <c:v>23:51</c:v>
                </c:pt>
                <c:pt idx="358">
                  <c:v>23:54</c:v>
                </c:pt>
                <c:pt idx="359">
                  <c:v>23:57</c:v>
                </c:pt>
              </c:strCache>
            </c:strRef>
          </c:cat>
          <c:val>
            <c:numRef>
              <c:f>Sheet1!$C$2:$C$361</c:f>
              <c:numCache>
                <c:formatCode>General</c:formatCode>
                <c:ptCount val="360"/>
                <c:pt idx="0">
                  <c:v>0.159</c:v>
                </c:pt>
                <c:pt idx="1">
                  <c:v>0.0</c:v>
                </c:pt>
                <c:pt idx="2">
                  <c:v>0.217</c:v>
                </c:pt>
                <c:pt idx="3">
                  <c:v>0.357</c:v>
                </c:pt>
                <c:pt idx="4">
                  <c:v>0.682</c:v>
                </c:pt>
                <c:pt idx="5">
                  <c:v>0.335</c:v>
                </c:pt>
                <c:pt idx="6">
                  <c:v>0.328</c:v>
                </c:pt>
                <c:pt idx="7">
                  <c:v>0.319</c:v>
                </c:pt>
                <c:pt idx="8">
                  <c:v>0.313</c:v>
                </c:pt>
                <c:pt idx="9">
                  <c:v>0.315</c:v>
                </c:pt>
                <c:pt idx="10">
                  <c:v>0.307</c:v>
                </c:pt>
                <c:pt idx="11">
                  <c:v>0.3</c:v>
                </c:pt>
                <c:pt idx="12">
                  <c:v>0.0</c:v>
                </c:pt>
                <c:pt idx="13">
                  <c:v>0.114</c:v>
                </c:pt>
                <c:pt idx="14">
                  <c:v>0.11</c:v>
                </c:pt>
                <c:pt idx="15">
                  <c:v>0.0</c:v>
                </c:pt>
                <c:pt idx="16">
                  <c:v>0.0</c:v>
                </c:pt>
                <c:pt idx="17">
                  <c:v>0.0</c:v>
                </c:pt>
                <c:pt idx="18">
                  <c:v>0.0</c:v>
                </c:pt>
                <c:pt idx="19">
                  <c:v>0.0</c:v>
                </c:pt>
                <c:pt idx="20">
                  <c:v>0.096</c:v>
                </c:pt>
                <c:pt idx="21">
                  <c:v>0.096</c:v>
                </c:pt>
                <c:pt idx="22">
                  <c:v>0.091</c:v>
                </c:pt>
                <c:pt idx="23">
                  <c:v>0.23</c:v>
                </c:pt>
                <c:pt idx="24">
                  <c:v>0.378</c:v>
                </c:pt>
                <c:pt idx="25">
                  <c:v>0.205</c:v>
                </c:pt>
                <c:pt idx="26">
                  <c:v>0.638</c:v>
                </c:pt>
                <c:pt idx="27">
                  <c:v>0.192</c:v>
                </c:pt>
                <c:pt idx="28">
                  <c:v>0.303</c:v>
                </c:pt>
                <c:pt idx="29">
                  <c:v>0.294</c:v>
                </c:pt>
                <c:pt idx="30">
                  <c:v>1.415</c:v>
                </c:pt>
                <c:pt idx="31">
                  <c:v>1.429</c:v>
                </c:pt>
                <c:pt idx="32">
                  <c:v>1.376</c:v>
                </c:pt>
                <c:pt idx="33">
                  <c:v>0.26</c:v>
                </c:pt>
                <c:pt idx="34">
                  <c:v>0.256</c:v>
                </c:pt>
                <c:pt idx="35">
                  <c:v>0.248</c:v>
                </c:pt>
                <c:pt idx="36">
                  <c:v>0.757</c:v>
                </c:pt>
                <c:pt idx="37">
                  <c:v>0.741</c:v>
                </c:pt>
                <c:pt idx="38">
                  <c:v>1.312</c:v>
                </c:pt>
                <c:pt idx="39">
                  <c:v>1.386</c:v>
                </c:pt>
                <c:pt idx="40">
                  <c:v>1.269</c:v>
                </c:pt>
                <c:pt idx="41">
                  <c:v>1.111</c:v>
                </c:pt>
                <c:pt idx="42">
                  <c:v>1.151</c:v>
                </c:pt>
                <c:pt idx="43">
                  <c:v>1.203</c:v>
                </c:pt>
                <c:pt idx="44">
                  <c:v>1.115</c:v>
                </c:pt>
                <c:pt idx="45">
                  <c:v>0.769</c:v>
                </c:pt>
                <c:pt idx="46">
                  <c:v>0.758</c:v>
                </c:pt>
                <c:pt idx="47">
                  <c:v>0.746</c:v>
                </c:pt>
                <c:pt idx="48">
                  <c:v>0.267</c:v>
                </c:pt>
                <c:pt idx="49">
                  <c:v>0.103</c:v>
                </c:pt>
                <c:pt idx="50">
                  <c:v>0.1</c:v>
                </c:pt>
                <c:pt idx="51">
                  <c:v>0.0</c:v>
                </c:pt>
                <c:pt idx="52">
                  <c:v>0.141</c:v>
                </c:pt>
                <c:pt idx="53">
                  <c:v>0.318</c:v>
                </c:pt>
                <c:pt idx="54">
                  <c:v>1.2</c:v>
                </c:pt>
                <c:pt idx="55">
                  <c:v>0.579</c:v>
                </c:pt>
                <c:pt idx="56">
                  <c:v>0.54</c:v>
                </c:pt>
                <c:pt idx="57">
                  <c:v>0.128</c:v>
                </c:pt>
                <c:pt idx="58">
                  <c:v>0.122</c:v>
                </c:pt>
                <c:pt idx="59">
                  <c:v>0.164</c:v>
                </c:pt>
                <c:pt idx="60">
                  <c:v>0.041</c:v>
                </c:pt>
                <c:pt idx="61">
                  <c:v>0.04</c:v>
                </c:pt>
                <c:pt idx="62">
                  <c:v>0.236</c:v>
                </c:pt>
                <c:pt idx="63">
                  <c:v>0.038</c:v>
                </c:pt>
                <c:pt idx="64">
                  <c:v>0.038</c:v>
                </c:pt>
                <c:pt idx="65">
                  <c:v>0.112</c:v>
                </c:pt>
                <c:pt idx="66">
                  <c:v>0.113</c:v>
                </c:pt>
                <c:pt idx="67">
                  <c:v>0.397</c:v>
                </c:pt>
                <c:pt idx="68">
                  <c:v>0.341</c:v>
                </c:pt>
                <c:pt idx="69">
                  <c:v>0.325</c:v>
                </c:pt>
                <c:pt idx="70">
                  <c:v>0.324</c:v>
                </c:pt>
                <c:pt idx="71">
                  <c:v>0.568</c:v>
                </c:pt>
                <c:pt idx="72">
                  <c:v>0.558</c:v>
                </c:pt>
                <c:pt idx="73">
                  <c:v>0.56</c:v>
                </c:pt>
                <c:pt idx="74">
                  <c:v>0.488</c:v>
                </c:pt>
                <c:pt idx="75">
                  <c:v>0.492</c:v>
                </c:pt>
                <c:pt idx="76">
                  <c:v>0.607</c:v>
                </c:pt>
                <c:pt idx="77">
                  <c:v>0.077</c:v>
                </c:pt>
                <c:pt idx="78">
                  <c:v>0.075</c:v>
                </c:pt>
                <c:pt idx="79">
                  <c:v>0.195</c:v>
                </c:pt>
                <c:pt idx="80">
                  <c:v>0.2</c:v>
                </c:pt>
                <c:pt idx="81">
                  <c:v>0.258</c:v>
                </c:pt>
                <c:pt idx="82">
                  <c:v>0.304</c:v>
                </c:pt>
                <c:pt idx="83">
                  <c:v>0.452</c:v>
                </c:pt>
                <c:pt idx="84">
                  <c:v>0.444</c:v>
                </c:pt>
                <c:pt idx="85">
                  <c:v>0.615</c:v>
                </c:pt>
                <c:pt idx="86">
                  <c:v>0.408</c:v>
                </c:pt>
                <c:pt idx="87">
                  <c:v>0.221</c:v>
                </c:pt>
                <c:pt idx="88">
                  <c:v>0.215</c:v>
                </c:pt>
                <c:pt idx="89">
                  <c:v>0.14</c:v>
                </c:pt>
                <c:pt idx="90">
                  <c:v>0.516</c:v>
                </c:pt>
                <c:pt idx="91">
                  <c:v>0.461</c:v>
                </c:pt>
                <c:pt idx="92">
                  <c:v>0.389</c:v>
                </c:pt>
                <c:pt idx="93">
                  <c:v>0.201</c:v>
                </c:pt>
                <c:pt idx="94">
                  <c:v>0.365</c:v>
                </c:pt>
                <c:pt idx="95">
                  <c:v>0.265</c:v>
                </c:pt>
                <c:pt idx="96">
                  <c:v>0.261</c:v>
                </c:pt>
                <c:pt idx="97">
                  <c:v>0.26</c:v>
                </c:pt>
                <c:pt idx="98">
                  <c:v>0.2</c:v>
                </c:pt>
                <c:pt idx="99">
                  <c:v>0.157</c:v>
                </c:pt>
                <c:pt idx="100">
                  <c:v>0.156</c:v>
                </c:pt>
                <c:pt idx="101">
                  <c:v>0.155</c:v>
                </c:pt>
                <c:pt idx="102">
                  <c:v>0.088</c:v>
                </c:pt>
                <c:pt idx="103">
                  <c:v>0.085</c:v>
                </c:pt>
                <c:pt idx="104">
                  <c:v>0.147</c:v>
                </c:pt>
                <c:pt idx="105">
                  <c:v>0.146</c:v>
                </c:pt>
                <c:pt idx="106">
                  <c:v>0.115</c:v>
                </c:pt>
                <c:pt idx="107">
                  <c:v>0.115</c:v>
                </c:pt>
                <c:pt idx="108">
                  <c:v>0.444</c:v>
                </c:pt>
                <c:pt idx="109">
                  <c:v>0.177</c:v>
                </c:pt>
                <c:pt idx="110">
                  <c:v>0.174</c:v>
                </c:pt>
                <c:pt idx="111">
                  <c:v>0.171</c:v>
                </c:pt>
                <c:pt idx="112">
                  <c:v>0.454</c:v>
                </c:pt>
                <c:pt idx="113">
                  <c:v>0.425</c:v>
                </c:pt>
                <c:pt idx="114">
                  <c:v>0.592</c:v>
                </c:pt>
                <c:pt idx="115">
                  <c:v>0.336</c:v>
                </c:pt>
                <c:pt idx="116">
                  <c:v>0.581</c:v>
                </c:pt>
                <c:pt idx="117">
                  <c:v>0.548</c:v>
                </c:pt>
                <c:pt idx="118">
                  <c:v>0.407</c:v>
                </c:pt>
                <c:pt idx="119">
                  <c:v>0.211</c:v>
                </c:pt>
                <c:pt idx="120">
                  <c:v>0.21</c:v>
                </c:pt>
                <c:pt idx="121">
                  <c:v>0.2</c:v>
                </c:pt>
                <c:pt idx="122">
                  <c:v>0.24</c:v>
                </c:pt>
                <c:pt idx="123">
                  <c:v>0.191</c:v>
                </c:pt>
                <c:pt idx="124">
                  <c:v>0.411</c:v>
                </c:pt>
                <c:pt idx="125">
                  <c:v>0.234</c:v>
                </c:pt>
                <c:pt idx="126">
                  <c:v>0.229</c:v>
                </c:pt>
                <c:pt idx="127">
                  <c:v>0.303</c:v>
                </c:pt>
                <c:pt idx="128">
                  <c:v>0.217</c:v>
                </c:pt>
                <c:pt idx="129">
                  <c:v>0.199</c:v>
                </c:pt>
                <c:pt idx="130">
                  <c:v>0.259</c:v>
                </c:pt>
                <c:pt idx="131">
                  <c:v>0.217</c:v>
                </c:pt>
                <c:pt idx="132">
                  <c:v>0.429</c:v>
                </c:pt>
                <c:pt idx="133">
                  <c:v>0.353</c:v>
                </c:pt>
                <c:pt idx="134">
                  <c:v>0.254</c:v>
                </c:pt>
                <c:pt idx="135">
                  <c:v>0.323</c:v>
                </c:pt>
                <c:pt idx="136">
                  <c:v>0.422</c:v>
                </c:pt>
                <c:pt idx="137">
                  <c:v>0.486</c:v>
                </c:pt>
                <c:pt idx="138">
                  <c:v>0.452</c:v>
                </c:pt>
                <c:pt idx="139">
                  <c:v>0.259</c:v>
                </c:pt>
                <c:pt idx="140">
                  <c:v>0.363</c:v>
                </c:pt>
                <c:pt idx="141">
                  <c:v>0.377</c:v>
                </c:pt>
                <c:pt idx="142">
                  <c:v>0.428</c:v>
                </c:pt>
                <c:pt idx="143">
                  <c:v>0.417</c:v>
                </c:pt>
                <c:pt idx="144">
                  <c:v>0.241</c:v>
                </c:pt>
                <c:pt idx="145">
                  <c:v>0.243</c:v>
                </c:pt>
                <c:pt idx="146">
                  <c:v>0.304</c:v>
                </c:pt>
                <c:pt idx="147">
                  <c:v>0.358</c:v>
                </c:pt>
                <c:pt idx="148">
                  <c:v>0.309</c:v>
                </c:pt>
                <c:pt idx="149">
                  <c:v>0.495</c:v>
                </c:pt>
                <c:pt idx="150">
                  <c:v>0.354</c:v>
                </c:pt>
                <c:pt idx="151">
                  <c:v>0.124</c:v>
                </c:pt>
                <c:pt idx="152">
                  <c:v>0.108</c:v>
                </c:pt>
                <c:pt idx="153">
                  <c:v>0.165</c:v>
                </c:pt>
                <c:pt idx="154">
                  <c:v>0.296</c:v>
                </c:pt>
                <c:pt idx="155">
                  <c:v>0.34</c:v>
                </c:pt>
                <c:pt idx="156">
                  <c:v>0.287</c:v>
                </c:pt>
                <c:pt idx="157">
                  <c:v>0.289</c:v>
                </c:pt>
                <c:pt idx="158">
                  <c:v>0.288</c:v>
                </c:pt>
                <c:pt idx="159">
                  <c:v>0.222</c:v>
                </c:pt>
                <c:pt idx="160">
                  <c:v>0.347</c:v>
                </c:pt>
                <c:pt idx="161">
                  <c:v>0.386</c:v>
                </c:pt>
                <c:pt idx="162">
                  <c:v>0.281</c:v>
                </c:pt>
                <c:pt idx="163">
                  <c:v>0.282</c:v>
                </c:pt>
                <c:pt idx="164">
                  <c:v>0.231</c:v>
                </c:pt>
                <c:pt idx="165">
                  <c:v>0.666</c:v>
                </c:pt>
                <c:pt idx="166">
                  <c:v>0.722</c:v>
                </c:pt>
                <c:pt idx="167">
                  <c:v>0.807</c:v>
                </c:pt>
                <c:pt idx="168">
                  <c:v>0.869</c:v>
                </c:pt>
                <c:pt idx="169">
                  <c:v>0.844</c:v>
                </c:pt>
                <c:pt idx="170">
                  <c:v>0.298</c:v>
                </c:pt>
                <c:pt idx="171">
                  <c:v>0.443</c:v>
                </c:pt>
                <c:pt idx="172">
                  <c:v>0.561</c:v>
                </c:pt>
                <c:pt idx="173">
                  <c:v>0.127</c:v>
                </c:pt>
                <c:pt idx="174">
                  <c:v>0.21</c:v>
                </c:pt>
                <c:pt idx="175">
                  <c:v>0.208</c:v>
                </c:pt>
                <c:pt idx="176">
                  <c:v>0.626</c:v>
                </c:pt>
                <c:pt idx="177">
                  <c:v>0.671</c:v>
                </c:pt>
                <c:pt idx="178">
                  <c:v>0.125</c:v>
                </c:pt>
                <c:pt idx="179">
                  <c:v>0.539</c:v>
                </c:pt>
                <c:pt idx="180">
                  <c:v>0.21</c:v>
                </c:pt>
                <c:pt idx="181">
                  <c:v>0.641</c:v>
                </c:pt>
                <c:pt idx="182">
                  <c:v>0.667</c:v>
                </c:pt>
                <c:pt idx="183">
                  <c:v>0.253</c:v>
                </c:pt>
                <c:pt idx="184">
                  <c:v>0.225</c:v>
                </c:pt>
                <c:pt idx="185">
                  <c:v>0.149</c:v>
                </c:pt>
                <c:pt idx="186">
                  <c:v>0.607</c:v>
                </c:pt>
                <c:pt idx="187">
                  <c:v>0.593</c:v>
                </c:pt>
                <c:pt idx="188">
                  <c:v>0.775</c:v>
                </c:pt>
                <c:pt idx="189">
                  <c:v>0.371</c:v>
                </c:pt>
                <c:pt idx="190">
                  <c:v>0.373</c:v>
                </c:pt>
                <c:pt idx="191">
                  <c:v>0.461</c:v>
                </c:pt>
                <c:pt idx="192">
                  <c:v>1.409</c:v>
                </c:pt>
                <c:pt idx="193">
                  <c:v>1.011</c:v>
                </c:pt>
                <c:pt idx="194">
                  <c:v>0.813</c:v>
                </c:pt>
                <c:pt idx="195">
                  <c:v>0.777</c:v>
                </c:pt>
                <c:pt idx="196">
                  <c:v>0.775</c:v>
                </c:pt>
                <c:pt idx="197">
                  <c:v>0.845</c:v>
                </c:pt>
                <c:pt idx="198">
                  <c:v>0.844</c:v>
                </c:pt>
                <c:pt idx="199">
                  <c:v>0.891</c:v>
                </c:pt>
                <c:pt idx="200">
                  <c:v>0.725</c:v>
                </c:pt>
                <c:pt idx="201">
                  <c:v>0.874</c:v>
                </c:pt>
                <c:pt idx="202">
                  <c:v>0.391</c:v>
                </c:pt>
                <c:pt idx="203">
                  <c:v>0.321</c:v>
                </c:pt>
                <c:pt idx="204">
                  <c:v>0.322</c:v>
                </c:pt>
                <c:pt idx="205">
                  <c:v>0.603</c:v>
                </c:pt>
                <c:pt idx="206">
                  <c:v>0.83</c:v>
                </c:pt>
                <c:pt idx="207">
                  <c:v>0.805</c:v>
                </c:pt>
                <c:pt idx="208">
                  <c:v>1.321</c:v>
                </c:pt>
                <c:pt idx="209">
                  <c:v>1.255</c:v>
                </c:pt>
                <c:pt idx="210">
                  <c:v>1.128</c:v>
                </c:pt>
                <c:pt idx="211">
                  <c:v>1.163</c:v>
                </c:pt>
                <c:pt idx="212">
                  <c:v>1.194</c:v>
                </c:pt>
                <c:pt idx="213">
                  <c:v>1.189</c:v>
                </c:pt>
                <c:pt idx="214">
                  <c:v>1.009</c:v>
                </c:pt>
                <c:pt idx="215">
                  <c:v>0.992</c:v>
                </c:pt>
                <c:pt idx="216">
                  <c:v>1.142</c:v>
                </c:pt>
                <c:pt idx="217">
                  <c:v>1.022</c:v>
                </c:pt>
                <c:pt idx="218">
                  <c:v>1.037</c:v>
                </c:pt>
                <c:pt idx="219">
                  <c:v>0.967</c:v>
                </c:pt>
                <c:pt idx="220">
                  <c:v>0.55</c:v>
                </c:pt>
                <c:pt idx="221">
                  <c:v>0.385</c:v>
                </c:pt>
                <c:pt idx="222">
                  <c:v>0.353</c:v>
                </c:pt>
                <c:pt idx="223">
                  <c:v>0.491</c:v>
                </c:pt>
                <c:pt idx="224">
                  <c:v>0.29</c:v>
                </c:pt>
                <c:pt idx="225">
                  <c:v>0.28</c:v>
                </c:pt>
                <c:pt idx="226">
                  <c:v>0.209</c:v>
                </c:pt>
                <c:pt idx="227">
                  <c:v>0.113</c:v>
                </c:pt>
                <c:pt idx="228">
                  <c:v>0.214</c:v>
                </c:pt>
                <c:pt idx="229">
                  <c:v>0.208</c:v>
                </c:pt>
                <c:pt idx="230">
                  <c:v>0.213</c:v>
                </c:pt>
                <c:pt idx="231">
                  <c:v>0.243</c:v>
                </c:pt>
                <c:pt idx="232">
                  <c:v>0.205</c:v>
                </c:pt>
                <c:pt idx="233">
                  <c:v>0.312</c:v>
                </c:pt>
                <c:pt idx="234">
                  <c:v>0.234</c:v>
                </c:pt>
                <c:pt idx="235">
                  <c:v>0.268</c:v>
                </c:pt>
                <c:pt idx="236">
                  <c:v>0.516</c:v>
                </c:pt>
                <c:pt idx="237">
                  <c:v>0.55</c:v>
                </c:pt>
                <c:pt idx="238">
                  <c:v>0.404</c:v>
                </c:pt>
                <c:pt idx="239">
                  <c:v>0.391</c:v>
                </c:pt>
                <c:pt idx="240">
                  <c:v>0.384</c:v>
                </c:pt>
                <c:pt idx="241">
                  <c:v>0.279</c:v>
                </c:pt>
                <c:pt idx="242">
                  <c:v>0.366</c:v>
                </c:pt>
                <c:pt idx="243">
                  <c:v>0.271</c:v>
                </c:pt>
                <c:pt idx="244">
                  <c:v>0.447</c:v>
                </c:pt>
                <c:pt idx="245">
                  <c:v>0.435</c:v>
                </c:pt>
                <c:pt idx="246">
                  <c:v>0.687</c:v>
                </c:pt>
                <c:pt idx="247">
                  <c:v>0.715</c:v>
                </c:pt>
                <c:pt idx="248">
                  <c:v>0.493</c:v>
                </c:pt>
                <c:pt idx="249">
                  <c:v>0.464</c:v>
                </c:pt>
                <c:pt idx="250">
                  <c:v>0.483</c:v>
                </c:pt>
                <c:pt idx="251">
                  <c:v>0.356</c:v>
                </c:pt>
                <c:pt idx="252">
                  <c:v>0.495</c:v>
                </c:pt>
                <c:pt idx="253">
                  <c:v>0.435</c:v>
                </c:pt>
                <c:pt idx="254">
                  <c:v>0.532</c:v>
                </c:pt>
                <c:pt idx="255">
                  <c:v>0.676</c:v>
                </c:pt>
                <c:pt idx="256">
                  <c:v>0.706</c:v>
                </c:pt>
                <c:pt idx="257">
                  <c:v>0.703</c:v>
                </c:pt>
                <c:pt idx="258">
                  <c:v>1.07</c:v>
                </c:pt>
                <c:pt idx="259">
                  <c:v>0.969</c:v>
                </c:pt>
                <c:pt idx="260">
                  <c:v>1.13</c:v>
                </c:pt>
                <c:pt idx="261">
                  <c:v>1.341</c:v>
                </c:pt>
                <c:pt idx="262">
                  <c:v>1.375</c:v>
                </c:pt>
                <c:pt idx="263">
                  <c:v>1.452</c:v>
                </c:pt>
                <c:pt idx="264">
                  <c:v>1.464</c:v>
                </c:pt>
                <c:pt idx="265">
                  <c:v>1.397</c:v>
                </c:pt>
                <c:pt idx="266">
                  <c:v>1.572</c:v>
                </c:pt>
                <c:pt idx="267">
                  <c:v>1.646</c:v>
                </c:pt>
                <c:pt idx="268">
                  <c:v>1.209</c:v>
                </c:pt>
                <c:pt idx="269">
                  <c:v>1.027</c:v>
                </c:pt>
                <c:pt idx="270">
                  <c:v>0.99</c:v>
                </c:pt>
                <c:pt idx="271">
                  <c:v>0.931</c:v>
                </c:pt>
                <c:pt idx="272">
                  <c:v>1.053</c:v>
                </c:pt>
                <c:pt idx="273">
                  <c:v>1.341</c:v>
                </c:pt>
                <c:pt idx="274">
                  <c:v>1.448</c:v>
                </c:pt>
                <c:pt idx="275">
                  <c:v>1.416</c:v>
                </c:pt>
                <c:pt idx="276">
                  <c:v>1.388</c:v>
                </c:pt>
                <c:pt idx="277">
                  <c:v>1.295</c:v>
                </c:pt>
                <c:pt idx="278">
                  <c:v>1.523</c:v>
                </c:pt>
                <c:pt idx="279">
                  <c:v>1.463</c:v>
                </c:pt>
                <c:pt idx="280">
                  <c:v>1.51</c:v>
                </c:pt>
                <c:pt idx="281">
                  <c:v>1.46</c:v>
                </c:pt>
                <c:pt idx="282">
                  <c:v>1.513</c:v>
                </c:pt>
                <c:pt idx="283">
                  <c:v>1.423</c:v>
                </c:pt>
                <c:pt idx="284">
                  <c:v>1.401</c:v>
                </c:pt>
                <c:pt idx="285">
                  <c:v>1.362</c:v>
                </c:pt>
                <c:pt idx="286">
                  <c:v>1.398</c:v>
                </c:pt>
                <c:pt idx="287">
                  <c:v>0.877</c:v>
                </c:pt>
                <c:pt idx="288">
                  <c:v>0.681</c:v>
                </c:pt>
                <c:pt idx="289">
                  <c:v>0.591</c:v>
                </c:pt>
                <c:pt idx="290">
                  <c:v>0.411</c:v>
                </c:pt>
                <c:pt idx="291">
                  <c:v>0.514</c:v>
                </c:pt>
                <c:pt idx="292">
                  <c:v>0.381</c:v>
                </c:pt>
                <c:pt idx="293">
                  <c:v>0.416</c:v>
                </c:pt>
                <c:pt idx="294">
                  <c:v>0.448</c:v>
                </c:pt>
                <c:pt idx="295">
                  <c:v>0.552</c:v>
                </c:pt>
                <c:pt idx="296">
                  <c:v>0.553</c:v>
                </c:pt>
                <c:pt idx="297">
                  <c:v>0.464</c:v>
                </c:pt>
                <c:pt idx="298">
                  <c:v>0.451</c:v>
                </c:pt>
                <c:pt idx="299">
                  <c:v>0.553</c:v>
                </c:pt>
                <c:pt idx="300">
                  <c:v>0.331</c:v>
                </c:pt>
                <c:pt idx="301">
                  <c:v>0.171</c:v>
                </c:pt>
                <c:pt idx="302">
                  <c:v>0.213</c:v>
                </c:pt>
                <c:pt idx="303">
                  <c:v>0.183</c:v>
                </c:pt>
                <c:pt idx="304">
                  <c:v>0.201</c:v>
                </c:pt>
                <c:pt idx="305">
                  <c:v>0.293</c:v>
                </c:pt>
                <c:pt idx="306">
                  <c:v>0.244</c:v>
                </c:pt>
                <c:pt idx="307">
                  <c:v>0.29</c:v>
                </c:pt>
                <c:pt idx="308">
                  <c:v>0.265</c:v>
                </c:pt>
                <c:pt idx="309">
                  <c:v>0.348</c:v>
                </c:pt>
                <c:pt idx="310">
                  <c:v>0.262</c:v>
                </c:pt>
                <c:pt idx="311">
                  <c:v>0.503</c:v>
                </c:pt>
                <c:pt idx="312">
                  <c:v>0.526</c:v>
                </c:pt>
                <c:pt idx="313">
                  <c:v>0.551</c:v>
                </c:pt>
                <c:pt idx="314">
                  <c:v>0.606</c:v>
                </c:pt>
                <c:pt idx="315">
                  <c:v>0.752</c:v>
                </c:pt>
                <c:pt idx="316">
                  <c:v>0.533</c:v>
                </c:pt>
                <c:pt idx="317">
                  <c:v>0.561</c:v>
                </c:pt>
                <c:pt idx="318">
                  <c:v>0.533</c:v>
                </c:pt>
                <c:pt idx="319">
                  <c:v>0.528</c:v>
                </c:pt>
                <c:pt idx="320">
                  <c:v>0.557</c:v>
                </c:pt>
                <c:pt idx="321">
                  <c:v>0.599</c:v>
                </c:pt>
                <c:pt idx="322">
                  <c:v>0.618</c:v>
                </c:pt>
                <c:pt idx="323">
                  <c:v>0.556</c:v>
                </c:pt>
                <c:pt idx="324">
                  <c:v>0.585</c:v>
                </c:pt>
                <c:pt idx="325">
                  <c:v>0.677</c:v>
                </c:pt>
                <c:pt idx="326">
                  <c:v>0.612</c:v>
                </c:pt>
                <c:pt idx="327">
                  <c:v>0.659</c:v>
                </c:pt>
                <c:pt idx="328">
                  <c:v>0.699</c:v>
                </c:pt>
                <c:pt idx="329">
                  <c:v>0.533</c:v>
                </c:pt>
                <c:pt idx="330">
                  <c:v>0.638</c:v>
                </c:pt>
                <c:pt idx="331">
                  <c:v>0.55</c:v>
                </c:pt>
                <c:pt idx="332">
                  <c:v>0.631</c:v>
                </c:pt>
                <c:pt idx="333">
                  <c:v>0.735</c:v>
                </c:pt>
                <c:pt idx="334">
                  <c:v>0.762</c:v>
                </c:pt>
                <c:pt idx="335">
                  <c:v>0.616</c:v>
                </c:pt>
                <c:pt idx="336">
                  <c:v>0.629</c:v>
                </c:pt>
                <c:pt idx="337">
                  <c:v>0.638</c:v>
                </c:pt>
                <c:pt idx="338">
                  <c:v>0.609</c:v>
                </c:pt>
                <c:pt idx="339">
                  <c:v>0.722</c:v>
                </c:pt>
                <c:pt idx="340">
                  <c:v>0.664</c:v>
                </c:pt>
                <c:pt idx="341">
                  <c:v>0.699</c:v>
                </c:pt>
                <c:pt idx="342">
                  <c:v>0.545</c:v>
                </c:pt>
                <c:pt idx="343">
                  <c:v>0.612</c:v>
                </c:pt>
                <c:pt idx="344">
                  <c:v>0.697</c:v>
                </c:pt>
                <c:pt idx="345">
                  <c:v>0.718</c:v>
                </c:pt>
                <c:pt idx="346">
                  <c:v>0.648</c:v>
                </c:pt>
                <c:pt idx="347">
                  <c:v>0.693</c:v>
                </c:pt>
                <c:pt idx="348">
                  <c:v>0.821</c:v>
                </c:pt>
                <c:pt idx="349">
                  <c:v>0.734</c:v>
                </c:pt>
                <c:pt idx="350">
                  <c:v>0.759</c:v>
                </c:pt>
                <c:pt idx="351">
                  <c:v>2.267</c:v>
                </c:pt>
                <c:pt idx="352">
                  <c:v>2.414</c:v>
                </c:pt>
                <c:pt idx="353">
                  <c:v>2.521</c:v>
                </c:pt>
                <c:pt idx="354">
                  <c:v>2.141</c:v>
                </c:pt>
                <c:pt idx="355">
                  <c:v>2.123</c:v>
                </c:pt>
                <c:pt idx="356">
                  <c:v>2.037</c:v>
                </c:pt>
                <c:pt idx="357">
                  <c:v>1.987</c:v>
                </c:pt>
                <c:pt idx="358">
                  <c:v>2.149</c:v>
                </c:pt>
                <c:pt idx="359">
                  <c:v>2.213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-1468648000"/>
        <c:axId val="-1468643104"/>
      </c:lineChart>
      <c:catAx>
        <c:axId val="-1468648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lang="zh-CN" altLang="en-US" sz="12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43104"/>
        <c:crosses val="autoZero"/>
        <c:auto val="1"/>
        <c:lblAlgn val="ctr"/>
        <c:lblOffset val="100"/>
        <c:tickLblSkip val="30"/>
        <c:noMultiLvlLbl val="0"/>
      </c:catAx>
      <c:valAx>
        <c:axId val="-1468643104"/>
        <c:scaling>
          <c:orientation val="minMax"/>
          <c:max val="4"/>
          <c:min val="0"/>
        </c:scaling>
        <c:delete val="0"/>
        <c:axPos val="l"/>
        <c:numFmt formatCode="#,##0.000_);[Red]\(#,##0.00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altLang="en-US" sz="12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48000"/>
        <c:crosses val="autoZero"/>
        <c:crossBetween val="between"/>
        <c:majorUnit val="0.5"/>
      </c:valAx>
      <c:spPr>
        <a:noFill/>
        <a:ln w="25400"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altLang="en-US" sz="13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altLang="en-US" sz="13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24281397704091"/>
          <c:y val="0.921384149258491"/>
          <c:w val="0.459480379031438"/>
          <c:h val="0.061902244678353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altLang="en-US" sz="1300" b="0" i="0" u="none" strike="noStrike" kern="1200" baseline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 algn="ctr">
        <a:defRPr lang="zh-CN" altLang="en-US" sz="1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首播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栏目收视率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%</a:t>
            </a:r>
            <a:endParaRPr lang="en-US" altLang="zh-CN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355511166668815"/>
          <c:y val="0.181736995713374"/>
          <c:w val="0.968560999844318"/>
          <c:h val="0.643542336521615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前1个月均值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-0.007811150571203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0602409638554219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091620533108662"/>
                  <c:y val="-0.0025738643330297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0.00602409638554217"/>
                  <c:y val="-0.00643500643500649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0602409638554217"/>
                  <c:y val="-0.0032175032175032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"/>
                  <c:y val="-0.0096519912488612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乡理乡亲
17:07-17:32</c:v>
                </c:pt>
                <c:pt idx="1">
                  <c:v>谁知盘中餐
17:34-17:59</c:v>
                </c:pt>
                <c:pt idx="2">
                  <c:v>中国三农报道
18:00-18:33</c:v>
                </c:pt>
                <c:pt idx="3">
                  <c:v>三农群英汇
21:20-21:46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0.046</c:v>
                </c:pt>
                <c:pt idx="1">
                  <c:v>0.055</c:v>
                </c:pt>
                <c:pt idx="2">
                  <c:v>0.082</c:v>
                </c:pt>
                <c:pt idx="3">
                  <c:v>0.061</c:v>
                </c:pt>
              </c:numCache>
            </c:numRef>
          </c:val>
        </c:ser>
        <c:ser>
          <c:idx val="0"/>
          <c:order val="1"/>
          <c:tx>
            <c:strRef>
              <c:f>Sheet1!$C$1</c:f>
              <c:strCache>
                <c:ptCount val="1"/>
                <c:pt idx="0">
                  <c:v>前一日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0.00650929147541133"/>
                  <c:y val="0.0160866520814354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0289382165518058"/>
                  <c:y val="0.0024129978122152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0481927710843374"/>
                  <c:y val="0.0032175032175032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103199798692676"/>
                  <c:y val="-5.89837095804169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01835380233772"/>
                  <c:y val="-0.0032175032175032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.00171518658367361"/>
                  <c:y val="0.022843512804142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乡理乡亲
17:07-17:32</c:v>
                </c:pt>
                <c:pt idx="1">
                  <c:v>谁知盘中餐
17:34-17:59</c:v>
                </c:pt>
                <c:pt idx="2">
                  <c:v>中国三农报道
18:00-18:33</c:v>
                </c:pt>
                <c:pt idx="3">
                  <c:v>三农群英汇
21:20-21:46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0.046</c:v>
                </c:pt>
                <c:pt idx="1">
                  <c:v>0.055</c:v>
                </c:pt>
                <c:pt idx="2">
                  <c:v>0.071</c:v>
                </c:pt>
                <c:pt idx="3">
                  <c:v>0.082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2月2日</c:v>
                </c:pt>
              </c:strCache>
            </c:strRef>
          </c:tx>
          <c:spPr>
            <a:solidFill>
              <a:srgbClr val="FE9B1C"/>
            </a:solidFill>
            <a:ln>
              <a:noFill/>
            </a:ln>
            <a:effectLst/>
          </c:spPr>
          <c:invertIfNegative val="0"/>
          <c:dLbls>
            <c:dLbl>
              <c:idx val="5"/>
              <c:layout>
                <c:manualLayout>
                  <c:x val="0.00981996726677578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乡理乡亲
17:07-17:32</c:v>
                </c:pt>
                <c:pt idx="1">
                  <c:v>谁知盘中餐
17:34-17:59</c:v>
                </c:pt>
                <c:pt idx="2">
                  <c:v>中国三农报道
18:00-18:33</c:v>
                </c:pt>
                <c:pt idx="3">
                  <c:v>三农群英汇
21:20-21:46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0.054</c:v>
                </c:pt>
                <c:pt idx="1">
                  <c:v>0.07</c:v>
                </c:pt>
                <c:pt idx="2">
                  <c:v>0.127</c:v>
                </c:pt>
                <c:pt idx="3">
                  <c:v>0.073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-1468652352"/>
        <c:axId val="-1468639840"/>
      </c:barChart>
      <c:catAx>
        <c:axId val="-1468652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alt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39840"/>
        <c:crosses val="autoZero"/>
        <c:auto val="1"/>
        <c:lblAlgn val="ctr"/>
        <c:lblOffset val="100"/>
        <c:noMultiLvlLbl val="0"/>
      </c:catAx>
      <c:valAx>
        <c:axId val="-1468639840"/>
        <c:scaling>
          <c:orientation val="minMax"/>
          <c:max val="0.2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52352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364325497223979"/>
          <c:y val="0.113675883600532"/>
          <c:w val="0.260834568346714"/>
          <c:h val="0.069553299080858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sz="16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首播栏目市场份额</a:t>
            </a:r>
            <a:r>
              <a:rPr lang="en-US" sz="16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%</a:t>
            </a:r>
            <a:endParaRPr lang="en-US" sz="1600" b="1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284945383485813"/>
          <c:y val="0.207477021453399"/>
          <c:w val="0.968560999844318"/>
          <c:h val="0.637107439272794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前1个月均值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-0.007811150571203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0602409638554219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091620533108662"/>
                  <c:y val="-0.0025738643330297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0.00602409638554217"/>
                  <c:y val="-0.00643500643500649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0602409638554217"/>
                  <c:y val="-0.0032175032175032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"/>
                  <c:y val="-0.0096519912488612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乡理乡亲
17:07-17:32</c:v>
                </c:pt>
                <c:pt idx="1">
                  <c:v>谁知盘中餐
17:34-17:59</c:v>
                </c:pt>
                <c:pt idx="2">
                  <c:v>中国三农报道
18:00-18:33</c:v>
                </c:pt>
                <c:pt idx="3">
                  <c:v>三农群英汇
21:20-21:46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0.63</c:v>
                </c:pt>
                <c:pt idx="1">
                  <c:v>0.585</c:v>
                </c:pt>
                <c:pt idx="2">
                  <c:v>0.674</c:v>
                </c:pt>
                <c:pt idx="3">
                  <c:v>0.421</c:v>
                </c:pt>
              </c:numCache>
            </c:numRef>
          </c:val>
        </c:ser>
        <c:ser>
          <c:idx val="0"/>
          <c:order val="1"/>
          <c:tx>
            <c:strRef>
              <c:f>Sheet1!$C$1</c:f>
              <c:strCache>
                <c:ptCount val="1"/>
                <c:pt idx="0">
                  <c:v>前一日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0.00650929147541133"/>
                  <c:y val="0.0160866520814354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0289382165518058"/>
                  <c:y val="0.0024129978122152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0481927710843374"/>
                  <c:y val="0.0032175032175032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103199798692676"/>
                  <c:y val="-5.89837095804169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.00362015713665906"/>
                  <c:y val="-0.0064350064350064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.0071707372806598"/>
                  <c:y val="0.016408385123064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乡理乡亲
17:07-17:32</c:v>
                </c:pt>
                <c:pt idx="1">
                  <c:v>谁知盘中餐
17:34-17:59</c:v>
                </c:pt>
                <c:pt idx="2">
                  <c:v>中国三农报道
18:00-18:33</c:v>
                </c:pt>
                <c:pt idx="3">
                  <c:v>三农群英汇
21:20-21:46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0.563</c:v>
                </c:pt>
                <c:pt idx="1">
                  <c:v>0.564</c:v>
                </c:pt>
                <c:pt idx="2">
                  <c:v>0.577</c:v>
                </c:pt>
                <c:pt idx="3">
                  <c:v>0.519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2月2日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/>
              </a:solidFill>
            </a:ln>
            <a:effectLst/>
          </c:spPr>
          <c:invertIfNegative val="0"/>
          <c:dLbls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乡理乡亲
17:07-17:32</c:v>
                </c:pt>
                <c:pt idx="1">
                  <c:v>谁知盘中餐
17:34-17:59</c:v>
                </c:pt>
                <c:pt idx="2">
                  <c:v>中国三农报道
18:00-18:33</c:v>
                </c:pt>
                <c:pt idx="3">
                  <c:v>三农群英汇
21:20-21:46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0.598</c:v>
                </c:pt>
                <c:pt idx="1">
                  <c:v>0.637</c:v>
                </c:pt>
                <c:pt idx="2">
                  <c:v>0.941</c:v>
                </c:pt>
                <c:pt idx="3">
                  <c:v>0.526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-1468640928"/>
        <c:axId val="-1468646912"/>
      </c:barChart>
      <c:catAx>
        <c:axId val="-1468640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46912"/>
        <c:crosses val="autoZero"/>
        <c:auto val="1"/>
        <c:lblAlgn val="ctr"/>
        <c:lblOffset val="100"/>
        <c:noMultiLvlLbl val="0"/>
      </c:catAx>
      <c:valAx>
        <c:axId val="-1468646912"/>
        <c:scaling>
          <c:orientation val="minMax"/>
          <c:max val="1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40928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364325497223979"/>
          <c:y val="0.113675883600532"/>
          <c:w val="0.260834568346714"/>
          <c:h val="0.069553299080858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100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468272337743516"/>
          <c:y val="0.171226687030583"/>
          <c:w val="0.940868514582652"/>
          <c:h val="0.59154622067101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前一个月日均观众规模：2103.4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Sheet1!$A$2:$A$20</c:f>
              <c:strCache>
                <c:ptCount val="19"/>
                <c:pt idx="0">
                  <c:v>男</c:v>
                </c:pt>
                <c:pt idx="1">
                  <c:v>女</c:v>
                </c:pt>
                <c:pt idx="3">
                  <c:v>4-14岁</c:v>
                </c:pt>
                <c:pt idx="4">
                  <c:v>15-24岁</c:v>
                </c:pt>
                <c:pt idx="5">
                  <c:v>25-34岁</c:v>
                </c:pt>
                <c:pt idx="6">
                  <c:v>35-44岁</c:v>
                </c:pt>
                <c:pt idx="7">
                  <c:v>45-54岁</c:v>
                </c:pt>
                <c:pt idx="8">
                  <c:v>55-64岁</c:v>
                </c:pt>
                <c:pt idx="9">
                  <c:v>65岁以上</c:v>
                </c:pt>
                <c:pt idx="11">
                  <c:v>未受过正规教育</c:v>
                </c:pt>
                <c:pt idx="12">
                  <c:v>小学</c:v>
                </c:pt>
                <c:pt idx="13">
                  <c:v>初中</c:v>
                </c:pt>
                <c:pt idx="14">
                  <c:v>高中</c:v>
                </c:pt>
                <c:pt idx="15">
                  <c:v>大学以上</c:v>
                </c:pt>
                <c:pt idx="17">
                  <c:v>城市</c:v>
                </c:pt>
                <c:pt idx="18">
                  <c:v>乡村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1079.3992</c:v>
                </c:pt>
                <c:pt idx="1">
                  <c:v>1023.972</c:v>
                </c:pt>
                <c:pt idx="3">
                  <c:v>110.9197</c:v>
                </c:pt>
                <c:pt idx="4">
                  <c:v>80.9317</c:v>
                </c:pt>
                <c:pt idx="5">
                  <c:v>169.9372</c:v>
                </c:pt>
                <c:pt idx="6">
                  <c:v>156.1672</c:v>
                </c:pt>
                <c:pt idx="7">
                  <c:v>247.4485</c:v>
                </c:pt>
                <c:pt idx="8">
                  <c:v>430.1643</c:v>
                </c:pt>
                <c:pt idx="9">
                  <c:v>907.8027</c:v>
                </c:pt>
                <c:pt idx="11">
                  <c:v>155.2811</c:v>
                </c:pt>
                <c:pt idx="12">
                  <c:v>636.8939</c:v>
                </c:pt>
                <c:pt idx="13">
                  <c:v>673.0555</c:v>
                </c:pt>
                <c:pt idx="14">
                  <c:v>407.4922</c:v>
                </c:pt>
                <c:pt idx="15">
                  <c:v>230.6485</c:v>
                </c:pt>
                <c:pt idx="17">
                  <c:v>1345.9549</c:v>
                </c:pt>
                <c:pt idx="18">
                  <c:v>757.4163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今日观众规模：2370.9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Sheet1!$A$2:$A$20</c:f>
              <c:strCache>
                <c:ptCount val="19"/>
                <c:pt idx="0">
                  <c:v>男</c:v>
                </c:pt>
                <c:pt idx="1">
                  <c:v>女</c:v>
                </c:pt>
                <c:pt idx="3">
                  <c:v>4-14岁</c:v>
                </c:pt>
                <c:pt idx="4">
                  <c:v>15-24岁</c:v>
                </c:pt>
                <c:pt idx="5">
                  <c:v>25-34岁</c:v>
                </c:pt>
                <c:pt idx="6">
                  <c:v>35-44岁</c:v>
                </c:pt>
                <c:pt idx="7">
                  <c:v>45-54岁</c:v>
                </c:pt>
                <c:pt idx="8">
                  <c:v>55-64岁</c:v>
                </c:pt>
                <c:pt idx="9">
                  <c:v>65岁以上</c:v>
                </c:pt>
                <c:pt idx="11">
                  <c:v>未受过正规教育</c:v>
                </c:pt>
                <c:pt idx="12">
                  <c:v>小学</c:v>
                </c:pt>
                <c:pt idx="13">
                  <c:v>初中</c:v>
                </c:pt>
                <c:pt idx="14">
                  <c:v>高中</c:v>
                </c:pt>
                <c:pt idx="15">
                  <c:v>大学以上</c:v>
                </c:pt>
                <c:pt idx="17">
                  <c:v>城市</c:v>
                </c:pt>
                <c:pt idx="18">
                  <c:v>乡村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1231.848</c:v>
                </c:pt>
                <c:pt idx="1">
                  <c:v>1139.0909</c:v>
                </c:pt>
                <c:pt idx="3">
                  <c:v>119.4022</c:v>
                </c:pt>
                <c:pt idx="4">
                  <c:v>79.21</c:v>
                </c:pt>
                <c:pt idx="5">
                  <c:v>172.193</c:v>
                </c:pt>
                <c:pt idx="6">
                  <c:v>161.5824</c:v>
                </c:pt>
                <c:pt idx="7">
                  <c:v>378.0761</c:v>
                </c:pt>
                <c:pt idx="8">
                  <c:v>421.586</c:v>
                </c:pt>
                <c:pt idx="9">
                  <c:v>1038.8892</c:v>
                </c:pt>
                <c:pt idx="11">
                  <c:v>171.3645</c:v>
                </c:pt>
                <c:pt idx="12">
                  <c:v>672.2869</c:v>
                </c:pt>
                <c:pt idx="13">
                  <c:v>817.1993</c:v>
                </c:pt>
                <c:pt idx="14">
                  <c:v>442.8172</c:v>
                </c:pt>
                <c:pt idx="15">
                  <c:v>267.271</c:v>
                </c:pt>
                <c:pt idx="17">
                  <c:v>1512.1628</c:v>
                </c:pt>
                <c:pt idx="18">
                  <c:v>858.7761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1466302544"/>
        <c:axId val="-1466310160"/>
      </c:barChart>
      <c:catAx>
        <c:axId val="-14663025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6310160"/>
        <c:crosses val="autoZero"/>
        <c:auto val="1"/>
        <c:lblAlgn val="ctr"/>
        <c:lblOffset val="100"/>
        <c:noMultiLvlLbl val="0"/>
      </c:catAx>
      <c:valAx>
        <c:axId val="-1466310160"/>
        <c:scaling>
          <c:orientation val="minMax"/>
          <c:max val="18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6302544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29321321658448"/>
          <c:y val="0.0379177413734448"/>
          <c:w val="0.468848241677853"/>
          <c:h val="0.063733425485975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0:18:27.984" idx="3">
    <p:pos x="6037" y="1304"/>
    <p:text>日期=excel文件名日期</p:text>
  </p:cm>
  <p:cm authorId="1" dt="2026-02-21T10:19:11.888" idx="4">
    <p:pos x="5063" y="2906"/>
    <p:text>2026年第x天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7:50:41.382" idx="5">
    <p:pos x="5218" y="682"/>
    <p:text>“市场份额”sheet当日份额、党日收视率与前一月均值对比
”上星频道排名“中”CCTV-17农业农村“排名
”台组内排名“sheet中CCTV-17排名</p:text>
  </p:cm>
  <p:cm authorId="1" dt="2026-02-21T17:50:52.807" idx="18">
    <p:pos x="-1" y="4"/>
    <p:text>所有数据变化幅度：
0——保持不变
&lt;5%——基本持平
≥5%或≤5%——提升/下降xx%</p:text>
  </p:cm>
  <p:cm authorId="1" dt="2026-02-21T17:51:29.925" idx="32">
    <p:pos x="2338" y="1750"/>
    <p:text>”电视剧与非电视剧“sheet</p:text>
  </p:cm>
  <p:cm authorId="1" dt="2026-02-21T17:51:39.684" idx="33">
    <p:pos x="3877" y="2452"/>
    <p:text>暂时空着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0:35:36.630" idx="11">
    <p:pos x="10" y="10"/>
    <p:text>"市场份额“sheet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0:35:56.574" idx="12">
    <p:pos x="10" y="10"/>
    <p:text>“台组内排名”sheet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0:36:48.617" idx="13">
    <p:pos x="10" y="10"/>
    <p:text>“上星频道排名”sheet，保留top10+CCTV17前1后2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0:37:13.782" idx="14">
    <p:pos x="6228" y="121"/>
    <p:text>"市场份额“sheet</p:text>
  </p:cm>
  <p:cm authorId="1" dt="2026-02-21T10:37:51.257" idx="15">
    <p:pos x="7183" y="657"/>
    <p:text>“串单”sheet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0:39:04.727" idx="16">
    <p:pos x="10" y="10"/>
    <p:text>“串单”sheet按收视率排序</p:tex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5:44:53.924" idx="17">
    <p:pos x="10" y="10"/>
    <p:text>"串单“sheet按市场份额排序</p:text>
  </p:cm>
</p:cmLst>
</file>

<file path=ppt/comments/comment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6:23:37.649" idx="21">
    <p:pos x="10" y="10"/>
    <p:text>该页全部自动输出</p:text>
  </p:cm>
  <p:cm authorId="1" dt="2026-02-21T17:31:56.836" idx="31">
    <p:pos x="6669" y="1038"/>
    <p:text>图表：”分分钟“sheet从5:30-25:59对”收视率“绘图；深绿色线按	06:00-10:00 早间节目10:00-12:00上午剧场12:00-13:30午间节目13:30-17:00下午剧场17:00-18:30傍晚节目18:30-20:30黄金剧场20:30-22:30晚间节目22:30-25:00 夜间节目划分
节目名称：”串单“sheet，每个节目按”开始时间“和”结束时间“划分</p:text>
  </p:cm>
</p:cmLst>
</file>

<file path=ppt/comments/comment10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7:25:14.206" idx="26">
    <p:pos x="6862" y="1054"/>
    <p:text>图表：”分分钟“sheet从5:30-25:59对”市场份额“绘图；深绿色线按	06:00-10:00 早间节目10:00-12:00上午剧场12:00-13:30午间节目13:30-17:00下午剧场17:00-18:30傍晚节目18:30-20:30黄金剧场20:30-22:30晚间节目22:30-25:00 夜间节目划分
节目名称：”串单“sheet，每个节目按”开始时间“和”结束时间“划分</p:text>
  </p:cm>
</p:cmLst>
</file>

<file path=ppt/comments/comment1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7:35:46.756" idx="28">
    <p:pos x="2530" y="170"/>
    <p:text>统计范围：16:30-24:00C除电视剧以外的节目
所需数据：”串单“sheet A F H L-Q列
所有图标和文字全部自动输出</p:text>
  </p:cm>
</p:cmLst>
</file>

<file path=ppt/comments/comment1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7:34:20.899" idx="29">
    <p:pos x="2826" y="293"/>
    <p:text>统计范围：16:30-24:00除电视剧以外的节目
所需数据：”串单“sheet A F H L-Q列
所有图标和文字全部自动输出</p:text>
  </p:cm>
</p:cmLst>
</file>

<file path=ppt/comments/comment1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6:59:32.794" idx="30">
    <p:pos x="10" y="10"/>
    <p:text>”市场份额“sheetH-W页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C11C0E-9E4C-4913-BEBA-7969B64F2C2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A9DFDE-3384-4D4F-9589-F1AD3823E66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Relationship Id="rId7" Type="http://schemas.openxmlformats.org/officeDocument/2006/relationships/tags" Target="../tags/tag6.xml"/><Relationship Id="rId8" Type="http://schemas.openxmlformats.org/officeDocument/2006/relationships/tags" Target="../tags/tag7.xml"/><Relationship Id="rId9" Type="http://schemas.openxmlformats.org/officeDocument/2006/relationships/tags" Target="../tags/tag8.xml"/><Relationship Id="rId10" Type="http://schemas.openxmlformats.org/officeDocument/2006/relationships/tags" Target="../tags/tag9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3" Type="http://schemas.openxmlformats.org/officeDocument/2006/relationships/tags" Target="../tags/tag11.xml"/><Relationship Id="rId4" Type="http://schemas.openxmlformats.org/officeDocument/2006/relationships/tags" Target="../tags/tag1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3.xml"/><Relationship Id="rId3" Type="http://schemas.openxmlformats.org/officeDocument/2006/relationships/tags" Target="../tags/tag14.xml"/><Relationship Id="rId4" Type="http://schemas.openxmlformats.org/officeDocument/2006/relationships/tags" Target="../tags/tag15.xml"/><Relationship Id="rId5" Type="http://schemas.openxmlformats.org/officeDocument/2006/relationships/tags" Target="../tags/tag16.xml"/><Relationship Id="rId6" Type="http://schemas.openxmlformats.org/officeDocument/2006/relationships/tags" Target="../tags/tag17.xml"/><Relationship Id="rId7" Type="http://schemas.openxmlformats.org/officeDocument/2006/relationships/tags" Target="../tags/tag18.xml"/><Relationship Id="rId8" Type="http://schemas.openxmlformats.org/officeDocument/2006/relationships/tags" Target="../tags/tag19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0.xml"/><Relationship Id="rId3" Type="http://schemas.openxmlformats.org/officeDocument/2006/relationships/tags" Target="../tags/tag21.xml"/><Relationship Id="rId4" Type="http://schemas.openxmlformats.org/officeDocument/2006/relationships/tags" Target="../tags/tag22.xml"/><Relationship Id="rId5" Type="http://schemas.openxmlformats.org/officeDocument/2006/relationships/tags" Target="../tags/tag23.xml"/><Relationship Id="rId6" Type="http://schemas.openxmlformats.org/officeDocument/2006/relationships/tags" Target="../tags/tag24.xml"/><Relationship Id="rId7" Type="http://schemas.openxmlformats.org/officeDocument/2006/relationships/tags" Target="../tags/tag25.xml"/><Relationship Id="rId8" Type="http://schemas.openxmlformats.org/officeDocument/2006/relationships/tags" Target="../tags/tag26.xml"/><Relationship Id="rId9" Type="http://schemas.openxmlformats.org/officeDocument/2006/relationships/tags" Target="../tags/tag27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8.xml"/><Relationship Id="rId3" Type="http://schemas.openxmlformats.org/officeDocument/2006/relationships/tags" Target="../tags/tag29.xml"/><Relationship Id="rId4" Type="http://schemas.openxmlformats.org/officeDocument/2006/relationships/tags" Target="../tags/tag30.xml"/><Relationship Id="rId5" Type="http://schemas.openxmlformats.org/officeDocument/2006/relationships/tags" Target="../tags/tag31.xml"/><Relationship Id="rId6" Type="http://schemas.openxmlformats.org/officeDocument/2006/relationships/tags" Target="../tags/tag32.xml"/><Relationship Id="rId7" Type="http://schemas.openxmlformats.org/officeDocument/2006/relationships/tags" Target="../tags/tag3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Relationship Id="rId5" Type="http://schemas.openxmlformats.org/officeDocument/2006/relationships/tags" Target="../tags/tag37.xml"/><Relationship Id="rId6" Type="http://schemas.openxmlformats.org/officeDocument/2006/relationships/tags" Target="../tags/tag38.xml"/><Relationship Id="rId7" Type="http://schemas.openxmlformats.org/officeDocument/2006/relationships/tags" Target="../tags/tag39.xml"/><Relationship Id="rId8" Type="http://schemas.openxmlformats.org/officeDocument/2006/relationships/tags" Target="../tags/tag40.xml"/><Relationship Id="rId9" Type="http://schemas.openxmlformats.org/officeDocument/2006/relationships/tags" Target="../tags/tag4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2.xml"/><Relationship Id="rId3" Type="http://schemas.openxmlformats.org/officeDocument/2006/relationships/tags" Target="../tags/tag43.xml"/><Relationship Id="rId4" Type="http://schemas.openxmlformats.org/officeDocument/2006/relationships/tags" Target="../tags/tag44.xml"/><Relationship Id="rId5" Type="http://schemas.openxmlformats.org/officeDocument/2006/relationships/tags" Target="../tags/tag45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6.xml"/><Relationship Id="rId3" Type="http://schemas.openxmlformats.org/officeDocument/2006/relationships/tags" Target="../tags/tag47.xml"/><Relationship Id="rId4" Type="http://schemas.openxmlformats.org/officeDocument/2006/relationships/tags" Target="../tags/tag48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9.xml"/><Relationship Id="rId3" Type="http://schemas.openxmlformats.org/officeDocument/2006/relationships/tags" Target="../tags/tag50.xml"/><Relationship Id="rId4" Type="http://schemas.openxmlformats.org/officeDocument/2006/relationships/tags" Target="../tags/tag5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7.xml"/><Relationship Id="rId3" Type="http://schemas.openxmlformats.org/officeDocument/2006/relationships/tags" Target="../tags/tag58.xml"/><Relationship Id="rId4" Type="http://schemas.openxmlformats.org/officeDocument/2006/relationships/tags" Target="../tags/tag59.xml"/><Relationship Id="rId5" Type="http://schemas.openxmlformats.org/officeDocument/2006/relationships/tags" Target="../tags/tag60.xml"/><Relationship Id="rId6" Type="http://schemas.openxmlformats.org/officeDocument/2006/relationships/tags" Target="../tags/tag61.xml"/><Relationship Id="rId7" Type="http://schemas.openxmlformats.org/officeDocument/2006/relationships/tags" Target="../tags/tag62.xml"/><Relationship Id="rId8" Type="http://schemas.openxmlformats.org/officeDocument/2006/relationships/tags" Target="../tags/tag63.xml"/><Relationship Id="rId9" Type="http://schemas.openxmlformats.org/officeDocument/2006/relationships/tags" Target="../tags/tag64.xml"/><Relationship Id="rId10" Type="http://schemas.openxmlformats.org/officeDocument/2006/relationships/tags" Target="../tags/tag6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099"/>
          <p:cNvSpPr/>
          <p:nvPr userDrawn="1">
            <p:custDataLst>
              <p:tags r:id="rId2"/>
            </p:custDataLst>
          </p:nvPr>
        </p:nvSpPr>
        <p:spPr>
          <a:xfrm>
            <a:off x="0" y="2377440"/>
            <a:ext cx="5193792" cy="4480560"/>
          </a:xfrm>
          <a:custGeom>
            <a:avLst/>
            <a:gdLst/>
            <a:ahLst/>
            <a:cxnLst/>
            <a:rect l="l" t="t" r="r" b="b"/>
            <a:pathLst>
              <a:path w="5193792" h="4480560">
                <a:moveTo>
                  <a:pt x="4828032" y="4480560"/>
                </a:moveTo>
                <a:lnTo>
                  <a:pt x="0" y="4480560"/>
                </a:lnTo>
                <a:lnTo>
                  <a:pt x="0" y="896112"/>
                </a:lnTo>
                <a:cubicBezTo>
                  <a:pt x="548640" y="338328"/>
                  <a:pt x="1307592" y="0"/>
                  <a:pt x="2148840" y="0"/>
                </a:cubicBezTo>
                <a:cubicBezTo>
                  <a:pt x="3831336" y="0"/>
                  <a:pt x="5193792" y="1362456"/>
                  <a:pt x="5193792" y="3044952"/>
                </a:cubicBezTo>
                <a:cubicBezTo>
                  <a:pt x="5193792" y="3566160"/>
                  <a:pt x="5065776" y="4050792"/>
                  <a:pt x="4828032" y="4480560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8" name="Ellipse 37 (Stroke)_#color-2083&amp;10102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2505456" cy="3108960"/>
          </a:xfrm>
          <a:custGeom>
            <a:avLst/>
            <a:gdLst/>
            <a:ahLst/>
            <a:cxnLst/>
            <a:rect l="l" t="t" r="r" b="b"/>
            <a:pathLst>
              <a:path w="2505456" h="3108960">
                <a:moveTo>
                  <a:pt x="0" y="2505456"/>
                </a:moveTo>
                <a:cubicBezTo>
                  <a:pt x="100584" y="2523744"/>
                  <a:pt x="201168" y="2532888"/>
                  <a:pt x="301752" y="2532888"/>
                </a:cubicBezTo>
                <a:cubicBezTo>
                  <a:pt x="1207008" y="2532888"/>
                  <a:pt x="1938528" y="1801368"/>
                  <a:pt x="1938528" y="905256"/>
                </a:cubicBezTo>
                <a:cubicBezTo>
                  <a:pt x="1938528" y="566928"/>
                  <a:pt x="1837944" y="256032"/>
                  <a:pt x="1664208" y="0"/>
                </a:cubicBezTo>
                <a:lnTo>
                  <a:pt x="2313432" y="0"/>
                </a:lnTo>
                <a:cubicBezTo>
                  <a:pt x="2441448" y="274320"/>
                  <a:pt x="2505456" y="576072"/>
                  <a:pt x="2505456" y="905256"/>
                </a:cubicBezTo>
                <a:cubicBezTo>
                  <a:pt x="2505456" y="2121408"/>
                  <a:pt x="1517904" y="3108960"/>
                  <a:pt x="301752" y="3108960"/>
                </a:cubicBezTo>
                <a:cubicBezTo>
                  <a:pt x="201168" y="3108960"/>
                  <a:pt x="100584" y="3099816"/>
                  <a:pt x="0" y="3081528"/>
                </a:cubicBezTo>
                <a:lnTo>
                  <a:pt x="0" y="2505456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-2082&amp;9905"/>
          <p:cNvSpPr/>
          <p:nvPr userDrawn="1">
            <p:custDataLst>
              <p:tags r:id="rId4"/>
            </p:custDataLst>
          </p:nvPr>
        </p:nvSpPr>
        <p:spPr>
          <a:xfrm>
            <a:off x="9464040" y="4379976"/>
            <a:ext cx="1609344" cy="160934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1" name="Ellipse 39-2082&amp;9906"/>
          <p:cNvSpPr/>
          <p:nvPr userDrawn="1">
            <p:custDataLst>
              <p:tags r:id="rId5"/>
            </p:custDataLst>
          </p:nvPr>
        </p:nvSpPr>
        <p:spPr>
          <a:xfrm>
            <a:off x="11338560" y="3617849"/>
            <a:ext cx="530352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6"/>
            </p:custDataLst>
          </p:nvPr>
        </p:nvSpPr>
        <p:spPr>
          <a:xfrm>
            <a:off x="1870709" y="1862454"/>
            <a:ext cx="9467850" cy="2628901"/>
          </a:xfrm>
        </p:spPr>
        <p:txBody>
          <a:bodyPr wrap="square" anchor="t">
            <a:normAutofit/>
          </a:bodyPr>
          <a:lstStyle>
            <a:lvl1pPr algn="l">
              <a:lnSpc>
                <a:spcPct val="100000"/>
              </a:lnSpc>
              <a:defRPr sz="70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870709" y="4790127"/>
            <a:ext cx="7492365" cy="1177603"/>
          </a:xfrm>
          <a:prstGeom prst="rect">
            <a:avLst/>
          </a:prstGeo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Ellipse 36-2082&amp;9912"/>
          <p:cNvSpPr/>
          <p:nvPr userDrawn="1">
            <p:custDataLst>
              <p:tags r:id="rId5"/>
            </p:custDataLst>
          </p:nvPr>
        </p:nvSpPr>
        <p:spPr>
          <a:xfrm>
            <a:off x="6976872" y="1005840"/>
            <a:ext cx="4343400" cy="4343400"/>
          </a:xfrm>
          <a:prstGeom prst="ellipse">
            <a:avLst/>
          </a:prstGeom>
          <a:solidFill>
            <a:schemeClr val="tx2">
              <a:alpha val="5000"/>
            </a:schemeClr>
          </a:solidFill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Ellipse 37 (Stroke)_#color-2083&amp;10105"/>
          <p:cNvSpPr/>
          <p:nvPr userDrawn="1">
            <p:custDataLst>
              <p:tags r:id="rId6"/>
            </p:custDataLst>
          </p:nvPr>
        </p:nvSpPr>
        <p:spPr>
          <a:xfrm>
            <a:off x="7159752" y="0"/>
            <a:ext cx="3977640" cy="2258568"/>
          </a:xfrm>
          <a:custGeom>
            <a:avLst/>
            <a:gdLst/>
            <a:ahLst/>
            <a:cxnLst/>
            <a:rect l="l" t="t" r="r" b="b"/>
            <a:pathLst>
              <a:path w="3977640" h="2258568">
                <a:moveTo>
                  <a:pt x="594360" y="0"/>
                </a:moveTo>
                <a:cubicBezTo>
                  <a:pt x="576072" y="82296"/>
                  <a:pt x="576072" y="173736"/>
                  <a:pt x="576072" y="265176"/>
                </a:cubicBezTo>
                <a:cubicBezTo>
                  <a:pt x="576072" y="1051560"/>
                  <a:pt x="1207008" y="1682496"/>
                  <a:pt x="1984248" y="1682496"/>
                </a:cubicBezTo>
                <a:cubicBezTo>
                  <a:pt x="2770632" y="1682496"/>
                  <a:pt x="3401568" y="1051560"/>
                  <a:pt x="3401568" y="265176"/>
                </a:cubicBezTo>
                <a:cubicBezTo>
                  <a:pt x="3401568" y="173736"/>
                  <a:pt x="3392424" y="82296"/>
                  <a:pt x="3374136" y="0"/>
                </a:cubicBezTo>
                <a:lnTo>
                  <a:pt x="3959352" y="0"/>
                </a:lnTo>
                <a:cubicBezTo>
                  <a:pt x="3968496" y="91440"/>
                  <a:pt x="3977640" y="173736"/>
                  <a:pt x="3977640" y="265176"/>
                </a:cubicBezTo>
                <a:cubicBezTo>
                  <a:pt x="3977640" y="1362456"/>
                  <a:pt x="3081528" y="2258568"/>
                  <a:pt x="1984248" y="2258568"/>
                </a:cubicBezTo>
                <a:cubicBezTo>
                  <a:pt x="886968" y="2258568"/>
                  <a:pt x="0" y="1362456"/>
                  <a:pt x="0" y="265176"/>
                </a:cubicBezTo>
                <a:cubicBezTo>
                  <a:pt x="0" y="173736"/>
                  <a:pt x="9144" y="91440"/>
                  <a:pt x="18288" y="0"/>
                </a:cubicBezTo>
                <a:lnTo>
                  <a:pt x="59436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1" name="图形 6"/>
          <p:cNvSpPr/>
          <p:nvPr userDrawn="1">
            <p:custDataLst>
              <p:tags r:id="rId7"/>
            </p:custDataLst>
          </p:nvPr>
        </p:nvSpPr>
        <p:spPr>
          <a:xfrm>
            <a:off x="8343265" y="3605530"/>
            <a:ext cx="1610360" cy="242570"/>
          </a:xfrm>
          <a:custGeom>
            <a:avLst/>
            <a:gdLst>
              <a:gd name="connsiteX0" fmla="*/ 75233 w 1100583"/>
              <a:gd name="connsiteY0" fmla="*/ 165422 h 165421"/>
              <a:gd name="connsiteX1" fmla="*/ 119435 w 1100583"/>
              <a:gd name="connsiteY1" fmla="*/ 156047 h 165421"/>
              <a:gd name="connsiteX2" fmla="*/ 119435 w 1100583"/>
              <a:gd name="connsiteY2" fmla="*/ 137852 h 165421"/>
              <a:gd name="connsiteX3" fmla="*/ 77688 w 1100583"/>
              <a:gd name="connsiteY3" fmla="*/ 148568 h 165421"/>
              <a:gd name="connsiteX4" fmla="*/ 35607 w 1100583"/>
              <a:gd name="connsiteY4" fmla="*/ 131266 h 165421"/>
              <a:gd name="connsiteX5" fmla="*/ 19645 w 1100583"/>
              <a:gd name="connsiteY5" fmla="*/ 84609 h 165421"/>
              <a:gd name="connsiteX6" fmla="*/ 36723 w 1100583"/>
              <a:gd name="connsiteY6" fmla="*/ 35384 h 165421"/>
              <a:gd name="connsiteX7" fmla="*/ 81483 w 1100583"/>
              <a:gd name="connsiteY7" fmla="*/ 16966 h 165421"/>
              <a:gd name="connsiteX8" fmla="*/ 119435 w 1100583"/>
              <a:gd name="connsiteY8" fmla="*/ 26566 h 165421"/>
              <a:gd name="connsiteX9" fmla="*/ 119435 w 1100583"/>
              <a:gd name="connsiteY9" fmla="*/ 6586 h 165421"/>
              <a:gd name="connsiteX10" fmla="*/ 81707 w 1100583"/>
              <a:gd name="connsiteY10" fmla="*/ 0 h 165421"/>
              <a:gd name="connsiteX11" fmla="*/ 23106 w 1100583"/>
              <a:gd name="connsiteY11" fmla="*/ 23664 h 165421"/>
              <a:gd name="connsiteX12" fmla="*/ 0 w 1100583"/>
              <a:gd name="connsiteY12" fmla="*/ 85725 h 165421"/>
              <a:gd name="connsiteX13" fmla="*/ 20538 w 1100583"/>
              <a:gd name="connsiteY13" fmla="*/ 143434 h 165421"/>
              <a:gd name="connsiteX14" fmla="*/ 75233 w 1100583"/>
              <a:gd name="connsiteY14" fmla="*/ 165422 h 165421"/>
              <a:gd name="connsiteX15" fmla="*/ 210294 w 1100583"/>
              <a:gd name="connsiteY15" fmla="*/ 165422 h 165421"/>
              <a:gd name="connsiteX16" fmla="*/ 155712 w 1100583"/>
              <a:gd name="connsiteY16" fmla="*/ 142987 h 165421"/>
              <a:gd name="connsiteX17" fmla="*/ 135284 w 1100583"/>
              <a:gd name="connsiteY17" fmla="*/ 84609 h 165421"/>
              <a:gd name="connsiteX18" fmla="*/ 156158 w 1100583"/>
              <a:gd name="connsiteY18" fmla="*/ 22994 h 165421"/>
              <a:gd name="connsiteX19" fmla="*/ 212973 w 1100583"/>
              <a:gd name="connsiteY19" fmla="*/ 0 h 165421"/>
              <a:gd name="connsiteX20" fmla="*/ 266328 w 1100583"/>
              <a:gd name="connsiteY20" fmla="*/ 22324 h 165421"/>
              <a:gd name="connsiteX21" fmla="*/ 286643 w 1100583"/>
              <a:gd name="connsiteY21" fmla="*/ 80702 h 165421"/>
              <a:gd name="connsiteX22" fmla="*/ 265882 w 1100583"/>
              <a:gd name="connsiteY22" fmla="*/ 142652 h 165421"/>
              <a:gd name="connsiteX23" fmla="*/ 210294 w 1100583"/>
              <a:gd name="connsiteY23" fmla="*/ 165422 h 165421"/>
              <a:gd name="connsiteX24" fmla="*/ 211634 w 1100583"/>
              <a:gd name="connsiteY24" fmla="*/ 16966 h 165421"/>
              <a:gd name="connsiteX25" fmla="*/ 170669 w 1100583"/>
              <a:gd name="connsiteY25" fmla="*/ 35161 h 165421"/>
              <a:gd name="connsiteX26" fmla="*/ 154931 w 1100583"/>
              <a:gd name="connsiteY26" fmla="*/ 82934 h 165421"/>
              <a:gd name="connsiteX27" fmla="*/ 170222 w 1100583"/>
              <a:gd name="connsiteY27" fmla="*/ 130597 h 165421"/>
              <a:gd name="connsiteX28" fmla="*/ 210294 w 1100583"/>
              <a:gd name="connsiteY28" fmla="*/ 148568 h 165421"/>
              <a:gd name="connsiteX29" fmla="*/ 251817 w 1100583"/>
              <a:gd name="connsiteY29" fmla="*/ 131378 h 165421"/>
              <a:gd name="connsiteX30" fmla="*/ 266998 w 1100583"/>
              <a:gd name="connsiteY30" fmla="*/ 83269 h 165421"/>
              <a:gd name="connsiteX31" fmla="*/ 252264 w 1100583"/>
              <a:gd name="connsiteY31" fmla="*/ 34268 h 165421"/>
              <a:gd name="connsiteX32" fmla="*/ 211634 w 1100583"/>
              <a:gd name="connsiteY32" fmla="*/ 16966 h 165421"/>
              <a:gd name="connsiteX33" fmla="*/ 1003581 w 1100583"/>
              <a:gd name="connsiteY33" fmla="*/ 134169 h 165421"/>
              <a:gd name="connsiteX34" fmla="*/ 1003581 w 1100583"/>
              <a:gd name="connsiteY34" fmla="*/ 156269 h 165421"/>
              <a:gd name="connsiteX35" fmla="*/ 1011849 w 1100583"/>
              <a:gd name="connsiteY35" fmla="*/ 160177 h 165421"/>
              <a:gd name="connsiteX36" fmla="*/ 1022898 w 1100583"/>
              <a:gd name="connsiteY36" fmla="*/ 162966 h 165421"/>
              <a:gd name="connsiteX37" fmla="*/ 1034281 w 1100583"/>
              <a:gd name="connsiteY37" fmla="*/ 164752 h 165421"/>
              <a:gd name="connsiteX38" fmla="*/ 1043653 w 1100583"/>
              <a:gd name="connsiteY38" fmla="*/ 165422 h 165421"/>
              <a:gd name="connsiteX39" fmla="*/ 1065313 w 1100583"/>
              <a:gd name="connsiteY39" fmla="*/ 163079 h 165421"/>
              <a:gd name="connsiteX40" fmla="*/ 1083391 w 1100583"/>
              <a:gd name="connsiteY40" fmla="*/ 155711 h 165421"/>
              <a:gd name="connsiteX41" fmla="*/ 1095898 w 1100583"/>
              <a:gd name="connsiteY41" fmla="*/ 142429 h 165421"/>
              <a:gd name="connsiteX42" fmla="*/ 1100584 w 1100583"/>
              <a:gd name="connsiteY42" fmla="*/ 122337 h 165421"/>
              <a:gd name="connsiteX43" fmla="*/ 1097126 w 1100583"/>
              <a:gd name="connsiteY43" fmla="*/ 106487 h 165421"/>
              <a:gd name="connsiteX44" fmla="*/ 1087973 w 1100583"/>
              <a:gd name="connsiteY44" fmla="*/ 93873 h 165421"/>
              <a:gd name="connsiteX45" fmla="*/ 1074467 w 1100583"/>
              <a:gd name="connsiteY45" fmla="*/ 83493 h 165421"/>
              <a:gd name="connsiteX46" fmla="*/ 1058169 w 1100583"/>
              <a:gd name="connsiteY46" fmla="*/ 74563 h 165421"/>
              <a:gd name="connsiteX47" fmla="*/ 1043320 w 1100583"/>
              <a:gd name="connsiteY47" fmla="*/ 66973 h 165421"/>
              <a:gd name="connsiteX48" fmla="*/ 1032499 w 1100583"/>
              <a:gd name="connsiteY48" fmla="*/ 59829 h 165421"/>
              <a:gd name="connsiteX49" fmla="*/ 1025689 w 1100583"/>
              <a:gd name="connsiteY49" fmla="*/ 51681 h 165421"/>
              <a:gd name="connsiteX50" fmla="*/ 1023451 w 1100583"/>
              <a:gd name="connsiteY50" fmla="*/ 41077 h 165421"/>
              <a:gd name="connsiteX51" fmla="*/ 1026470 w 1100583"/>
              <a:gd name="connsiteY51" fmla="*/ 29914 h 165421"/>
              <a:gd name="connsiteX52" fmla="*/ 1034281 w 1100583"/>
              <a:gd name="connsiteY52" fmla="*/ 22436 h 165421"/>
              <a:gd name="connsiteX53" fmla="*/ 1045225 w 1100583"/>
              <a:gd name="connsiteY53" fmla="*/ 18306 h 165421"/>
              <a:gd name="connsiteX54" fmla="*/ 1057502 w 1100583"/>
              <a:gd name="connsiteY54" fmla="*/ 16966 h 165421"/>
              <a:gd name="connsiteX55" fmla="*/ 1093888 w 1100583"/>
              <a:gd name="connsiteY55" fmla="*/ 26789 h 165421"/>
              <a:gd name="connsiteX56" fmla="*/ 1093888 w 1100583"/>
              <a:gd name="connsiteY56" fmla="*/ 5693 h 165421"/>
              <a:gd name="connsiteX57" fmla="*/ 1059398 w 1100583"/>
              <a:gd name="connsiteY57" fmla="*/ 0 h 165421"/>
              <a:gd name="connsiteX58" fmla="*/ 1038967 w 1100583"/>
              <a:gd name="connsiteY58" fmla="*/ 2567 h 165421"/>
              <a:gd name="connsiteX59" fmla="*/ 1021222 w 1100583"/>
              <a:gd name="connsiteY59" fmla="*/ 10381 h 165421"/>
              <a:gd name="connsiteX60" fmla="*/ 1008611 w 1100583"/>
              <a:gd name="connsiteY60" fmla="*/ 23775 h 165421"/>
              <a:gd name="connsiteX61" fmla="*/ 1003810 w 1100583"/>
              <a:gd name="connsiteY61" fmla="*/ 42751 h 165421"/>
              <a:gd name="connsiteX62" fmla="*/ 1006820 w 1100583"/>
              <a:gd name="connsiteY62" fmla="*/ 58378 h 165421"/>
              <a:gd name="connsiteX63" fmla="*/ 1015307 w 1100583"/>
              <a:gd name="connsiteY63" fmla="*/ 70210 h 165421"/>
              <a:gd name="connsiteX64" fmla="*/ 1027918 w 1100583"/>
              <a:gd name="connsiteY64" fmla="*/ 79809 h 165421"/>
              <a:gd name="connsiteX65" fmla="*/ 1043548 w 1100583"/>
              <a:gd name="connsiteY65" fmla="*/ 88404 h 165421"/>
              <a:gd name="connsiteX66" fmla="*/ 1058284 w 1100583"/>
              <a:gd name="connsiteY66" fmla="*/ 96106 h 165421"/>
              <a:gd name="connsiteX67" fmla="*/ 1070218 w 1100583"/>
              <a:gd name="connsiteY67" fmla="*/ 103696 h 165421"/>
              <a:gd name="connsiteX68" fmla="*/ 1078038 w 1100583"/>
              <a:gd name="connsiteY68" fmla="*/ 112402 h 165421"/>
              <a:gd name="connsiteX69" fmla="*/ 1080944 w 1100583"/>
              <a:gd name="connsiteY69" fmla="*/ 123676 h 165421"/>
              <a:gd name="connsiteX70" fmla="*/ 1072342 w 1100583"/>
              <a:gd name="connsiteY70" fmla="*/ 142206 h 165421"/>
              <a:gd name="connsiteX71" fmla="*/ 1046558 w 1100583"/>
              <a:gd name="connsiteY71" fmla="*/ 148568 h 165421"/>
              <a:gd name="connsiteX72" fmla="*/ 1035624 w 1100583"/>
              <a:gd name="connsiteY72" fmla="*/ 147563 h 165421"/>
              <a:gd name="connsiteX73" fmla="*/ 1023793 w 1100583"/>
              <a:gd name="connsiteY73" fmla="*/ 144773 h 165421"/>
              <a:gd name="connsiteX74" fmla="*/ 1012630 w 1100583"/>
              <a:gd name="connsiteY74" fmla="*/ 140196 h 165421"/>
              <a:gd name="connsiteX75" fmla="*/ 1003581 w 1100583"/>
              <a:gd name="connsiteY75" fmla="*/ 134169 h 165421"/>
              <a:gd name="connsiteX76" fmla="*/ 944091 w 1100583"/>
              <a:gd name="connsiteY76" fmla="*/ 19645 h 165421"/>
              <a:gd name="connsiteX77" fmla="*/ 990304 w 1100583"/>
              <a:gd name="connsiteY77" fmla="*/ 19645 h 165421"/>
              <a:gd name="connsiteX78" fmla="*/ 990304 w 1100583"/>
              <a:gd name="connsiteY78" fmla="*/ 2679 h 165421"/>
              <a:gd name="connsiteX79" fmla="*/ 879239 w 1100583"/>
              <a:gd name="connsiteY79" fmla="*/ 2679 h 165421"/>
              <a:gd name="connsiteX80" fmla="*/ 879239 w 1100583"/>
              <a:gd name="connsiteY80" fmla="*/ 19645 h 165421"/>
              <a:gd name="connsiteX81" fmla="*/ 925339 w 1100583"/>
              <a:gd name="connsiteY81" fmla="*/ 19645 h 165421"/>
              <a:gd name="connsiteX82" fmla="*/ 925339 w 1100583"/>
              <a:gd name="connsiteY82" fmla="*/ 162744 h 165421"/>
              <a:gd name="connsiteX83" fmla="*/ 944091 w 1100583"/>
              <a:gd name="connsiteY83" fmla="*/ 162744 h 165421"/>
              <a:gd name="connsiteX84" fmla="*/ 944091 w 1100583"/>
              <a:gd name="connsiteY84" fmla="*/ 19645 h 165421"/>
              <a:gd name="connsiteX85" fmla="*/ 853678 w 1100583"/>
              <a:gd name="connsiteY85" fmla="*/ 162744 h 165421"/>
              <a:gd name="connsiteX86" fmla="*/ 830685 w 1100583"/>
              <a:gd name="connsiteY86" fmla="*/ 162744 h 165421"/>
              <a:gd name="connsiteX87" fmla="*/ 748308 w 1100583"/>
              <a:gd name="connsiteY87" fmla="*/ 35161 h 165421"/>
              <a:gd name="connsiteX88" fmla="*/ 743174 w 1100583"/>
              <a:gd name="connsiteY88" fmla="*/ 25115 h 165421"/>
              <a:gd name="connsiteX89" fmla="*/ 742503 w 1100583"/>
              <a:gd name="connsiteY89" fmla="*/ 25115 h 165421"/>
              <a:gd name="connsiteX90" fmla="*/ 743397 w 1100583"/>
              <a:gd name="connsiteY90" fmla="*/ 47104 h 165421"/>
              <a:gd name="connsiteX91" fmla="*/ 743397 w 1100583"/>
              <a:gd name="connsiteY91" fmla="*/ 162744 h 165421"/>
              <a:gd name="connsiteX92" fmla="*/ 724644 w 1100583"/>
              <a:gd name="connsiteY92" fmla="*/ 162744 h 165421"/>
              <a:gd name="connsiteX93" fmla="*/ 724644 w 1100583"/>
              <a:gd name="connsiteY93" fmla="*/ 2679 h 165421"/>
              <a:gd name="connsiteX94" fmla="*/ 748977 w 1100583"/>
              <a:gd name="connsiteY94" fmla="*/ 2679 h 165421"/>
              <a:gd name="connsiteX95" fmla="*/ 829122 w 1100583"/>
              <a:gd name="connsiteY95" fmla="*/ 128253 h 165421"/>
              <a:gd name="connsiteX96" fmla="*/ 835596 w 1100583"/>
              <a:gd name="connsiteY96" fmla="*/ 138968 h 165421"/>
              <a:gd name="connsiteX97" fmla="*/ 836042 w 1100583"/>
              <a:gd name="connsiteY97" fmla="*/ 138968 h 165421"/>
              <a:gd name="connsiteX98" fmla="*/ 834926 w 1100583"/>
              <a:gd name="connsiteY98" fmla="*/ 115416 h 165421"/>
              <a:gd name="connsiteX99" fmla="*/ 834926 w 1100583"/>
              <a:gd name="connsiteY99" fmla="*/ 2679 h 165421"/>
              <a:gd name="connsiteX100" fmla="*/ 853678 w 1100583"/>
              <a:gd name="connsiteY100" fmla="*/ 2679 h 165421"/>
              <a:gd name="connsiteX101" fmla="*/ 853678 w 1100583"/>
              <a:gd name="connsiteY101" fmla="*/ 162744 h 165421"/>
              <a:gd name="connsiteX102" fmla="*/ 609005 w 1100583"/>
              <a:gd name="connsiteY102" fmla="*/ 162744 h 165421"/>
              <a:gd name="connsiteX103" fmla="*/ 693837 w 1100583"/>
              <a:gd name="connsiteY103" fmla="*/ 162744 h 165421"/>
              <a:gd name="connsiteX104" fmla="*/ 693837 w 1100583"/>
              <a:gd name="connsiteY104" fmla="*/ 145778 h 165421"/>
              <a:gd name="connsiteX105" fmla="*/ 627757 w 1100583"/>
              <a:gd name="connsiteY105" fmla="*/ 145778 h 165421"/>
              <a:gd name="connsiteX106" fmla="*/ 627757 w 1100583"/>
              <a:gd name="connsiteY106" fmla="*/ 89743 h 165421"/>
              <a:gd name="connsiteX107" fmla="*/ 685577 w 1100583"/>
              <a:gd name="connsiteY107" fmla="*/ 89743 h 165421"/>
              <a:gd name="connsiteX108" fmla="*/ 685577 w 1100583"/>
              <a:gd name="connsiteY108" fmla="*/ 72889 h 165421"/>
              <a:gd name="connsiteX109" fmla="*/ 627757 w 1100583"/>
              <a:gd name="connsiteY109" fmla="*/ 72889 h 165421"/>
              <a:gd name="connsiteX110" fmla="*/ 627757 w 1100583"/>
              <a:gd name="connsiteY110" fmla="*/ 19645 h 165421"/>
              <a:gd name="connsiteX111" fmla="*/ 690265 w 1100583"/>
              <a:gd name="connsiteY111" fmla="*/ 19645 h 165421"/>
              <a:gd name="connsiteX112" fmla="*/ 690265 w 1100583"/>
              <a:gd name="connsiteY112" fmla="*/ 2679 h 165421"/>
              <a:gd name="connsiteX113" fmla="*/ 609005 w 1100583"/>
              <a:gd name="connsiteY113" fmla="*/ 2679 h 165421"/>
              <a:gd name="connsiteX114" fmla="*/ 609005 w 1100583"/>
              <a:gd name="connsiteY114" fmla="*/ 162744 h 165421"/>
              <a:gd name="connsiteX115" fmla="*/ 583778 w 1100583"/>
              <a:gd name="connsiteY115" fmla="*/ 19645 h 165421"/>
              <a:gd name="connsiteX116" fmla="*/ 537567 w 1100583"/>
              <a:gd name="connsiteY116" fmla="*/ 19645 h 165421"/>
              <a:gd name="connsiteX117" fmla="*/ 537567 w 1100583"/>
              <a:gd name="connsiteY117" fmla="*/ 162744 h 165421"/>
              <a:gd name="connsiteX118" fmla="*/ 518815 w 1100583"/>
              <a:gd name="connsiteY118" fmla="*/ 162744 h 165421"/>
              <a:gd name="connsiteX119" fmla="*/ 518815 w 1100583"/>
              <a:gd name="connsiteY119" fmla="*/ 19645 h 165421"/>
              <a:gd name="connsiteX120" fmla="*/ 472715 w 1100583"/>
              <a:gd name="connsiteY120" fmla="*/ 19645 h 165421"/>
              <a:gd name="connsiteX121" fmla="*/ 472715 w 1100583"/>
              <a:gd name="connsiteY121" fmla="*/ 2679 h 165421"/>
              <a:gd name="connsiteX122" fmla="*/ 583778 w 1100583"/>
              <a:gd name="connsiteY122" fmla="*/ 2679 h 165421"/>
              <a:gd name="connsiteX123" fmla="*/ 583778 w 1100583"/>
              <a:gd name="connsiteY123" fmla="*/ 19645 h 165421"/>
              <a:gd name="connsiteX124" fmla="*/ 424160 w 1100583"/>
              <a:gd name="connsiteY124" fmla="*/ 162744 h 165421"/>
              <a:gd name="connsiteX125" fmla="*/ 447154 w 1100583"/>
              <a:gd name="connsiteY125" fmla="*/ 162744 h 165421"/>
              <a:gd name="connsiteX126" fmla="*/ 447154 w 1100583"/>
              <a:gd name="connsiteY126" fmla="*/ 2679 h 165421"/>
              <a:gd name="connsiteX127" fmla="*/ 428402 w 1100583"/>
              <a:gd name="connsiteY127" fmla="*/ 2679 h 165421"/>
              <a:gd name="connsiteX128" fmla="*/ 428402 w 1100583"/>
              <a:gd name="connsiteY128" fmla="*/ 115416 h 165421"/>
              <a:gd name="connsiteX129" fmla="*/ 429518 w 1100583"/>
              <a:gd name="connsiteY129" fmla="*/ 138968 h 165421"/>
              <a:gd name="connsiteX130" fmla="*/ 429072 w 1100583"/>
              <a:gd name="connsiteY130" fmla="*/ 138968 h 165421"/>
              <a:gd name="connsiteX131" fmla="*/ 422597 w 1100583"/>
              <a:gd name="connsiteY131" fmla="*/ 128253 h 165421"/>
              <a:gd name="connsiteX132" fmla="*/ 342453 w 1100583"/>
              <a:gd name="connsiteY132" fmla="*/ 2679 h 165421"/>
              <a:gd name="connsiteX133" fmla="*/ 318120 w 1100583"/>
              <a:gd name="connsiteY133" fmla="*/ 2679 h 165421"/>
              <a:gd name="connsiteX134" fmla="*/ 318120 w 1100583"/>
              <a:gd name="connsiteY134" fmla="*/ 162744 h 165421"/>
              <a:gd name="connsiteX135" fmla="*/ 336872 w 1100583"/>
              <a:gd name="connsiteY135" fmla="*/ 162744 h 165421"/>
              <a:gd name="connsiteX136" fmla="*/ 336872 w 1100583"/>
              <a:gd name="connsiteY136" fmla="*/ 47104 h 165421"/>
              <a:gd name="connsiteX137" fmla="*/ 335980 w 1100583"/>
              <a:gd name="connsiteY137" fmla="*/ 25115 h 165421"/>
              <a:gd name="connsiteX138" fmla="*/ 336649 w 1100583"/>
              <a:gd name="connsiteY138" fmla="*/ 25115 h 165421"/>
              <a:gd name="connsiteX139" fmla="*/ 341783 w 1100583"/>
              <a:gd name="connsiteY139" fmla="*/ 35161 h 165421"/>
              <a:gd name="connsiteX140" fmla="*/ 424160 w 1100583"/>
              <a:gd name="connsiteY140" fmla="*/ 162744 h 165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1100583" h="165421">
                <a:moveTo>
                  <a:pt x="75233" y="165422"/>
                </a:moveTo>
                <a:cubicBezTo>
                  <a:pt x="92869" y="165422"/>
                  <a:pt x="107603" y="162297"/>
                  <a:pt x="119435" y="156047"/>
                </a:cubicBezTo>
                <a:lnTo>
                  <a:pt x="119435" y="137852"/>
                </a:lnTo>
                <a:cubicBezTo>
                  <a:pt x="107677" y="144996"/>
                  <a:pt x="93762" y="148568"/>
                  <a:pt x="77688" y="148568"/>
                </a:cubicBezTo>
                <a:cubicBezTo>
                  <a:pt x="60350" y="148568"/>
                  <a:pt x="46323" y="142800"/>
                  <a:pt x="35607" y="131266"/>
                </a:cubicBezTo>
                <a:cubicBezTo>
                  <a:pt x="24966" y="119658"/>
                  <a:pt x="19645" y="104106"/>
                  <a:pt x="19645" y="84609"/>
                </a:cubicBezTo>
                <a:cubicBezTo>
                  <a:pt x="19645" y="64070"/>
                  <a:pt x="25338" y="47662"/>
                  <a:pt x="36723" y="35384"/>
                </a:cubicBezTo>
                <a:cubicBezTo>
                  <a:pt x="48183" y="23106"/>
                  <a:pt x="63103" y="16966"/>
                  <a:pt x="81483" y="16966"/>
                </a:cubicBezTo>
                <a:cubicBezTo>
                  <a:pt x="95324" y="16966"/>
                  <a:pt x="107975" y="20166"/>
                  <a:pt x="119435" y="26566"/>
                </a:cubicBezTo>
                <a:lnTo>
                  <a:pt x="119435" y="6586"/>
                </a:lnTo>
                <a:cubicBezTo>
                  <a:pt x="109463" y="2195"/>
                  <a:pt x="96887" y="0"/>
                  <a:pt x="81707" y="0"/>
                </a:cubicBezTo>
                <a:cubicBezTo>
                  <a:pt x="58043" y="0"/>
                  <a:pt x="38509" y="7888"/>
                  <a:pt x="23106" y="23664"/>
                </a:cubicBezTo>
                <a:cubicBezTo>
                  <a:pt x="7702" y="39439"/>
                  <a:pt x="0" y="60127"/>
                  <a:pt x="0" y="85725"/>
                </a:cubicBezTo>
                <a:cubicBezTo>
                  <a:pt x="0" y="109538"/>
                  <a:pt x="6846" y="128774"/>
                  <a:pt x="20538" y="143434"/>
                </a:cubicBezTo>
                <a:cubicBezTo>
                  <a:pt x="34231" y="158093"/>
                  <a:pt x="52462" y="165422"/>
                  <a:pt x="75233" y="165422"/>
                </a:cubicBezTo>
                <a:close/>
                <a:moveTo>
                  <a:pt x="210294" y="165422"/>
                </a:moveTo>
                <a:cubicBezTo>
                  <a:pt x="187597" y="165422"/>
                  <a:pt x="169404" y="157944"/>
                  <a:pt x="155712" y="142987"/>
                </a:cubicBezTo>
                <a:cubicBezTo>
                  <a:pt x="142094" y="128030"/>
                  <a:pt x="135284" y="108570"/>
                  <a:pt x="135284" y="84609"/>
                </a:cubicBezTo>
                <a:cubicBezTo>
                  <a:pt x="135284" y="58862"/>
                  <a:pt x="142242" y="38323"/>
                  <a:pt x="156158" y="22994"/>
                </a:cubicBezTo>
                <a:cubicBezTo>
                  <a:pt x="170073" y="7665"/>
                  <a:pt x="189012" y="0"/>
                  <a:pt x="212973" y="0"/>
                </a:cubicBezTo>
                <a:cubicBezTo>
                  <a:pt x="235074" y="0"/>
                  <a:pt x="252859" y="7441"/>
                  <a:pt x="266328" y="22324"/>
                </a:cubicBezTo>
                <a:cubicBezTo>
                  <a:pt x="279871" y="37207"/>
                  <a:pt x="286643" y="56666"/>
                  <a:pt x="286643" y="80702"/>
                </a:cubicBezTo>
                <a:cubicBezTo>
                  <a:pt x="286643" y="106821"/>
                  <a:pt x="279722" y="127472"/>
                  <a:pt x="265882" y="142652"/>
                </a:cubicBezTo>
                <a:cubicBezTo>
                  <a:pt x="252041" y="157832"/>
                  <a:pt x="233512" y="165422"/>
                  <a:pt x="210294" y="165422"/>
                </a:cubicBezTo>
                <a:close/>
                <a:moveTo>
                  <a:pt x="211634" y="16966"/>
                </a:moveTo>
                <a:cubicBezTo>
                  <a:pt x="194816" y="16966"/>
                  <a:pt x="181161" y="23031"/>
                  <a:pt x="170669" y="35161"/>
                </a:cubicBezTo>
                <a:cubicBezTo>
                  <a:pt x="160176" y="47290"/>
                  <a:pt x="154931" y="63215"/>
                  <a:pt x="154931" y="82934"/>
                </a:cubicBezTo>
                <a:cubicBezTo>
                  <a:pt x="154931" y="102654"/>
                  <a:pt x="160027" y="118542"/>
                  <a:pt x="170222" y="130597"/>
                </a:cubicBezTo>
                <a:cubicBezTo>
                  <a:pt x="180491" y="142577"/>
                  <a:pt x="193849" y="148568"/>
                  <a:pt x="210294" y="148568"/>
                </a:cubicBezTo>
                <a:cubicBezTo>
                  <a:pt x="227856" y="148568"/>
                  <a:pt x="241697" y="142838"/>
                  <a:pt x="251817" y="131378"/>
                </a:cubicBezTo>
                <a:cubicBezTo>
                  <a:pt x="261937" y="119918"/>
                  <a:pt x="266998" y="103882"/>
                  <a:pt x="266998" y="83269"/>
                </a:cubicBezTo>
                <a:cubicBezTo>
                  <a:pt x="266998" y="62136"/>
                  <a:pt x="262087" y="45802"/>
                  <a:pt x="252264" y="34268"/>
                </a:cubicBezTo>
                <a:cubicBezTo>
                  <a:pt x="242441" y="22733"/>
                  <a:pt x="228898" y="16966"/>
                  <a:pt x="211634" y="16966"/>
                </a:cubicBezTo>
                <a:close/>
                <a:moveTo>
                  <a:pt x="1003581" y="134169"/>
                </a:moveTo>
                <a:lnTo>
                  <a:pt x="1003581" y="156269"/>
                </a:lnTo>
                <a:cubicBezTo>
                  <a:pt x="1005667" y="157684"/>
                  <a:pt x="1008420" y="158986"/>
                  <a:pt x="1011849" y="160177"/>
                </a:cubicBezTo>
                <a:cubicBezTo>
                  <a:pt x="1015345" y="161293"/>
                  <a:pt x="1019031" y="162223"/>
                  <a:pt x="1022898" y="162966"/>
                </a:cubicBezTo>
                <a:cubicBezTo>
                  <a:pt x="1026765" y="163786"/>
                  <a:pt x="1030556" y="164381"/>
                  <a:pt x="1034281" y="164752"/>
                </a:cubicBezTo>
                <a:cubicBezTo>
                  <a:pt x="1038005" y="165199"/>
                  <a:pt x="1041129" y="165422"/>
                  <a:pt x="1043653" y="165422"/>
                </a:cubicBezTo>
                <a:cubicBezTo>
                  <a:pt x="1051245" y="165422"/>
                  <a:pt x="1058465" y="164641"/>
                  <a:pt x="1065313" y="163079"/>
                </a:cubicBezTo>
                <a:cubicBezTo>
                  <a:pt x="1072161" y="161590"/>
                  <a:pt x="1078181" y="159135"/>
                  <a:pt x="1083391" y="155711"/>
                </a:cubicBezTo>
                <a:cubicBezTo>
                  <a:pt x="1088678" y="152288"/>
                  <a:pt x="1092850" y="147861"/>
                  <a:pt x="1095898" y="142429"/>
                </a:cubicBezTo>
                <a:cubicBezTo>
                  <a:pt x="1099022" y="136922"/>
                  <a:pt x="1100584" y="130224"/>
                  <a:pt x="1100584" y="122337"/>
                </a:cubicBezTo>
                <a:cubicBezTo>
                  <a:pt x="1100584" y="116383"/>
                  <a:pt x="1099432" y="111100"/>
                  <a:pt x="1097126" y="106487"/>
                </a:cubicBezTo>
                <a:cubicBezTo>
                  <a:pt x="1094888" y="101873"/>
                  <a:pt x="1091840" y="97669"/>
                  <a:pt x="1087973" y="93873"/>
                </a:cubicBezTo>
                <a:cubicBezTo>
                  <a:pt x="1084106" y="90078"/>
                  <a:pt x="1079600" y="86618"/>
                  <a:pt x="1074467" y="83493"/>
                </a:cubicBezTo>
                <a:cubicBezTo>
                  <a:pt x="1069333" y="80367"/>
                  <a:pt x="1063894" y="77391"/>
                  <a:pt x="1058169" y="74563"/>
                </a:cubicBezTo>
                <a:cubicBezTo>
                  <a:pt x="1052588" y="71810"/>
                  <a:pt x="1047635" y="69280"/>
                  <a:pt x="1043320" y="66973"/>
                </a:cubicBezTo>
                <a:cubicBezTo>
                  <a:pt x="1039081" y="64666"/>
                  <a:pt x="1035471" y="62285"/>
                  <a:pt x="1032499" y="59829"/>
                </a:cubicBezTo>
                <a:cubicBezTo>
                  <a:pt x="1029518" y="57373"/>
                  <a:pt x="1027251" y="54657"/>
                  <a:pt x="1025689" y="51681"/>
                </a:cubicBezTo>
                <a:cubicBezTo>
                  <a:pt x="1024194" y="48704"/>
                  <a:pt x="1023451" y="45169"/>
                  <a:pt x="1023451" y="41077"/>
                </a:cubicBezTo>
                <a:cubicBezTo>
                  <a:pt x="1023451" y="36686"/>
                  <a:pt x="1024460" y="32965"/>
                  <a:pt x="1026470" y="29914"/>
                </a:cubicBezTo>
                <a:cubicBezTo>
                  <a:pt x="1028480" y="26864"/>
                  <a:pt x="1031080" y="24371"/>
                  <a:pt x="1034281" y="22436"/>
                </a:cubicBezTo>
                <a:cubicBezTo>
                  <a:pt x="1037481" y="20501"/>
                  <a:pt x="1041129" y="19124"/>
                  <a:pt x="1045225" y="18306"/>
                </a:cubicBezTo>
                <a:cubicBezTo>
                  <a:pt x="1049311" y="17413"/>
                  <a:pt x="1053407" y="16966"/>
                  <a:pt x="1057502" y="16966"/>
                </a:cubicBezTo>
                <a:cubicBezTo>
                  <a:pt x="1072304" y="16966"/>
                  <a:pt x="1084439" y="20241"/>
                  <a:pt x="1093888" y="26789"/>
                </a:cubicBezTo>
                <a:lnTo>
                  <a:pt x="1093888" y="5693"/>
                </a:lnTo>
                <a:cubicBezTo>
                  <a:pt x="1086668" y="1898"/>
                  <a:pt x="1075171" y="0"/>
                  <a:pt x="1059398" y="0"/>
                </a:cubicBezTo>
                <a:cubicBezTo>
                  <a:pt x="1052473" y="0"/>
                  <a:pt x="1045663" y="856"/>
                  <a:pt x="1038967" y="2567"/>
                </a:cubicBezTo>
                <a:cubicBezTo>
                  <a:pt x="1032347" y="4279"/>
                  <a:pt x="1026432" y="6883"/>
                  <a:pt x="1021222" y="10381"/>
                </a:cubicBezTo>
                <a:cubicBezTo>
                  <a:pt x="1016012" y="13878"/>
                  <a:pt x="1011811" y="18343"/>
                  <a:pt x="1008611" y="23775"/>
                </a:cubicBezTo>
                <a:cubicBezTo>
                  <a:pt x="1005410" y="29133"/>
                  <a:pt x="1003810" y="35458"/>
                  <a:pt x="1003810" y="42751"/>
                </a:cubicBezTo>
                <a:cubicBezTo>
                  <a:pt x="1003810" y="48704"/>
                  <a:pt x="1004810" y="53913"/>
                  <a:pt x="1006820" y="58378"/>
                </a:cubicBezTo>
                <a:cubicBezTo>
                  <a:pt x="1008906" y="62768"/>
                  <a:pt x="1011735" y="66712"/>
                  <a:pt x="1015307" y="70210"/>
                </a:cubicBezTo>
                <a:cubicBezTo>
                  <a:pt x="1018879" y="73707"/>
                  <a:pt x="1023079" y="76907"/>
                  <a:pt x="1027918" y="79809"/>
                </a:cubicBezTo>
                <a:cubicBezTo>
                  <a:pt x="1032756" y="82711"/>
                  <a:pt x="1037967" y="85576"/>
                  <a:pt x="1043548" y="88404"/>
                </a:cubicBezTo>
                <a:cubicBezTo>
                  <a:pt x="1048825" y="91083"/>
                  <a:pt x="1053740" y="93650"/>
                  <a:pt x="1058284" y="96106"/>
                </a:cubicBezTo>
                <a:cubicBezTo>
                  <a:pt x="1062894" y="98487"/>
                  <a:pt x="1066875" y="101017"/>
                  <a:pt x="1070218" y="103696"/>
                </a:cubicBezTo>
                <a:cubicBezTo>
                  <a:pt x="1073571" y="106300"/>
                  <a:pt x="1076181" y="109203"/>
                  <a:pt x="1078038" y="112402"/>
                </a:cubicBezTo>
                <a:cubicBezTo>
                  <a:pt x="1079972" y="115602"/>
                  <a:pt x="1080944" y="119360"/>
                  <a:pt x="1080944" y="123676"/>
                </a:cubicBezTo>
                <a:cubicBezTo>
                  <a:pt x="1080944" y="131713"/>
                  <a:pt x="1078076" y="137889"/>
                  <a:pt x="1072342" y="142206"/>
                </a:cubicBezTo>
                <a:cubicBezTo>
                  <a:pt x="1066685" y="146447"/>
                  <a:pt x="1058093" y="148568"/>
                  <a:pt x="1046558" y="148568"/>
                </a:cubicBezTo>
                <a:cubicBezTo>
                  <a:pt x="1043215" y="148568"/>
                  <a:pt x="1039567" y="148233"/>
                  <a:pt x="1035624" y="147563"/>
                </a:cubicBezTo>
                <a:cubicBezTo>
                  <a:pt x="1031680" y="146893"/>
                  <a:pt x="1027737" y="145963"/>
                  <a:pt x="1023793" y="144773"/>
                </a:cubicBezTo>
                <a:cubicBezTo>
                  <a:pt x="1019917" y="143508"/>
                  <a:pt x="1016202" y="141982"/>
                  <a:pt x="1012630" y="140196"/>
                </a:cubicBezTo>
                <a:cubicBezTo>
                  <a:pt x="1009125" y="138410"/>
                  <a:pt x="1006115" y="136401"/>
                  <a:pt x="1003581" y="134169"/>
                </a:cubicBezTo>
                <a:close/>
                <a:moveTo>
                  <a:pt x="944091" y="19645"/>
                </a:moveTo>
                <a:lnTo>
                  <a:pt x="990304" y="19645"/>
                </a:lnTo>
                <a:lnTo>
                  <a:pt x="990304" y="2679"/>
                </a:lnTo>
                <a:lnTo>
                  <a:pt x="879239" y="2679"/>
                </a:lnTo>
                <a:lnTo>
                  <a:pt x="879239" y="19645"/>
                </a:lnTo>
                <a:lnTo>
                  <a:pt x="925339" y="19645"/>
                </a:lnTo>
                <a:lnTo>
                  <a:pt x="925339" y="162744"/>
                </a:lnTo>
                <a:lnTo>
                  <a:pt x="944091" y="162744"/>
                </a:lnTo>
                <a:lnTo>
                  <a:pt x="944091" y="19645"/>
                </a:lnTo>
                <a:close/>
                <a:moveTo>
                  <a:pt x="853678" y="162744"/>
                </a:moveTo>
                <a:lnTo>
                  <a:pt x="830685" y="162744"/>
                </a:lnTo>
                <a:lnTo>
                  <a:pt x="748308" y="35161"/>
                </a:lnTo>
                <a:cubicBezTo>
                  <a:pt x="746224" y="31961"/>
                  <a:pt x="744513" y="28612"/>
                  <a:pt x="743174" y="25115"/>
                </a:cubicBezTo>
                <a:lnTo>
                  <a:pt x="742503" y="25115"/>
                </a:lnTo>
                <a:cubicBezTo>
                  <a:pt x="743099" y="28538"/>
                  <a:pt x="743397" y="35868"/>
                  <a:pt x="743397" y="47104"/>
                </a:cubicBezTo>
                <a:lnTo>
                  <a:pt x="743397" y="162744"/>
                </a:lnTo>
                <a:lnTo>
                  <a:pt x="724644" y="162744"/>
                </a:lnTo>
                <a:lnTo>
                  <a:pt x="724644" y="2679"/>
                </a:lnTo>
                <a:lnTo>
                  <a:pt x="748977" y="2679"/>
                </a:lnTo>
                <a:lnTo>
                  <a:pt x="829122" y="128253"/>
                </a:lnTo>
                <a:cubicBezTo>
                  <a:pt x="832471" y="133462"/>
                  <a:pt x="834628" y="137034"/>
                  <a:pt x="835596" y="138968"/>
                </a:cubicBezTo>
                <a:lnTo>
                  <a:pt x="836042" y="138968"/>
                </a:lnTo>
                <a:cubicBezTo>
                  <a:pt x="835298" y="134354"/>
                  <a:pt x="834926" y="126504"/>
                  <a:pt x="834926" y="115416"/>
                </a:cubicBezTo>
                <a:lnTo>
                  <a:pt x="834926" y="2679"/>
                </a:lnTo>
                <a:lnTo>
                  <a:pt x="853678" y="2679"/>
                </a:lnTo>
                <a:lnTo>
                  <a:pt x="853678" y="162744"/>
                </a:lnTo>
                <a:close/>
                <a:moveTo>
                  <a:pt x="609005" y="162744"/>
                </a:moveTo>
                <a:lnTo>
                  <a:pt x="693837" y="162744"/>
                </a:lnTo>
                <a:lnTo>
                  <a:pt x="693837" y="145778"/>
                </a:lnTo>
                <a:lnTo>
                  <a:pt x="627757" y="145778"/>
                </a:lnTo>
                <a:lnTo>
                  <a:pt x="627757" y="89743"/>
                </a:lnTo>
                <a:lnTo>
                  <a:pt x="685577" y="89743"/>
                </a:lnTo>
                <a:lnTo>
                  <a:pt x="685577" y="72889"/>
                </a:lnTo>
                <a:lnTo>
                  <a:pt x="627757" y="72889"/>
                </a:lnTo>
                <a:lnTo>
                  <a:pt x="627757" y="19645"/>
                </a:lnTo>
                <a:lnTo>
                  <a:pt x="690265" y="19645"/>
                </a:lnTo>
                <a:lnTo>
                  <a:pt x="690265" y="2679"/>
                </a:lnTo>
                <a:lnTo>
                  <a:pt x="609005" y="2679"/>
                </a:lnTo>
                <a:lnTo>
                  <a:pt x="609005" y="162744"/>
                </a:lnTo>
                <a:close/>
                <a:moveTo>
                  <a:pt x="583778" y="19645"/>
                </a:moveTo>
                <a:lnTo>
                  <a:pt x="537567" y="19645"/>
                </a:lnTo>
                <a:lnTo>
                  <a:pt x="537567" y="162744"/>
                </a:lnTo>
                <a:lnTo>
                  <a:pt x="518815" y="162744"/>
                </a:lnTo>
                <a:lnTo>
                  <a:pt x="518815" y="19645"/>
                </a:lnTo>
                <a:lnTo>
                  <a:pt x="472715" y="19645"/>
                </a:lnTo>
                <a:lnTo>
                  <a:pt x="472715" y="2679"/>
                </a:lnTo>
                <a:lnTo>
                  <a:pt x="583778" y="2679"/>
                </a:lnTo>
                <a:lnTo>
                  <a:pt x="583778" y="19645"/>
                </a:lnTo>
                <a:close/>
                <a:moveTo>
                  <a:pt x="424160" y="162744"/>
                </a:moveTo>
                <a:lnTo>
                  <a:pt x="447154" y="162744"/>
                </a:lnTo>
                <a:lnTo>
                  <a:pt x="447154" y="2679"/>
                </a:lnTo>
                <a:lnTo>
                  <a:pt x="428402" y="2679"/>
                </a:lnTo>
                <a:lnTo>
                  <a:pt x="428402" y="115416"/>
                </a:lnTo>
                <a:cubicBezTo>
                  <a:pt x="428402" y="126504"/>
                  <a:pt x="428774" y="134354"/>
                  <a:pt x="429518" y="138968"/>
                </a:cubicBezTo>
                <a:lnTo>
                  <a:pt x="429072" y="138968"/>
                </a:lnTo>
                <a:cubicBezTo>
                  <a:pt x="428104" y="137034"/>
                  <a:pt x="425946" y="133462"/>
                  <a:pt x="422597" y="128253"/>
                </a:cubicBezTo>
                <a:lnTo>
                  <a:pt x="342453" y="2679"/>
                </a:lnTo>
                <a:lnTo>
                  <a:pt x="318120" y="2679"/>
                </a:lnTo>
                <a:lnTo>
                  <a:pt x="318120" y="162744"/>
                </a:lnTo>
                <a:lnTo>
                  <a:pt x="336872" y="162744"/>
                </a:lnTo>
                <a:lnTo>
                  <a:pt x="336872" y="47104"/>
                </a:lnTo>
                <a:cubicBezTo>
                  <a:pt x="336872" y="35868"/>
                  <a:pt x="336575" y="28538"/>
                  <a:pt x="335980" y="25115"/>
                </a:cubicBezTo>
                <a:lnTo>
                  <a:pt x="336649" y="25115"/>
                </a:lnTo>
                <a:cubicBezTo>
                  <a:pt x="337989" y="28612"/>
                  <a:pt x="339700" y="31961"/>
                  <a:pt x="341783" y="35161"/>
                </a:cubicBezTo>
                <a:lnTo>
                  <a:pt x="424160" y="162744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7708572" y="2343200"/>
            <a:ext cx="2880000" cy="1081088"/>
          </a:xfrm>
        </p:spPr>
        <p:txBody>
          <a:bodyPr wrap="square" anchor="b">
            <a:normAutofit/>
          </a:bodyPr>
          <a:lstStyle>
            <a:lvl1pPr algn="ctr">
              <a:defRPr sz="43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_#color-2083&amp;10108"/>
          <p:cNvSpPr/>
          <p:nvPr userDrawn="1">
            <p:custDataLst>
              <p:tags r:id="rId2"/>
            </p:custDataLst>
          </p:nvPr>
        </p:nvSpPr>
        <p:spPr>
          <a:xfrm>
            <a:off x="0" y="566928"/>
            <a:ext cx="5422392" cy="6291072"/>
          </a:xfrm>
          <a:custGeom>
            <a:avLst/>
            <a:gdLst/>
            <a:ahLst/>
            <a:cxnLst/>
            <a:rect l="l" t="t" r="r" b="b"/>
            <a:pathLst>
              <a:path w="5422392" h="6291072">
                <a:moveTo>
                  <a:pt x="4425696" y="6291072"/>
                </a:moveTo>
                <a:lnTo>
                  <a:pt x="0" y="6291072"/>
                </a:lnTo>
                <a:lnTo>
                  <a:pt x="0" y="393192"/>
                </a:lnTo>
                <a:cubicBezTo>
                  <a:pt x="502920" y="137160"/>
                  <a:pt x="1069848" y="0"/>
                  <a:pt x="1673352" y="0"/>
                </a:cubicBezTo>
                <a:cubicBezTo>
                  <a:pt x="3739896" y="0"/>
                  <a:pt x="5422392" y="1673352"/>
                  <a:pt x="5422392" y="3749040"/>
                </a:cubicBezTo>
                <a:cubicBezTo>
                  <a:pt x="5422392" y="4727448"/>
                  <a:pt x="5047488" y="5614416"/>
                  <a:pt x="4425696" y="6291072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_#strokes-2083&amp;10111"/>
          <p:cNvSpPr/>
          <p:nvPr userDrawn="1">
            <p:custDataLst>
              <p:tags r:id="rId3"/>
            </p:custDataLst>
          </p:nvPr>
        </p:nvSpPr>
        <p:spPr>
          <a:xfrm>
            <a:off x="11314176" y="1463040"/>
            <a:ext cx="877824" cy="1399032"/>
          </a:xfrm>
          <a:custGeom>
            <a:avLst/>
            <a:gdLst/>
            <a:ahLst/>
            <a:cxnLst/>
            <a:rect l="l" t="t" r="r" b="b"/>
            <a:pathLst>
              <a:path w="877824" h="1399032">
                <a:moveTo>
                  <a:pt x="877824" y="18288"/>
                </a:moveTo>
                <a:lnTo>
                  <a:pt x="877824" y="1371600"/>
                </a:lnTo>
                <a:cubicBezTo>
                  <a:pt x="822960" y="1389888"/>
                  <a:pt x="758952" y="1399032"/>
                  <a:pt x="694944" y="1399032"/>
                </a:cubicBezTo>
                <a:cubicBezTo>
                  <a:pt x="310896" y="1399032"/>
                  <a:pt x="0" y="1088136"/>
                  <a:pt x="0" y="694944"/>
                </a:cubicBezTo>
                <a:cubicBezTo>
                  <a:pt x="0" y="310896"/>
                  <a:pt x="310896" y="0"/>
                  <a:pt x="694944" y="0"/>
                </a:cubicBezTo>
                <a:cubicBezTo>
                  <a:pt x="758952" y="0"/>
                  <a:pt x="822960" y="9144"/>
                  <a:pt x="877824" y="18288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10" name="Ellipse 39_#color_#strokes-2082&amp;9935"/>
          <p:cNvSpPr/>
          <p:nvPr userDrawn="1">
            <p:custDataLst>
              <p:tags r:id="rId4"/>
            </p:custDataLst>
          </p:nvPr>
        </p:nvSpPr>
        <p:spPr>
          <a:xfrm>
            <a:off x="10131552" y="301752"/>
            <a:ext cx="530352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018693" y="2268692"/>
            <a:ext cx="5230368" cy="2789863"/>
          </a:xfrm>
        </p:spPr>
        <p:txBody>
          <a:bodyPr wrap="square" anchor="ctr" anchorCtr="0">
            <a:normAutofit/>
          </a:bodyPr>
          <a:lstStyle>
            <a:lvl1pPr algn="l">
              <a:defRPr sz="60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1130518" y="1055963"/>
            <a:ext cx="4402908" cy="4700971"/>
          </a:xfrm>
          <a:prstGeom prst="rect">
            <a:avLst/>
          </a:prstGeom>
        </p:spPr>
        <p:txBody>
          <a:bodyPr wrap="square" anchor="ctr" anchorCtr="0">
            <a:normAutofit/>
          </a:bodyPr>
          <a:lstStyle>
            <a:lvl1pPr marL="0" indent="0" algn="ctr">
              <a:buNone/>
              <a:defRPr sz="15300" b="1">
                <a:solidFill>
                  <a:srgbClr val="FFFFFF"/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 dirty="0"/>
              <a:t>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4800" y="1364400"/>
            <a:ext cx="5181600" cy="4813200"/>
          </a:xfrm>
          <a:prstGeom prst="rect">
            <a:avLst/>
          </a:prstGeo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r>
              <a:rPr lang="en-US" altLang="zh-CN" dirty="0"/>
              <a:t> 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313200" y="1364400"/>
            <a:ext cx="5181600" cy="4813200"/>
          </a:xfrm>
          <a:prstGeom prst="rect">
            <a:avLst/>
          </a:prstGeo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94800" y="1364400"/>
            <a:ext cx="5157787" cy="540000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94800" y="2061275"/>
            <a:ext cx="5157787" cy="4128388"/>
          </a:xfrm>
          <a:prstGeom prst="rect">
            <a:avLst/>
          </a:prstGeo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311612" y="1364400"/>
            <a:ext cx="5183188" cy="540000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311612" y="2061275"/>
            <a:ext cx="5183188" cy="4128388"/>
          </a:xfrm>
          <a:prstGeom prst="rect">
            <a:avLst/>
          </a:prstGeo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4800" y="1296000"/>
            <a:ext cx="10800000" cy="576000"/>
          </a:xfrm>
          <a:prstGeom prst="rect">
            <a:avLst/>
          </a:prstGeo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120"/>
          <p:cNvSpPr/>
          <p:nvPr userDrawn="1">
            <p:custDataLst>
              <p:tags r:id="rId2"/>
            </p:custDataLst>
          </p:nvPr>
        </p:nvSpPr>
        <p:spPr>
          <a:xfrm>
            <a:off x="0" y="2679192"/>
            <a:ext cx="5056632" cy="4178808"/>
          </a:xfrm>
          <a:custGeom>
            <a:avLst/>
            <a:gdLst/>
            <a:ahLst/>
            <a:cxnLst/>
            <a:rect l="l" t="t" r="r" b="b"/>
            <a:pathLst>
              <a:path w="5056632" h="4178808">
                <a:moveTo>
                  <a:pt x="4837176" y="4178808"/>
                </a:moveTo>
                <a:lnTo>
                  <a:pt x="0" y="4178808"/>
                </a:lnTo>
                <a:lnTo>
                  <a:pt x="0" y="758952"/>
                </a:lnTo>
                <a:cubicBezTo>
                  <a:pt x="539496" y="283464"/>
                  <a:pt x="1243584" y="0"/>
                  <a:pt x="2011680" y="0"/>
                </a:cubicBezTo>
                <a:cubicBezTo>
                  <a:pt x="3694176" y="0"/>
                  <a:pt x="5056632" y="1362456"/>
                  <a:pt x="5056632" y="3044952"/>
                </a:cubicBezTo>
                <a:cubicBezTo>
                  <a:pt x="5056632" y="3447288"/>
                  <a:pt x="4974336" y="3831336"/>
                  <a:pt x="4837176" y="4178808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8" name="Ellipse 38_#color_#strokes-2082&amp;9949"/>
          <p:cNvSpPr/>
          <p:nvPr userDrawn="1">
            <p:custDataLst>
              <p:tags r:id="rId3"/>
            </p:custDataLst>
          </p:nvPr>
        </p:nvSpPr>
        <p:spPr>
          <a:xfrm>
            <a:off x="9537192" y="1152144"/>
            <a:ext cx="1298448" cy="1298448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9" name="Ellipse 37 (Stroke)_#color-2083&amp;10123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2368296" cy="3410712"/>
          </a:xfrm>
          <a:custGeom>
            <a:avLst/>
            <a:gdLst/>
            <a:ahLst/>
            <a:cxnLst/>
            <a:rect l="l" t="t" r="r" b="b"/>
            <a:pathLst>
              <a:path w="2368296" h="3410712">
                <a:moveTo>
                  <a:pt x="0" y="2834640"/>
                </a:moveTo>
                <a:cubicBezTo>
                  <a:pt x="54864" y="2834640"/>
                  <a:pt x="109728" y="2834640"/>
                  <a:pt x="164592" y="2834640"/>
                </a:cubicBezTo>
                <a:cubicBezTo>
                  <a:pt x="1069848" y="2834640"/>
                  <a:pt x="1801368" y="2112264"/>
                  <a:pt x="1801368" y="1207008"/>
                </a:cubicBezTo>
                <a:cubicBezTo>
                  <a:pt x="1801368" y="731520"/>
                  <a:pt x="1591056" y="301752"/>
                  <a:pt x="1261872" y="0"/>
                </a:cubicBezTo>
                <a:lnTo>
                  <a:pt x="2011680" y="0"/>
                </a:lnTo>
                <a:cubicBezTo>
                  <a:pt x="2240280" y="347472"/>
                  <a:pt x="2368296" y="758952"/>
                  <a:pt x="2368296" y="1207008"/>
                </a:cubicBezTo>
                <a:cubicBezTo>
                  <a:pt x="2368296" y="2423160"/>
                  <a:pt x="1380744" y="3410712"/>
                  <a:pt x="164592" y="3410712"/>
                </a:cubicBezTo>
                <a:cubicBezTo>
                  <a:pt x="109728" y="3410712"/>
                  <a:pt x="54864" y="3410712"/>
                  <a:pt x="0" y="3401568"/>
                </a:cubicBezTo>
                <a:lnTo>
                  <a:pt x="0" y="283464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1" name="Ellipse 40_#color_#strokes-2082&amp;9950"/>
          <p:cNvSpPr/>
          <p:nvPr userDrawn="1">
            <p:custDataLst>
              <p:tags r:id="rId5"/>
            </p:custDataLst>
          </p:nvPr>
        </p:nvSpPr>
        <p:spPr>
          <a:xfrm>
            <a:off x="10899648" y="3429000"/>
            <a:ext cx="530352" cy="530352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1841500" y="555752"/>
            <a:ext cx="10096500" cy="3249648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90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841500" y="4217290"/>
            <a:ext cx="10096500" cy="1931921"/>
          </a:xfrm>
          <a:prstGeom prst="rect">
            <a:avLst/>
          </a:prstGeo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ags" Target="../tags/tag66.xml"/><Relationship Id="rId13" Type="http://schemas.openxmlformats.org/officeDocument/2006/relationships/tags" Target="../tags/tag67.xml"/><Relationship Id="rId14" Type="http://schemas.openxmlformats.org/officeDocument/2006/relationships/tags" Target="../tags/tag68.xml"/><Relationship Id="rId15" Type="http://schemas.openxmlformats.org/officeDocument/2006/relationships/tags" Target="../tags/tag69.xml"/><Relationship Id="rId16" Type="http://schemas.openxmlformats.org/officeDocument/2006/relationships/tags" Target="../tags/tag70.xml"/><Relationship Id="rId17" Type="http://schemas.openxmlformats.org/officeDocument/2006/relationships/tags" Target="../tags/tag71.xml"/><Relationship Id="rId18" Type="http://schemas.openxmlformats.org/officeDocument/2006/relationships/tags" Target="../tags/tag72.xml"/><Relationship Id="rId1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lipse 37 (Stroke)_#color-2083&amp;10114"/>
          <p:cNvSpPr/>
          <p:nvPr userDrawn="1">
            <p:custDataLst>
              <p:tags r:id="rId12"/>
            </p:custDataLst>
          </p:nvPr>
        </p:nvSpPr>
        <p:spPr>
          <a:xfrm>
            <a:off x="10497312" y="0"/>
            <a:ext cx="1691640" cy="1591056"/>
          </a:xfrm>
          <a:custGeom>
            <a:avLst/>
            <a:gdLst/>
            <a:ahLst/>
            <a:cxnLst/>
            <a:rect l="l" t="t" r="r" b="b"/>
            <a:pathLst>
              <a:path w="1691640" h="1591056">
                <a:moveTo>
                  <a:pt x="402336" y="0"/>
                </a:moveTo>
                <a:cubicBezTo>
                  <a:pt x="374904" y="82296"/>
                  <a:pt x="365760" y="164592"/>
                  <a:pt x="365760" y="246888"/>
                </a:cubicBezTo>
                <a:cubicBezTo>
                  <a:pt x="365760" y="786384"/>
                  <a:pt x="804672" y="1225296"/>
                  <a:pt x="1344168" y="1225296"/>
                </a:cubicBezTo>
                <a:cubicBezTo>
                  <a:pt x="1472184" y="1225296"/>
                  <a:pt x="1591056" y="1207008"/>
                  <a:pt x="1691640" y="1161288"/>
                </a:cubicBezTo>
                <a:lnTo>
                  <a:pt x="1691640" y="1545336"/>
                </a:lnTo>
                <a:cubicBezTo>
                  <a:pt x="1581912" y="1581912"/>
                  <a:pt x="1463040" y="1591056"/>
                  <a:pt x="1344168" y="1591056"/>
                </a:cubicBezTo>
                <a:cubicBezTo>
                  <a:pt x="603504" y="1591056"/>
                  <a:pt x="0" y="987552"/>
                  <a:pt x="0" y="246888"/>
                </a:cubicBezTo>
                <a:cubicBezTo>
                  <a:pt x="0" y="164592"/>
                  <a:pt x="9144" y="82296"/>
                  <a:pt x="18288" y="0"/>
                </a:cubicBezTo>
                <a:lnTo>
                  <a:pt x="402336" y="0"/>
                </a:lnTo>
              </a:path>
            </a:pathLst>
          </a:custGeom>
          <a:solidFill>
            <a:schemeClr val="accent1">
              <a:alpha val="25000"/>
            </a:schemeClr>
          </a:solidFill>
        </p:spPr>
      </p:sp>
      <p:sp>
        <p:nvSpPr>
          <p:cNvPr id="13" name="Ellipse 36-2083&amp;10117"/>
          <p:cNvSpPr/>
          <p:nvPr userDrawn="1">
            <p:custDataLst>
              <p:tags r:id="rId13"/>
            </p:custDataLst>
          </p:nvPr>
        </p:nvSpPr>
        <p:spPr>
          <a:xfrm>
            <a:off x="905256" y="5687568"/>
            <a:ext cx="2715768" cy="1170432"/>
          </a:xfrm>
          <a:custGeom>
            <a:avLst/>
            <a:gdLst/>
            <a:ahLst/>
            <a:cxnLst/>
            <a:rect l="l" t="t" r="r" b="b"/>
            <a:pathLst>
              <a:path w="2715768" h="1170432">
                <a:moveTo>
                  <a:pt x="2715768" y="1170432"/>
                </a:moveTo>
                <a:lnTo>
                  <a:pt x="0" y="1170432"/>
                </a:lnTo>
                <a:cubicBezTo>
                  <a:pt x="100584" y="502920"/>
                  <a:pt x="667512" y="0"/>
                  <a:pt x="1353312" y="0"/>
                </a:cubicBezTo>
                <a:cubicBezTo>
                  <a:pt x="2048256" y="0"/>
                  <a:pt x="2615184" y="502920"/>
                  <a:pt x="2715768" y="1170432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948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751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73.xml"/><Relationship Id="rId2" Type="http://schemas.openxmlformats.org/officeDocument/2006/relationships/tags" Target="../tags/tag74.xml"/><Relationship Id="rId3" Type="http://schemas.openxmlformats.org/officeDocument/2006/relationships/tags" Target="../tags/tag75.xml"/><Relationship Id="rId4" Type="http://schemas.openxmlformats.org/officeDocument/2006/relationships/slideLayout" Target="../slideLayouts/slideLayout1.xml"/><Relationship Id="rId5" Type="http://schemas.openxmlformats.org/officeDocument/2006/relationships/comments" Target="../comments/commen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76.xml"/><Relationship Id="rId2" Type="http://schemas.openxmlformats.org/officeDocument/2006/relationships/tags" Target="../tags/tag77.xml"/><Relationship Id="rId3" Type="http://schemas.openxmlformats.org/officeDocument/2006/relationships/tags" Target="../tags/tag78.xml"/><Relationship Id="rId4" Type="http://schemas.openxmlformats.org/officeDocument/2006/relationships/tags" Target="../tags/tag79.xml"/><Relationship Id="rId5" Type="http://schemas.openxmlformats.org/officeDocument/2006/relationships/slideLayout" Target="../slideLayouts/slideLayout8.xml"/><Relationship Id="rId6" Type="http://schemas.openxmlformats.org/officeDocument/2006/relationships/comments" Target="../comments/commen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tags" Target="../tags/tag80.xml"/><Relationship Id="rId5" Type="http://schemas.openxmlformats.org/officeDocument/2006/relationships/tags" Target="../tags/tag81.xml"/><Relationship Id="rId6" Type="http://schemas.openxmlformats.org/officeDocument/2006/relationships/tags" Target="../tags/tag82.xml"/><Relationship Id="rId7" Type="http://schemas.openxmlformats.org/officeDocument/2006/relationships/tags" Target="../tags/tag83.xml"/><Relationship Id="rId8" Type="http://schemas.openxmlformats.org/officeDocument/2006/relationships/tags" Target="../tags/tag84.xml"/><Relationship Id="rId9" Type="http://schemas.openxmlformats.org/officeDocument/2006/relationships/tags" Target="../tags/tag85.xml"/><Relationship Id="rId10" Type="http://schemas.openxmlformats.org/officeDocument/2006/relationships/tags" Target="../tags/tag86.xml"/><Relationship Id="rId11" Type="http://schemas.openxmlformats.org/officeDocument/2006/relationships/tags" Target="../tags/tag87.xml"/><Relationship Id="rId12" Type="http://schemas.openxmlformats.org/officeDocument/2006/relationships/tags" Target="../tags/tag88.xml"/><Relationship Id="rId13" Type="http://schemas.openxmlformats.org/officeDocument/2006/relationships/tags" Target="../tags/tag89.xml"/><Relationship Id="rId14" Type="http://schemas.openxmlformats.org/officeDocument/2006/relationships/tags" Target="../tags/tag90.xml"/><Relationship Id="rId15" Type="http://schemas.openxmlformats.org/officeDocument/2006/relationships/tags" Target="../tags/tag91.xml"/><Relationship Id="rId16" Type="http://schemas.openxmlformats.org/officeDocument/2006/relationships/tags" Target="../tags/tag92.xml"/><Relationship Id="rId17" Type="http://schemas.openxmlformats.org/officeDocument/2006/relationships/slideLayout" Target="../slideLayouts/slideLayout2.xml"/><Relationship Id="rId18" Type="http://schemas.openxmlformats.org/officeDocument/2006/relationships/comments" Target="../comments/commen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93.xml"/><Relationship Id="rId2" Type="http://schemas.openxmlformats.org/officeDocument/2006/relationships/tags" Target="../tags/tag94.xml"/><Relationship Id="rId3" Type="http://schemas.openxmlformats.org/officeDocument/2006/relationships/tags" Target="../tags/tag95.xml"/><Relationship Id="rId4" Type="http://schemas.openxmlformats.org/officeDocument/2006/relationships/tags" Target="../tags/tag96.xml"/><Relationship Id="rId5" Type="http://schemas.openxmlformats.org/officeDocument/2006/relationships/tags" Target="../tags/tag97.xml"/><Relationship Id="rId6" Type="http://schemas.openxmlformats.org/officeDocument/2006/relationships/tags" Target="../tags/tag98.xml"/><Relationship Id="rId7" Type="http://schemas.openxmlformats.org/officeDocument/2006/relationships/slideLayout" Target="../slideLayouts/slideLayout7.xml"/><Relationship Id="rId8" Type="http://schemas.openxmlformats.org/officeDocument/2006/relationships/comments" Target="../comments/commen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99.xml"/><Relationship Id="rId2" Type="http://schemas.openxmlformats.org/officeDocument/2006/relationships/tags" Target="../tags/tag100.xml"/><Relationship Id="rId3" Type="http://schemas.openxmlformats.org/officeDocument/2006/relationships/tags" Target="../tags/tag101.xml"/><Relationship Id="rId4" Type="http://schemas.openxmlformats.org/officeDocument/2006/relationships/slideLayout" Target="../slideLayouts/slideLayout7.xml"/><Relationship Id="rId5" Type="http://schemas.openxmlformats.org/officeDocument/2006/relationships/comments" Target="../comments/commen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tags" Target="../tags/tag102.xml"/><Relationship Id="rId3" Type="http://schemas.openxmlformats.org/officeDocument/2006/relationships/tags" Target="../tags/tag103.xml"/><Relationship Id="rId4" Type="http://schemas.openxmlformats.org/officeDocument/2006/relationships/tags" Target="../tags/tag104.xml"/><Relationship Id="rId5" Type="http://schemas.openxmlformats.org/officeDocument/2006/relationships/tags" Target="../tags/tag105.xml"/><Relationship Id="rId6" Type="http://schemas.openxmlformats.org/officeDocument/2006/relationships/slideLayout" Target="../slideLayouts/slideLayout7.xml"/><Relationship Id="rId7" Type="http://schemas.openxmlformats.org/officeDocument/2006/relationships/comments" Target="../comments/commen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tags" Target="../tags/tag106.xml"/><Relationship Id="rId3" Type="http://schemas.openxmlformats.org/officeDocument/2006/relationships/tags" Target="../tags/tag107.xml"/><Relationship Id="rId4" Type="http://schemas.openxmlformats.org/officeDocument/2006/relationships/tags" Target="../tags/tag108.xml"/><Relationship Id="rId5" Type="http://schemas.openxmlformats.org/officeDocument/2006/relationships/tags" Target="../tags/tag109.xml"/><Relationship Id="rId6" Type="http://schemas.openxmlformats.org/officeDocument/2006/relationships/tags" Target="../tags/tag110.xml"/><Relationship Id="rId7" Type="http://schemas.openxmlformats.org/officeDocument/2006/relationships/slideLayout" Target="../slideLayouts/slideLayout7.xml"/><Relationship Id="rId8" Type="http://schemas.openxmlformats.org/officeDocument/2006/relationships/comments" Target="../comments/commen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tags" Target="../tags/tag111.xml"/><Relationship Id="rId3" Type="http://schemas.openxmlformats.org/officeDocument/2006/relationships/tags" Target="../tags/tag112.xml"/><Relationship Id="rId4" Type="http://schemas.openxmlformats.org/officeDocument/2006/relationships/tags" Target="../tags/tag113.xml"/><Relationship Id="rId5" Type="http://schemas.openxmlformats.org/officeDocument/2006/relationships/tags" Target="../tags/tag114.xml"/><Relationship Id="rId6" Type="http://schemas.openxmlformats.org/officeDocument/2006/relationships/tags" Target="../tags/tag115.xml"/><Relationship Id="rId7" Type="http://schemas.openxmlformats.org/officeDocument/2006/relationships/slideLayout" Target="../slideLayouts/slideLayout7.xml"/><Relationship Id="rId8" Type="http://schemas.openxmlformats.org/officeDocument/2006/relationships/comments" Target="../comments/commen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tags" Target="../tags/tag116.xml"/><Relationship Id="rId3" Type="http://schemas.openxmlformats.org/officeDocument/2006/relationships/tags" Target="../tags/tag117.xml"/><Relationship Id="rId4" Type="http://schemas.openxmlformats.org/officeDocument/2006/relationships/tags" Target="../tags/tag118.xml"/><Relationship Id="rId5" Type="http://schemas.openxmlformats.org/officeDocument/2006/relationships/tags" Target="../tags/tag119.xml"/><Relationship Id="rId6" Type="http://schemas.openxmlformats.org/officeDocument/2006/relationships/tags" Target="../tags/tag120.xml"/><Relationship Id="rId7" Type="http://schemas.openxmlformats.org/officeDocument/2006/relationships/tags" Target="../tags/tag121.xml"/><Relationship Id="rId8" Type="http://schemas.openxmlformats.org/officeDocument/2006/relationships/slideLayout" Target="../slideLayouts/slideLayout2.xml"/><Relationship Id="rId9" Type="http://schemas.openxmlformats.org/officeDocument/2006/relationships/comments" Target="../comments/commen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8.xml"/><Relationship Id="rId2" Type="http://schemas.openxmlformats.org/officeDocument/2006/relationships/tags" Target="../tags/tag122.xml"/><Relationship Id="rId3" Type="http://schemas.openxmlformats.org/officeDocument/2006/relationships/tags" Target="../tags/tag123.xml"/><Relationship Id="rId4" Type="http://schemas.openxmlformats.org/officeDocument/2006/relationships/tags" Target="../tags/tag124.xml"/><Relationship Id="rId5" Type="http://schemas.openxmlformats.org/officeDocument/2006/relationships/tags" Target="../tags/tag125.xml"/><Relationship Id="rId6" Type="http://schemas.openxmlformats.org/officeDocument/2006/relationships/tags" Target="../tags/tag126.xml"/><Relationship Id="rId7" Type="http://schemas.openxmlformats.org/officeDocument/2006/relationships/tags" Target="../tags/tag127.xml"/><Relationship Id="rId8" Type="http://schemas.openxmlformats.org/officeDocument/2006/relationships/slideLayout" Target="../slideLayouts/slideLayout2.xml"/><Relationship Id="rId9" Type="http://schemas.openxmlformats.org/officeDocument/2006/relationships/comments" Target="../comments/commen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9.xml"/><Relationship Id="rId2" Type="http://schemas.openxmlformats.org/officeDocument/2006/relationships/tags" Target="../tags/tag128.xml"/><Relationship Id="rId3" Type="http://schemas.openxmlformats.org/officeDocument/2006/relationships/tags" Target="../tags/tag129.xml"/><Relationship Id="rId4" Type="http://schemas.openxmlformats.org/officeDocument/2006/relationships/tags" Target="../tags/tag130.xml"/><Relationship Id="rId5" Type="http://schemas.openxmlformats.org/officeDocument/2006/relationships/tags" Target="../tags/tag131.xml"/><Relationship Id="rId6" Type="http://schemas.openxmlformats.org/officeDocument/2006/relationships/slideLayout" Target="../slideLayouts/slideLayout2.xml"/><Relationship Id="rId7" Type="http://schemas.openxmlformats.org/officeDocument/2006/relationships/comments" Target="../comments/commen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0.xml"/><Relationship Id="rId2" Type="http://schemas.openxmlformats.org/officeDocument/2006/relationships/tags" Target="../tags/tag132.xml"/><Relationship Id="rId3" Type="http://schemas.openxmlformats.org/officeDocument/2006/relationships/tags" Target="../tags/tag133.xml"/><Relationship Id="rId4" Type="http://schemas.openxmlformats.org/officeDocument/2006/relationships/tags" Target="../tags/tag134.xml"/><Relationship Id="rId5" Type="http://schemas.openxmlformats.org/officeDocument/2006/relationships/tags" Target="../tags/tag135.xml"/><Relationship Id="rId6" Type="http://schemas.openxmlformats.org/officeDocument/2006/relationships/slideLayout" Target="../slideLayouts/slideLayout2.xml"/><Relationship Id="rId7" Type="http://schemas.openxmlformats.org/officeDocument/2006/relationships/comments" Target="../comments/commen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1.xml"/><Relationship Id="rId2" Type="http://schemas.openxmlformats.org/officeDocument/2006/relationships/tags" Target="../tags/tag136.xml"/><Relationship Id="rId3" Type="http://schemas.openxmlformats.org/officeDocument/2006/relationships/tags" Target="../tags/tag137.xml"/><Relationship Id="rId4" Type="http://schemas.openxmlformats.org/officeDocument/2006/relationships/tags" Target="../tags/tag138.xml"/><Relationship Id="rId5" Type="http://schemas.openxmlformats.org/officeDocument/2006/relationships/tags" Target="../tags/tag139.xml"/><Relationship Id="rId6" Type="http://schemas.openxmlformats.org/officeDocument/2006/relationships/tags" Target="../tags/tag140.xml"/><Relationship Id="rId7" Type="http://schemas.openxmlformats.org/officeDocument/2006/relationships/tags" Target="../tags/tag141.xml"/><Relationship Id="rId8" Type="http://schemas.openxmlformats.org/officeDocument/2006/relationships/tags" Target="../tags/tag142.xml"/><Relationship Id="rId9" Type="http://schemas.openxmlformats.org/officeDocument/2006/relationships/tags" Target="../tags/tag143.xml"/><Relationship Id="rId10" Type="http://schemas.openxmlformats.org/officeDocument/2006/relationships/tags" Target="../tags/tag144.xml"/><Relationship Id="rId11" Type="http://schemas.openxmlformats.org/officeDocument/2006/relationships/tags" Target="../tags/tag145.xml"/><Relationship Id="rId12" Type="http://schemas.openxmlformats.org/officeDocument/2006/relationships/tags" Target="../tags/tag146.xml"/><Relationship Id="rId13" Type="http://schemas.openxmlformats.org/officeDocument/2006/relationships/tags" Target="../tags/tag147.xml"/><Relationship Id="rId14" Type="http://schemas.openxmlformats.org/officeDocument/2006/relationships/tags" Target="../tags/tag148.xml"/><Relationship Id="rId15" Type="http://schemas.openxmlformats.org/officeDocument/2006/relationships/tags" Target="../tags/tag149.xml"/><Relationship Id="rId16" Type="http://schemas.openxmlformats.org/officeDocument/2006/relationships/tags" Target="../tags/tag150.xml"/><Relationship Id="rId17" Type="http://schemas.openxmlformats.org/officeDocument/2006/relationships/tags" Target="../tags/tag151.xml"/><Relationship Id="rId18" Type="http://schemas.openxmlformats.org/officeDocument/2006/relationships/tags" Target="../tags/tag152.xml"/><Relationship Id="rId19" Type="http://schemas.openxmlformats.org/officeDocument/2006/relationships/tags" Target="../tags/tag153.xml"/><Relationship Id="rId20" Type="http://schemas.openxmlformats.org/officeDocument/2006/relationships/tags" Target="../tags/tag154.xml"/><Relationship Id="rId21" Type="http://schemas.openxmlformats.org/officeDocument/2006/relationships/image" Target="../media/image1.png"/><Relationship Id="rId22" Type="http://schemas.openxmlformats.org/officeDocument/2006/relationships/image" Target="../media/image2.svg"/><Relationship Id="rId23" Type="http://schemas.openxmlformats.org/officeDocument/2006/relationships/tags" Target="../tags/tag155.xml"/><Relationship Id="rId24" Type="http://schemas.openxmlformats.org/officeDocument/2006/relationships/image" Target="../media/image3.png"/><Relationship Id="rId25" Type="http://schemas.openxmlformats.org/officeDocument/2006/relationships/image" Target="../media/image4.svg"/><Relationship Id="rId26" Type="http://schemas.openxmlformats.org/officeDocument/2006/relationships/tags" Target="../tags/tag156.xml"/><Relationship Id="rId27" Type="http://schemas.openxmlformats.org/officeDocument/2006/relationships/image" Target="../media/image5.png"/><Relationship Id="rId28" Type="http://schemas.openxmlformats.org/officeDocument/2006/relationships/image" Target="../media/image6.svg"/><Relationship Id="rId29" Type="http://schemas.openxmlformats.org/officeDocument/2006/relationships/tags" Target="../tags/tag157.xml"/><Relationship Id="rId30" Type="http://schemas.openxmlformats.org/officeDocument/2006/relationships/image" Target="../media/image7.png"/><Relationship Id="rId31" Type="http://schemas.openxmlformats.org/officeDocument/2006/relationships/image" Target="../media/image8.svg"/><Relationship Id="rId32" Type="http://schemas.openxmlformats.org/officeDocument/2006/relationships/tags" Target="../tags/tag158.xml"/><Relationship Id="rId33" Type="http://schemas.openxmlformats.org/officeDocument/2006/relationships/image" Target="../media/image9.png"/><Relationship Id="rId34" Type="http://schemas.openxmlformats.org/officeDocument/2006/relationships/image" Target="../media/image10.svg"/><Relationship Id="rId35" Type="http://schemas.openxmlformats.org/officeDocument/2006/relationships/tags" Target="../tags/tag159.xml"/><Relationship Id="rId36" Type="http://schemas.openxmlformats.org/officeDocument/2006/relationships/tags" Target="../tags/tag160.xml"/><Relationship Id="rId37" Type="http://schemas.openxmlformats.org/officeDocument/2006/relationships/tags" Target="../tags/tag161.xml"/><Relationship Id="rId38" Type="http://schemas.openxmlformats.org/officeDocument/2006/relationships/tags" Target="../tags/tag162.xml"/><Relationship Id="rId39" Type="http://schemas.openxmlformats.org/officeDocument/2006/relationships/image" Target="../media/image11.png"/><Relationship Id="rId40" Type="http://schemas.openxmlformats.org/officeDocument/2006/relationships/image" Target="../media/image12.svg"/><Relationship Id="rId41" Type="http://schemas.openxmlformats.org/officeDocument/2006/relationships/tags" Target="../tags/tag163.xml"/><Relationship Id="rId42" Type="http://schemas.openxmlformats.org/officeDocument/2006/relationships/tags" Target="../tags/tag164.xml"/><Relationship Id="rId43" Type="http://schemas.openxmlformats.org/officeDocument/2006/relationships/tags" Target="../tags/tag165.xml"/><Relationship Id="rId44" Type="http://schemas.openxmlformats.org/officeDocument/2006/relationships/tags" Target="../tags/tag166.xml"/><Relationship Id="rId45" Type="http://schemas.openxmlformats.org/officeDocument/2006/relationships/tags" Target="../tags/tag167.xml"/><Relationship Id="rId46" Type="http://schemas.openxmlformats.org/officeDocument/2006/relationships/tags" Target="../tags/tag168.xml"/><Relationship Id="rId47" Type="http://schemas.openxmlformats.org/officeDocument/2006/relationships/tags" Target="../tags/tag169.xml"/><Relationship Id="rId48" Type="http://schemas.openxmlformats.org/officeDocument/2006/relationships/tags" Target="../tags/tag170.xml"/><Relationship Id="rId49" Type="http://schemas.openxmlformats.org/officeDocument/2006/relationships/tags" Target="../tags/tag171.xml"/><Relationship Id="rId50" Type="http://schemas.openxmlformats.org/officeDocument/2006/relationships/tags" Target="../tags/tag172.xml"/><Relationship Id="rId51" Type="http://schemas.openxmlformats.org/officeDocument/2006/relationships/slideLayout" Target="../slideLayouts/slideLayout7.xml"/><Relationship Id="rId52" Type="http://schemas.openxmlformats.org/officeDocument/2006/relationships/comments" Target="../comments/commen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173.xml"/><Relationship Id="rId2" Type="http://schemas.openxmlformats.org/officeDocument/2006/relationships/tags" Target="../tags/tag174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478914" y="1548129"/>
            <a:ext cx="9467850" cy="2628901"/>
          </a:xfrm>
        </p:spPr>
        <p:txBody>
          <a:bodyPr wrap="square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2026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</a:t>
            </a:r>
            <a:b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农业农村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频道收视日报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2349499" y="4572322"/>
            <a:ext cx="7492365" cy="1177603"/>
          </a:xfrm>
        </p:spPr>
        <p:txBody>
          <a:bodyPr wrap="square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统筹策划部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2026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年第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33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期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37540" y="939800"/>
            <a:ext cx="10911205" cy="5149850"/>
          </a:xfrm>
          <a:prstGeom prst="rect">
            <a:avLst/>
          </a:prstGeom>
          <a:noFill/>
        </p:spPr>
        <p:txBody>
          <a:bodyPr wrap="square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zh-CN" altLang="en-US" sz="1600" kern="120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sz="200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2月2日，频道市场份额为0.663%，较前一个月均值下降22%；收视率0.038%，下降19%；上星频道排名第22位，较前一日保持不变，央视台组内排名第12位，与前一日上升1位。</a:t>
            </a:r>
            <a:endParaRPr sz="2000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sz="200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2月2日，对比前一个月均值，电视剧市场份额0.956%，下降25%，非电视剧市场份额0.484%，保持不变。</a:t>
            </a:r>
            <a:endParaRPr sz="2000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月2日，早间节目及上午剧场收视率提升，9:24《农人秀-家乡年货开箱记》为上午剧场提供高收视入点；午间节目至黄金剧场收视率下滑，《六姊妹》后两集表现不佳，18:00《中国三农报道》将收视平台拉升至平均水平，但后续加播《振兴路上新观察》未能有效承接观众；黄金剧场时间因编排调整后移，晚间节目有效承接高收视入点，晚间及夜间节目收视提升显著。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endParaRPr sz="20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695325" y="6226810"/>
            <a:ext cx="949007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备注：节目名称为监播系统自动抓取。为方便查阅，首播栏目收视数据中不再体现短节目（5分钟及以内）。
对比前期数据日期：前推1个月（30天）均值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endParaRPr lang="en-US" altLang="zh-CN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对比前期数据日期：前推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个月（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天）均值</a:t>
            </a:r>
            <a:endParaRPr lang="zh-CN" altLang="en-US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标题 10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4800" y="2203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zh-CN" sz="3200" b="1" dirty="0">
                <a:sym typeface="+mn-ea"/>
              </a:rPr>
              <a:t>  </a:t>
            </a:r>
            <a:r>
              <a:rPr lang="zh-CN" altLang="en-US" sz="3200" b="1" dirty="0">
                <a:sym typeface="+mn-ea"/>
              </a:rPr>
              <a:t>收视速报</a:t>
            </a:r>
            <a:endParaRPr lang="zh-CN" altLang="en-US" sz="3200" b="1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90551" y="1028701"/>
            <a:ext cx="11106868" cy="9144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zh-CN" altLang="en-US" sz="16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pPr marL="171450" indent="-1714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dirty="0"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2月2日，频道市场份额为0.663%，较前一个月均值下降22%；平均到达率和平均忠实度分别下降4%，下降17%。</a:t>
            </a:r>
            <a:endParaRPr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dirty="0"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2月2日，所有频道收视率为5.679%，较前一个月均值提升1.6%，CCTV-17收视率0.038%，下降19%。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4" name="图表 2"/>
          <p:cNvGraphicFramePr/>
          <p:nvPr>
            <p:custDataLst>
              <p:tags r:id="rId5"/>
            </p:custDataLst>
          </p:nvPr>
        </p:nvGraphicFramePr>
        <p:xfrm>
          <a:off x="767485" y="2687328"/>
          <a:ext cx="2259904" cy="30250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0" name="文本框 19"/>
          <p:cNvSpPr txBox="1"/>
          <p:nvPr>
            <p:custDataLst>
              <p:tags r:id="rId6"/>
            </p:custDataLst>
          </p:nvPr>
        </p:nvSpPr>
        <p:spPr>
          <a:xfrm>
            <a:off x="1375587" y="5757928"/>
            <a:ext cx="1242043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市场份额</a:t>
            </a:r>
            <a:r>
              <a:rPr kumimoji="1"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%</a:t>
            </a:r>
            <a:endParaRPr kumimoji="1" lang="en-US" altLang="zh-CN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5" name="文本框 24"/>
          <p:cNvSpPr txBox="1"/>
          <p:nvPr>
            <p:custDataLst>
              <p:tags r:id="rId7"/>
            </p:custDataLst>
          </p:nvPr>
        </p:nvSpPr>
        <p:spPr>
          <a:xfrm>
            <a:off x="3700042" y="2950858"/>
            <a:ext cx="995680" cy="583565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所有频道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收视率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%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6" name="文本框 25"/>
          <p:cNvSpPr txBox="1"/>
          <p:nvPr>
            <p:custDataLst>
              <p:tags r:id="rId8"/>
            </p:custDataLst>
          </p:nvPr>
        </p:nvSpPr>
        <p:spPr>
          <a:xfrm>
            <a:off x="3724910" y="5497830"/>
            <a:ext cx="1164590" cy="583565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CCTV-17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收视率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%</a:t>
            </a:r>
            <a:endParaRPr lang="en-US" altLang="zh-CN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7" name="左大括号 26"/>
          <p:cNvSpPr/>
          <p:nvPr>
            <p:custDataLst>
              <p:tags r:id="rId9"/>
            </p:custDataLst>
          </p:nvPr>
        </p:nvSpPr>
        <p:spPr>
          <a:xfrm>
            <a:off x="3218688" y="3191774"/>
            <a:ext cx="506073" cy="2627491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图表 7"/>
          <p:cNvGraphicFramePr/>
          <p:nvPr>
            <p:custDataLst>
              <p:tags r:id="rId10"/>
            </p:custDataLst>
          </p:nvPr>
        </p:nvGraphicFramePr>
        <p:xfrm>
          <a:off x="4606841" y="2378345"/>
          <a:ext cx="2978318" cy="19336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图表 8"/>
          <p:cNvGraphicFramePr/>
          <p:nvPr>
            <p:custDataLst>
              <p:tags r:id="rId11"/>
            </p:custDataLst>
          </p:nvPr>
        </p:nvGraphicFramePr>
        <p:xfrm>
          <a:off x="4630139" y="4651119"/>
          <a:ext cx="3173583" cy="19995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表格 9"/>
          <p:cNvGraphicFramePr>
            <a:graphicFrameLocks noGrp="1"/>
          </p:cNvGraphicFramePr>
          <p:nvPr>
            <p:custDataLst>
              <p:tags r:id="rId12"/>
            </p:custDataLst>
          </p:nvPr>
        </p:nvGraphicFramePr>
        <p:xfrm>
          <a:off x="8447466" y="3899682"/>
          <a:ext cx="2395436" cy="1130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7610"/>
                <a:gridCol w="1197826"/>
              </a:tblGrid>
              <a:tr h="307975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>平均忠实度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/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p/>
                  </a:txBody>
                  <a:tcPr/>
                </a:tc>
              </a:tr>
              <a:tr h="304800">
                <a:tc gridSpan="2"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400" b="1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rgbClr val="00B050"/>
                          </a:solidFill>
                          <a:ea typeface="微软雅黑" panose="020B0503020204020204" pitchFamily="34" charset="-122"/>
                        </a:rPr>
                        <a:t>-17%</a:t>
                      </a:r>
                      <a:endParaRPr lang="zh-CN" altLang="en-US" sz="1400" b="1" kern="1200" baseline="0" dirty="0">
                        <a:solidFill>
                          <a:srgbClr val="00B050"/>
                        </a:solidFill>
                        <a:ea typeface="微软雅黑" panose="020B0503020204020204" pitchFamily="34" charset="-122"/>
                        <a:cs typeface="Times New Roman" panose="02020603050405020304" pitchFamily="18" charset="0"/>
                        <a:sym typeface="+mn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/>
                  </a:txBody>
                  <a:tcPr/>
                </a:tc>
              </a:tr>
              <a:tr h="363200"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前1个月均值2.81</a:t>
                      </a:r>
                      <a:endParaRPr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当天2.32</a:t>
                      </a:r>
                      <a:endParaRPr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10"/>
          <p:cNvGraphicFramePr>
            <a:graphicFrameLocks noGrp="1"/>
          </p:cNvGraphicFramePr>
          <p:nvPr>
            <p:custDataLst>
              <p:tags r:id="rId13"/>
            </p:custDataLst>
          </p:nvPr>
        </p:nvGraphicFramePr>
        <p:xfrm>
          <a:off x="8446831" y="5111988"/>
          <a:ext cx="2395652" cy="11386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7610"/>
                <a:gridCol w="1198042"/>
              </a:tblGrid>
              <a:tr h="310114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+mn-lt"/>
                        </a:rPr>
                        <a:t>平均到达率%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+mn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p/>
                  </a:txBody>
                  <a:tcPr/>
                </a:tc>
              </a:tr>
              <a:tr h="310329">
                <a:tc gridSpan="2"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4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rgbClr val="FF0000"/>
                          </a:solidFill>
                          <a:ea typeface="微软雅黑" panose="020B0503020204020204" pitchFamily="34" charset="-122"/>
                        </a:rPr>
                        <a:t>-4%</a:t>
                      </a:r>
                      <a:endParaRPr lang="zh-CN" altLang="en-US" sz="1400" b="1" kern="1200" baseline="0" dirty="0">
                        <a:solidFill>
                          <a:srgbClr val="FF0000"/>
                        </a:solidFill>
                        <a:ea typeface="微软雅黑" panose="020B0503020204020204" pitchFamily="34" charset="-122"/>
                        <a:cs typeface="Times New Roman" panose="02020603050405020304" pitchFamily="18" charset="0"/>
                        <a:sym typeface="+mn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/>
                  </a:txBody>
                  <a:tcPr/>
                </a:tc>
              </a:tr>
              <a:tr h="3640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40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前1个月均值1.68</a:t>
                      </a:r>
                      <a:endParaRPr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当天1.62</a:t>
                      </a:r>
                      <a:endParaRPr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4" name="左中括号 43"/>
          <p:cNvSpPr/>
          <p:nvPr>
            <p:custDataLst>
              <p:tags r:id="rId14"/>
            </p:custDataLst>
          </p:nvPr>
        </p:nvSpPr>
        <p:spPr>
          <a:xfrm>
            <a:off x="8090817" y="4457186"/>
            <a:ext cx="295429" cy="1243602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title" idx="4294967295"/>
            <p:custDataLst>
              <p:tags r:id="rId15"/>
            </p:custDataLst>
          </p:nvPr>
        </p:nvSpPr>
        <p:spPr>
          <a:xfrm>
            <a:off x="694800" y="220300"/>
            <a:ext cx="10800000" cy="720000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2月2日，市场份额下降22%  收视率下降19%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55650" y="1149350"/>
          <a:ext cx="10161905" cy="514223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32000"/>
                    </a:prstClr>
                  </a:outerShdw>
                </a:effectLst>
                <a:tableStyleId>{6E25E649-3F16-4E02-A733-19D2CDBF48F0}</a:tableStyleId>
              </a:tblPr>
              <a:tblGrid>
                <a:gridCol w="966470"/>
                <a:gridCol w="2649220"/>
                <a:gridCol w="1513840"/>
                <a:gridCol w="834390"/>
                <a:gridCol w="2733040"/>
                <a:gridCol w="1464945"/>
              </a:tblGrid>
              <a:tr h="317500">
                <a:tc gridSpan="3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400">
                          <a:latin typeface="微软雅黑" panose="020B0503020204020204" pitchFamily="34" charset="-122"/>
                        </a:defRPr>
                      </a:pPr>
                      <a:r>
                        <a:rPr sz="1600">
                          <a:solidFill>
                            <a:schemeClr val="bg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前一日</a:t>
                      </a:r>
                      <a:endParaRPr lang="zh-CN" altLang="en-US" sz="1600" b="1" kern="1200" baseline="0" dirty="0">
                        <a:solidFill>
                          <a:schemeClr val="bg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marT="45721" marB="4572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p/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p/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400">
                          <a:latin typeface="微软雅黑" panose="020B0503020204020204" pitchFamily="34" charset="-122"/>
                        </a:defRPr>
                      </a:pPr>
                      <a:r>
                        <a:rPr sz="1600">
                          <a:solidFill>
                            <a:schemeClr val="bg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2月2日</a:t>
                      </a:r>
                      <a:endParaRPr lang="zh-CN" altLang="en-US" sz="1600" b="1" kern="1200" baseline="0" dirty="0">
                        <a:solidFill>
                          <a:schemeClr val="bg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p/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 anchor="ctr">
                    <a:solidFill>
                      <a:srgbClr val="FFD753"/>
                    </a:solidFill>
                  </a:tcPr>
                </a:tc>
              </a:tr>
              <a:tr h="335915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排名</a:t>
                      </a:r>
                      <a:endParaRPr lang="zh-CN" altLang="en-US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频道</a:t>
                      </a:r>
                      <a:endParaRPr lang="zh-CN" altLang="en-US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>市场份额%</a:t>
                      </a:r>
                      <a:r>
                        <a:rPr lang="en-US" altLang="zh-CN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/>
                      </a:r>
                      <a:endParaRPr lang="en-US" altLang="zh-CN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marT="45721" marB="4572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排名</a:t>
                      </a:r>
                      <a:endParaRPr lang="zh-CN" altLang="en-US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频道</a:t>
                      </a:r>
                      <a:endParaRPr lang="zh-CN" altLang="en-US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>市场份额%</a:t>
                      </a:r>
                      <a:r>
                        <a:rPr lang="en-US" altLang="zh-CN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/>
                      </a:r>
                      <a:endParaRPr lang="en-US" altLang="zh-CN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6225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b="0" kern="1200" baseline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　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中央级（20个）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32.786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　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中央级（20个）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32.879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416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CCTV-1综合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6.648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CCTV-1综合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7.159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225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CCTV-8电视剧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5.178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CCTV-8电视剧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5.148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289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CCTV-6电影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4.768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CCTV-6电影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3.993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352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CCTV-13新闻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2.519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CCTV-4中文国际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2.929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289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CCTV-4中文国际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2.368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CCTV-13新闻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2.458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352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CCTV-3综艺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2.092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CCTV-3综艺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2.249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225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CCTV-5体育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1.761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CCTV-5体育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1.444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352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CCTV-14少儿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1.193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CCTV-14少儿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1.162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289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CCTV-9纪录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1.089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CCTV-2财经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1.107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225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11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CCTV-2财经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0.967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11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CCTV-7国防军事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0.983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352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 b="1">
                          <a:solidFill>
                            <a:srgbClr val="5B7F5B"/>
                          </a:solidFill>
                          <a:ea typeface="微软雅黑" panose="020B0503020204020204" pitchFamily="34" charset="-122"/>
                        </a:rPr>
                        <a:t>12</a:t>
                      </a:r>
                      <a:endParaRPr lang="en-US" altLang="zh-CN" sz="1400" b="1" kern="1200" baseline="0" dirty="0">
                        <a:solidFill>
                          <a:srgbClr val="5B7F5B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 b="1">
                          <a:solidFill>
                            <a:srgbClr val="5B7F5B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CCTV-7国防军事</a:t>
                      </a:r>
                      <a:endParaRPr lang="zh-CN" altLang="en-US" sz="1400" b="1" kern="1200" baseline="0" dirty="0">
                        <a:solidFill>
                          <a:srgbClr val="5B7F5B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 b="1">
                          <a:solidFill>
                            <a:srgbClr val="5B7F5B"/>
                          </a:solidFill>
                          <a:ea typeface="微软雅黑" panose="020B0503020204020204" pitchFamily="34" charset="-122"/>
                        </a:rPr>
                        <a:t>0.936</a:t>
                      </a:r>
                      <a:endParaRPr lang="en-US" altLang="zh-CN" sz="1400" b="1" kern="1200" baseline="0" dirty="0">
                        <a:solidFill>
                          <a:srgbClr val="5B7F5B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 b="1">
                          <a:solidFill>
                            <a:srgbClr val="5B7F5B"/>
                          </a:solidFill>
                          <a:ea typeface="微软雅黑" panose="020B0503020204020204" pitchFamily="34" charset="-122"/>
                        </a:rPr>
                        <a:t>12</a:t>
                      </a:r>
                      <a:endParaRPr lang="en-US" altLang="zh-CN" sz="1400" b="1" kern="1200" baseline="0" dirty="0">
                        <a:solidFill>
                          <a:srgbClr val="5B7F5B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 b="1">
                          <a:solidFill>
                            <a:srgbClr val="5B7F5B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CCTV-9纪录</a:t>
                      </a:r>
                      <a:endParaRPr lang="zh-CN" altLang="en-US" sz="1400" b="1" kern="1200" baseline="0" dirty="0">
                        <a:solidFill>
                          <a:srgbClr val="5B7F5B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 b="1">
                          <a:solidFill>
                            <a:srgbClr val="5B7F5B"/>
                          </a:solidFill>
                          <a:ea typeface="微软雅黑" panose="020B0503020204020204" pitchFamily="34" charset="-122"/>
                        </a:rPr>
                        <a:t>0.907</a:t>
                      </a:r>
                      <a:endParaRPr lang="en-US" altLang="zh-CN" sz="1400" b="1" kern="1200" baseline="0" dirty="0">
                        <a:solidFill>
                          <a:srgbClr val="5B7F5B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352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13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CCTV-11戏曲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0.752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 b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13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CCTV-17农业农村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0.663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289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14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CCTV-17农业农村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0.663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14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CCTV-11戏曲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0.623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225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15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CCTV-12社会与法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0.532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15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CCTV-12社会与法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0.596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352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16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CCTV-10科教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0.446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16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CCTV-10科教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0.516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289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17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CCTV-15音乐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0.383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17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CCTV-15音乐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0.418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</a:tbl>
          </a:graphicData>
        </a:graphic>
      </p:graphicFrame>
      <p:cxnSp>
        <p:nvCxnSpPr>
          <p:cNvPr id="20" name="直接连接符 10"/>
          <p:cNvCxnSpPr/>
          <p:nvPr>
            <p:custDataLst>
              <p:tags r:id="rId2"/>
            </p:custDataLst>
          </p:nvPr>
        </p:nvCxnSpPr>
        <p:spPr>
          <a:xfrm>
            <a:off x="6063484" y="4448108"/>
            <a:ext cx="4855845" cy="31750"/>
          </a:xfrm>
          <a:prstGeom prst="line">
            <a:avLst/>
          </a:prstGeom>
          <a:ln w="31750">
            <a:solidFill>
              <a:srgbClr val="ED7D3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10"/>
          <p:cNvSpPr txBox="1"/>
          <p:nvPr>
            <p:custDataLst>
              <p:tags r:id="rId3"/>
            </p:custDataLst>
          </p:nvPr>
        </p:nvSpPr>
        <p:spPr>
          <a:xfrm>
            <a:off x="11046460" y="4311015"/>
            <a:ext cx="951865" cy="3067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400" b="1" dirty="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0.66%</a:t>
            </a:r>
            <a:endParaRPr lang="en-US" altLang="zh-CN" sz="1400" b="1" dirty="0">
              <a:solidFill>
                <a:srgbClr val="ED7D3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755760" y="17712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央视台组排名第12位，较前一日上升1位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9"/>
          <p:cNvSpPr txBox="1"/>
          <p:nvPr>
            <p:custDataLst>
              <p:tags r:id="rId5"/>
            </p:custDataLst>
          </p:nvPr>
        </p:nvSpPr>
        <p:spPr>
          <a:xfrm>
            <a:off x="694430" y="6466529"/>
            <a:ext cx="3914659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0" i="0" u="none" strike="noStrike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备注：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仅体现</a:t>
            </a:r>
            <a:r>
              <a:rPr 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考核序列内央视台组频道</a:t>
            </a:r>
            <a:endParaRPr 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33227" y="1307525"/>
          <a:ext cx="10273665" cy="496570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32000"/>
                    </a:prstClr>
                  </a:outerShdw>
                </a:effectLst>
                <a:tableStyleId>{6E25E649-3F16-4E02-A733-19D2CDBF48F0}</a:tableStyleId>
              </a:tblPr>
              <a:tblGrid>
                <a:gridCol w="1454150"/>
                <a:gridCol w="2237913"/>
                <a:gridCol w="1152000"/>
                <a:gridCol w="600089"/>
                <a:gridCol w="2400356"/>
                <a:gridCol w="1152000"/>
                <a:gridCol w="1276985"/>
              </a:tblGrid>
              <a:tr h="288000">
                <a:tc gridSpan="3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400">
                          <a:latin typeface="微软雅黑" panose="020B0503020204020204" pitchFamily="34" charset="-122"/>
                        </a:defRPr>
                      </a:pPr>
                      <a:r>
                        <a:rPr sz="1600">
                          <a:solidFill>
                            <a:schemeClr val="bg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前一日</a:t>
                      </a:r>
                      <a:endParaRPr lang="zh-CN" altLang="en-US" sz="1600" b="1" kern="1200" baseline="0" dirty="0">
                        <a:solidFill>
                          <a:schemeClr val="bg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marT="45721" marB="4572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p/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p/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400">
                          <a:latin typeface="微软雅黑" panose="020B0503020204020204" pitchFamily="34" charset="-122"/>
                        </a:defRPr>
                      </a:pPr>
                      <a:r>
                        <a:rPr sz="1600">
                          <a:solidFill>
                            <a:schemeClr val="bg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2月2日</a:t>
                      </a:r>
                      <a:endParaRPr lang="zh-CN" altLang="en-US" sz="1600" b="1" kern="1200" baseline="0" dirty="0">
                        <a:solidFill>
                          <a:schemeClr val="bg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p/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 anchor="ctr">
                    <a:solidFill>
                      <a:srgbClr val="FFD753"/>
                    </a:solidFill>
                  </a:tcPr>
                </a:tc>
                <a:tc hMerge="1">
                  <a:txBody>
                    <a:bodyPr/>
                    <a:p/>
                  </a:txBody>
                  <a:tcPr marT="45721" marB="45721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排名</a:t>
                      </a:r>
                      <a:endParaRPr lang="zh-CN" altLang="en-US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频道</a:t>
                      </a:r>
                      <a:endParaRPr lang="zh-CN" altLang="en-US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>市场份额%</a:t>
                      </a:r>
                      <a:r>
                        <a:rPr lang="en-US" altLang="zh-CN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/>
                      </a:r>
                      <a:endParaRPr lang="en-US" altLang="zh-CN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marT="45721" marB="4572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排名</a:t>
                      </a:r>
                      <a:endParaRPr lang="zh-CN" altLang="en-US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频道</a:t>
                      </a:r>
                      <a:endParaRPr lang="zh-CN" altLang="en-US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>市场份额%</a:t>
                      </a:r>
                      <a:r>
                        <a:rPr lang="en-US" altLang="zh-CN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/>
                      </a:r>
                      <a:endParaRPr lang="en-US" altLang="zh-CN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较前一日变化</a:t>
                      </a:r>
                      <a:endParaRPr lang="zh-CN" altLang="en-US" sz="1400" b="1" kern="12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1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CCTV-1综合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6.648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1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CCTV-1综合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7.159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↑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2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CCTV-8电视剧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5.178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2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CCTV-8电视剧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5.148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↓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3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CCTV-6电影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4.768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3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CCTV-6电影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3.993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↓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4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CCTV-13新闻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2.519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4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CCTV-4中文国际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2.929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↑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9419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5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CCTV-4中文国际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2.368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5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CCTV-13新闻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2.458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↓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6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湖南卫视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2.221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6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湖南卫视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2.400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↑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7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CCTV-3综艺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2.092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7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CCTV-3综艺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2.249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↑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8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江苏卫视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1.952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8 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江苏卫视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1.949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↓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9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湖南电视台金鹰卡通频道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1.810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9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浙江卫视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1.804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↑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10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CCTV-5体育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1.761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10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湖南电视台金鹰卡通频道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1.510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↓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kern="1200" baseline="0" noProof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11 </a:t>
                      </a:r>
                      <a:endParaRPr lang="en-US" altLang="zh-CN" sz="1400" b="0" kern="1200" baseline="0" noProof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kern="1200" baseline="0" noProof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浙江卫视</a:t>
                      </a:r>
                      <a:endParaRPr lang="en-US" altLang="zh-CN" sz="1400" b="0" kern="1200" baseline="0" noProof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kern="1200" baseline="0" noProof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1.405</a:t>
                      </a:r>
                      <a:endParaRPr lang="en-US" altLang="zh-CN" sz="1400" b="0" kern="1200" baseline="0" noProof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kern="1200" baseline="0" noProof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11 </a:t>
                      </a:r>
                      <a:endParaRPr lang="en-US" altLang="zh-CN" sz="1400" b="0" kern="1200" baseline="0" noProof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kern="1200" baseline="0" noProof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CCTV-5体育</a:t>
                      </a:r>
                      <a:endParaRPr lang="en-US" altLang="zh-CN" sz="1400" b="0" kern="1200" baseline="0" noProof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kern="1200" baseline="0" noProof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1.444</a:t>
                      </a:r>
                      <a:endParaRPr lang="en-US" altLang="zh-CN" sz="1400" b="0" kern="1200" baseline="0" noProof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↓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7620" marR="7620" marT="762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12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上海东方卫视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1.268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12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上海东方卫视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1.331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↑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13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CCTV-14少儿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1.193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13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北京卫视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1.182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↑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/>
                </a:tc>
              </a:tr>
              <a:tr h="28765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14 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北京卫视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1.132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14 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CCTV-14少儿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1.162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↓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15 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CCTV-9纪录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1.089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15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CCTV-2财经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1.107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↑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/>
                </a:tc>
              </a:tr>
            </a:tbl>
          </a:graphicData>
        </a:graphic>
      </p:graphicFrame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6535" y="18474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上星频道排名第22位，较前一日保持不变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表 4"/>
          <p:cNvGraphicFramePr/>
          <p:nvPr>
            <p:custDataLst>
              <p:tags r:id="rId2"/>
            </p:custDataLst>
          </p:nvPr>
        </p:nvGraphicFramePr>
        <p:xfrm>
          <a:off x="796290" y="1091565"/>
          <a:ext cx="10598785" cy="5626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文本框 23"/>
          <p:cNvSpPr txBox="1"/>
          <p:nvPr>
            <p:custDataLst>
              <p:tags r:id="rId3"/>
            </p:custDataLst>
          </p:nvPr>
        </p:nvSpPr>
        <p:spPr>
          <a:xfrm>
            <a:off x="9126627" y="1197251"/>
            <a:ext cx="890255" cy="306705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lstStyle/>
          <a:p>
            <a:pPr>
              <a:defRPr sz="1400" b="1">
                <a:solidFill>
                  <a:srgbClr val="8497B0"/>
                </a:solidFill>
                <a:latin typeface="微软雅黑" panose="020B0503020204020204" pitchFamily="34" charset="-122"/>
              </a:defRPr>
            </a:pPr>
            <a:r>
              <a:rPr dirty="0">
                <a:solidFill>
                  <a:schemeClr val="accent1">
                    <a:lumMod val="50000"/>
                  </a:schemeClr>
                </a:solidFill>
                <a:ea typeface="微软雅黑" panose="020B0503020204020204" pitchFamily="34" charset="-122"/>
              </a:rPr>
              <a:t>2.071</a:t>
            </a:r>
            <a:endParaRPr lang="zh-CN" altLang="en-US" sz="1400" b="1" dirty="0">
              <a:solidFill>
                <a:schemeClr val="accent1">
                  <a:lumMod val="50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709295" y="156210"/>
            <a:ext cx="10785475" cy="77724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2月2日，频道市场份额0.663%，收视率0.038%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表 1"/>
          <p:cNvGraphicFramePr/>
          <p:nvPr>
            <p:custDataLst>
              <p:tags r:id="rId2"/>
            </p:custDataLst>
          </p:nvPr>
        </p:nvGraphicFramePr>
        <p:xfrm>
          <a:off x="697230" y="1322070"/>
          <a:ext cx="11236960" cy="53873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文本框 2"/>
          <p:cNvSpPr txBox="1"/>
          <p:nvPr>
            <p:custDataLst>
              <p:tags r:id="rId3"/>
            </p:custDataLst>
          </p:nvPr>
        </p:nvSpPr>
        <p:spPr>
          <a:xfrm rot="10800000">
            <a:off x="1363980" y="933450"/>
            <a:ext cx="367030" cy="664845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lstStyle/>
          <a:p>
            <a:pPr>
              <a:defRPr sz="1200" b="1">
                <a:solidFill>
                  <a:srgbClr val="404040"/>
                </a:solidFill>
                <a:latin typeface="微软雅黑" panose="020B0503020204020204" pitchFamily="34" charset="-122"/>
              </a:defRPr>
            </a:pPr>
            <a:r>
              <a:rPr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0.2860</a:t>
            </a:r>
            <a:endParaRPr lang="zh-CN" altLang="en-US" sz="1000" b="1" dirty="0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3"/>
          <p:cNvSpPr txBox="1"/>
          <p:nvPr/>
        </p:nvSpPr>
        <p:spPr>
          <a:xfrm rot="10800000">
            <a:off x="1631039" y="1515916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5"/>
          <p:cNvSpPr txBox="1"/>
          <p:nvPr/>
        </p:nvSpPr>
        <p:spPr>
          <a:xfrm rot="10800000">
            <a:off x="2251153" y="1487302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6"/>
          <p:cNvSpPr txBox="1"/>
          <p:nvPr/>
        </p:nvSpPr>
        <p:spPr>
          <a:xfrm rot="10800000">
            <a:off x="2561210" y="1487298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7"/>
          <p:cNvSpPr txBox="1"/>
          <p:nvPr/>
        </p:nvSpPr>
        <p:spPr>
          <a:xfrm rot="10800000">
            <a:off x="3028617" y="1474311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8"/>
          <p:cNvSpPr txBox="1"/>
          <p:nvPr/>
        </p:nvSpPr>
        <p:spPr>
          <a:xfrm rot="10800000">
            <a:off x="3367326" y="1474311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9"/>
          <p:cNvSpPr txBox="1"/>
          <p:nvPr>
            <p:custDataLst>
              <p:tags r:id="rId4"/>
            </p:custDataLst>
          </p:nvPr>
        </p:nvSpPr>
        <p:spPr>
          <a:xfrm>
            <a:off x="837305" y="6582099"/>
            <a:ext cx="3914659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0" i="0" u="none" strike="noStrike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备注：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仅体现早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点至晚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12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点之间开播的节目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标题 12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904875" y="290830"/>
            <a:ext cx="10732770" cy="64262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2月2日栏目收视率排名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表 1"/>
          <p:cNvGraphicFramePr/>
          <p:nvPr>
            <p:custDataLst>
              <p:tags r:id="rId2"/>
            </p:custDataLst>
          </p:nvPr>
        </p:nvGraphicFramePr>
        <p:xfrm>
          <a:off x="712470" y="935990"/>
          <a:ext cx="10767060" cy="577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文本框 2"/>
          <p:cNvSpPr txBox="1"/>
          <p:nvPr>
            <p:custDataLst>
              <p:tags r:id="rId3"/>
            </p:custDataLst>
          </p:nvPr>
        </p:nvSpPr>
        <p:spPr>
          <a:xfrm rot="10800000">
            <a:off x="1295400" y="825500"/>
            <a:ext cx="405130" cy="59563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lstStyle/>
          <a:p>
            <a:pPr>
              <a:defRPr sz="1200" b="1">
                <a:solidFill>
                  <a:srgbClr val="404040"/>
                </a:solidFill>
                <a:latin typeface="微软雅黑" panose="020B0503020204020204" pitchFamily="34" charset="-122"/>
              </a:defRPr>
            </a:pPr>
            <a:r>
              <a:rPr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2.0710</a:t>
            </a:r>
            <a:endParaRPr lang="zh-CN" altLang="en-US" sz="1000" b="1" dirty="0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4"/>
          <p:cNvSpPr txBox="1"/>
          <p:nvPr/>
        </p:nvSpPr>
        <p:spPr>
          <a:xfrm rot="10800000">
            <a:off x="1848094" y="1424127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8" name="文本框 5"/>
          <p:cNvSpPr txBox="1"/>
          <p:nvPr/>
        </p:nvSpPr>
        <p:spPr>
          <a:xfrm rot="10800000">
            <a:off x="2217426" y="1420830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9" name="文本框 6"/>
          <p:cNvSpPr txBox="1"/>
          <p:nvPr/>
        </p:nvSpPr>
        <p:spPr>
          <a:xfrm rot="10800000">
            <a:off x="2583590" y="1420830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10" name="文本框 7"/>
          <p:cNvSpPr txBox="1"/>
          <p:nvPr/>
        </p:nvSpPr>
        <p:spPr>
          <a:xfrm rot="10800000">
            <a:off x="2853000" y="1430515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11" name="文本框 8"/>
          <p:cNvSpPr txBox="1"/>
          <p:nvPr/>
        </p:nvSpPr>
        <p:spPr>
          <a:xfrm rot="10800000">
            <a:off x="3319086" y="1428727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13" name="标题 12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855345" y="351790"/>
            <a:ext cx="10639425" cy="584835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sym typeface="+mn-ea"/>
              </a:rPr>
              <a:t>2月2日栏目收视份额排名</a:t>
            </a:r>
            <a:r>
              <a:rPr lang="zh-CN" altLang="en-US" sz="3200" dirty="0">
                <a:sym typeface="+mn-ea"/>
              </a:rPr>
              <a:t/>
            </a:r>
            <a:endParaRPr lang="zh-CN" altLang="en-US" sz="3200" dirty="0">
              <a:sym typeface="+mn-ea"/>
            </a:endParaRPr>
          </a:p>
        </p:txBody>
      </p:sp>
      <p:sp>
        <p:nvSpPr>
          <p:cNvPr id="2" name="文本框 9"/>
          <p:cNvSpPr txBox="1"/>
          <p:nvPr>
            <p:custDataLst>
              <p:tags r:id="rId5"/>
            </p:custDataLst>
          </p:nvPr>
        </p:nvSpPr>
        <p:spPr>
          <a:xfrm>
            <a:off x="837305" y="6582099"/>
            <a:ext cx="3914659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0" i="0" u="none" strike="noStrike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备注：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仅体现早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点至晚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12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点之间开播的节目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 idx="4294967295"/>
            <p:custDataLst>
              <p:tags r:id="rId2"/>
            </p:custDataLst>
          </p:nvPr>
        </p:nvSpPr>
        <p:spPr>
          <a:xfrm>
            <a:off x="954405" y="213360"/>
            <a:ext cx="10540365" cy="72009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分分钟收视率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2" name="图表 0"/>
          <p:cNvGraphicFramePr/>
          <p:nvPr>
            <p:custDataLst>
              <p:tags r:id="rId3"/>
            </p:custDataLst>
          </p:nvPr>
        </p:nvGraphicFramePr>
        <p:xfrm>
          <a:off x="588645" y="1404620"/>
          <a:ext cx="11397615" cy="52311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6" name="表格 1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1385570" y="1405255"/>
          <a:ext cx="10288270" cy="41586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5675"/>
                <a:gridCol w="924560"/>
                <a:gridCol w="845185"/>
                <a:gridCol w="1691005"/>
                <a:gridCol w="983615"/>
                <a:gridCol w="934085"/>
                <a:gridCol w="1544955"/>
                <a:gridCol w="1139190"/>
              </a:tblGrid>
              <a:tr h="4158615"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表格 2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1123315" y="1405255"/>
          <a:ext cx="10550525" cy="4157980"/>
        </p:xfrm>
        <a:graphic>
          <a:graphicData uri="http://schemas.openxmlformats.org/drawingml/2006/table">
            <a:tbl>
              <a:tblPr/>
              <a:tblGrid>
                <a:gridCol w="554355"/>
                <a:gridCol w="239395"/>
                <a:gridCol w="224790"/>
                <a:gridCol w="252095"/>
                <a:gridCol w="254000"/>
                <a:gridCol w="459740"/>
                <a:gridCol w="500380"/>
                <a:gridCol w="862965"/>
                <a:gridCol w="405130"/>
                <a:gridCol w="500380"/>
                <a:gridCol w="1673225"/>
                <a:gridCol w="474980"/>
                <a:gridCol w="274320"/>
                <a:gridCol w="208280"/>
                <a:gridCol w="994410"/>
                <a:gridCol w="508000"/>
                <a:gridCol w="508000"/>
                <a:gridCol w="508635"/>
                <a:gridCol w="508000"/>
                <a:gridCol w="639445"/>
              </a:tblGrid>
              <a:tr h="4157980">
                <a:tc>
                  <a:txBody>
                    <a:bodyPr/>
                    <a:p>
                      <a:pPr lv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sz="1050" dirty="0" err="1"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lang="zh-CN" altLang="en-US" sz="1050" dirty="0"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endParaRPr lang="en-US" altLang="zh-CN" sz="1050" dirty="0"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lv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endParaRPr lang="en-US" altLang="zh-CN" sz="1050" dirty="0"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lv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sz="1050" dirty="0"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lang="en-US" altLang="zh-CN" sz="1050" dirty="0"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5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5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vert="eaVert" anchor="ctr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5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中国三农报道（重播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乡村达人秀（重播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田野欢歌（重播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乡村达人秀（重播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电视剧：六姊妹（首播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群英汇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马背长歌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中国三农报道（首播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振兴路上新观察（首播）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电视剧：我哥我嫂（首播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共富经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策马扬鞭向新程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农人秀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家乡年货开箱记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盘中餐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食暖幸福年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群英汇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马背长歌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欢乐农家院麻辣酸甜咸（重播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表格 1"/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1385570" y="1068070"/>
          <a:ext cx="10288270" cy="337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8850"/>
                <a:gridCol w="921385"/>
                <a:gridCol w="842010"/>
                <a:gridCol w="1698625"/>
                <a:gridCol w="982345"/>
                <a:gridCol w="934720"/>
                <a:gridCol w="1541145"/>
                <a:gridCol w="1139190"/>
              </a:tblGrid>
              <a:tr h="33718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05:57-10:23
0.024%
+85%</a:t>
                      </a:r>
                      <a:endParaRPr lang="en-US" altLang="zh-CN" sz="12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lang="zh-CN" sz="1200" b="1" baseline="0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10:23-12:00
0.060%
+28%</a:t>
                      </a:r>
                      <a:endParaRPr>
                        <a:solidFill>
                          <a:srgbClr val="FF0000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12:00-13:48
0.046%
+31%</a:t>
                      </a:r>
                      <a:endParaRPr>
                        <a:solidFill>
                          <a:srgbClr val="00B050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13:48-17:07
0.056%
+8%</a:t>
                      </a:r>
                      <a:endParaRPr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17:07-18:38
0.090%
+38%</a:t>
                      </a:r>
                      <a:endParaRPr sz="12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18:38-20:27
0.292%
+16%</a:t>
                      </a:r>
                      <a:endParaRPr lang="en-US" altLang="zh-CN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20:27-24:01
0.073%
+38%</a:t>
                      </a:r>
                      <a:endParaRPr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24:01-24:25
0.027%
+59%</a:t>
                      </a:r>
                      <a:endParaRPr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7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idx="4294967295"/>
            <p:custDataLst>
              <p:tags r:id="rId2"/>
            </p:custDataLst>
          </p:nvPr>
        </p:nvSpPr>
        <p:spPr>
          <a:xfrm>
            <a:off x="887730" y="381635"/>
            <a:ext cx="10463530" cy="546735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分分钟市场份额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14" name="表格 1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323975" y="1068070"/>
          <a:ext cx="10288270" cy="337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8850"/>
                <a:gridCol w="921385"/>
                <a:gridCol w="842010"/>
                <a:gridCol w="1698625"/>
                <a:gridCol w="982345"/>
                <a:gridCol w="934720"/>
                <a:gridCol w="1541145"/>
                <a:gridCol w="1139190"/>
              </a:tblGrid>
              <a:tr h="33718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田园帮帮团（重播）</a:t>
                      </a:r>
                      <a:endParaRPr lang="en-US" altLang="zh-CN" sz="12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lang="zh-CN" sz="1200" b="1" baseline="0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超级农人秀（重播）</a:t>
                      </a:r>
                      <a:endParaRPr>
                        <a:solidFill>
                          <a:srgbClr val="FF0000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共富经（重播）</a:t>
                      </a:r>
                      <a:endParaRPr>
                        <a:solidFill>
                          <a:srgbClr val="00B050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谁知盘中餐（重播）</a:t>
                      </a:r>
                      <a:endParaRPr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中国三农报道（重播）</a:t>
                      </a:r>
                      <a:endParaRPr sz="12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三农群英汇（重播）</a:t>
                      </a:r>
                      <a:endParaRPr lang="en-US" altLang="zh-CN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田园帮帮团（重播）</a:t>
                      </a:r>
                      <a:endParaRPr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超级农人秀（重播）</a:t>
                      </a:r>
                      <a:endParaRPr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8" name="图表 0"/>
          <p:cNvGraphicFramePr/>
          <p:nvPr>
            <p:custDataLst>
              <p:tags r:id="rId4"/>
            </p:custDataLst>
          </p:nvPr>
        </p:nvGraphicFramePr>
        <p:xfrm>
          <a:off x="520700" y="1419860"/>
          <a:ext cx="11397615" cy="52851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1077595" y="1404620"/>
          <a:ext cx="10550525" cy="4213860"/>
        </p:xfrm>
        <a:graphic>
          <a:graphicData uri="http://schemas.openxmlformats.org/drawingml/2006/table">
            <a:tbl>
              <a:tblPr/>
              <a:tblGrid>
                <a:gridCol w="254000"/>
                <a:gridCol w="300355"/>
                <a:gridCol w="239395"/>
                <a:gridCol w="224790"/>
                <a:gridCol w="252095"/>
                <a:gridCol w="254000"/>
                <a:gridCol w="459740"/>
                <a:gridCol w="500380"/>
                <a:gridCol w="862965"/>
                <a:gridCol w="405130"/>
                <a:gridCol w="500380"/>
                <a:gridCol w="1673225"/>
                <a:gridCol w="474980"/>
                <a:gridCol w="274320"/>
                <a:gridCol w="208280"/>
                <a:gridCol w="994410"/>
                <a:gridCol w="508000"/>
                <a:gridCol w="508000"/>
                <a:gridCol w="508635"/>
                <a:gridCol w="508000"/>
                <a:gridCol w="639445"/>
              </a:tblGrid>
              <a:tr h="4213860">
                <a:tc>
                  <a:txBody>
                    <a:bodyPr/>
                    <a:p>
                      <a:pPr lv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endParaRPr lang="zh-CN" altLang="en-US" sz="1050" dirty="0"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endParaRPr lang="en-US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endParaRPr lang="en-US" altLang="zh-CN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endParaRPr lang="en-US" altLang="zh-CN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5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5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vert="eaVert" anchor="ctr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5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电视剧：我哥我嫂（重播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中国三农报道（重播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乡村达人秀（重播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田野欢歌（重播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乡村达人秀（重播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电视剧：六姊妹（首播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群英汇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马背长歌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中国三农报道（首播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振兴路上新观察（首播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电视剧：我哥我嫂（首播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共富经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策马扬鞭向新程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农人秀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家乡年货开箱记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盘中餐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食暖幸福年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群英汇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马背长歌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欢乐农家院麻辣酸甜咸（重播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0" name="表格 1"/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1323975" y="1404620"/>
          <a:ext cx="10288270" cy="4213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5675"/>
                <a:gridCol w="924560"/>
                <a:gridCol w="845185"/>
                <a:gridCol w="1691005"/>
                <a:gridCol w="983615"/>
                <a:gridCol w="934085"/>
                <a:gridCol w="1544955"/>
                <a:gridCol w="1139190"/>
              </a:tblGrid>
              <a:tr h="4213860"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7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90551" y="1028701"/>
            <a:ext cx="10877549" cy="9144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zh-CN" altLang="en-US" sz="16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pPr marL="171450" indent="-171450" algn="just">
              <a:lnSpc>
                <a:spcPts val="2200"/>
              </a:lnSpc>
              <a:buFont typeface="Wingdings" panose="05000000000000000000" pitchFamily="2" charset="2"/>
              <a:buChar char="Ø"/>
              <a:defRPr sz="1500"/>
            </a:pPr>
            <a:r>
              <a:rPr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2月2日，对比前一个月均值，首播栏目收视率中，《乡理乡亲》0.054%，提升17%，《谁知盘中餐》0.070%，提升27%，《中国三农报道》0.127%，提升55%。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4" name="图表 2"/>
          <p:cNvGraphicFramePr/>
          <p:nvPr>
            <p:custDataLst>
              <p:tags r:id="rId3"/>
            </p:custDataLst>
          </p:nvPr>
        </p:nvGraphicFramePr>
        <p:xfrm>
          <a:off x="428625" y="2302744"/>
          <a:ext cx="11639550" cy="3947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标题 7"/>
          <p:cNvSpPr>
            <a:spLocks noGrp="1"/>
          </p:cNvSpPr>
          <p:nvPr>
            <p:ph type="title" idx="4294967295"/>
            <p:custDataLst>
              <p:tags r:id="rId4"/>
            </p:custDataLst>
          </p:nvPr>
        </p:nvSpPr>
        <p:spPr>
          <a:xfrm>
            <a:off x="887095" y="350520"/>
            <a:ext cx="10607675" cy="61087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栏目首播收视率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90551" y="1028701"/>
            <a:ext cx="10953749" cy="9144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zh-CN" altLang="en-US" sz="16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pPr marL="171450" indent="-171450">
              <a:lnSpc>
                <a:spcPts val="2200"/>
              </a:lnSpc>
              <a:buFont typeface="Wingdings" panose="05000000000000000000" pitchFamily="2" charset="2"/>
              <a:buChar char="Ø"/>
              <a:defRPr sz="1500"/>
            </a:pPr>
            <a:r>
              <a:rPr dirty="0"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2月2日，对比前一个月均值，首播栏目市场份额中，《乡理乡亲》0.598%，下降500%，《谁知盘中餐》0.637%，提升900%，《中国三农报道》0.941%，提升40%。</a:t>
            </a:r>
            <a:endParaRPr lang="zh-CN" altLang="en-US" sz="1500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4" name="图表 2"/>
          <p:cNvGraphicFramePr/>
          <p:nvPr>
            <p:custDataLst>
              <p:tags r:id="rId3"/>
            </p:custDataLst>
          </p:nvPr>
        </p:nvGraphicFramePr>
        <p:xfrm>
          <a:off x="428625" y="2302744"/>
          <a:ext cx="11639550" cy="3947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标题 7"/>
          <p:cNvSpPr>
            <a:spLocks noGrp="1"/>
          </p:cNvSpPr>
          <p:nvPr>
            <p:ph type="title" idx="4294967295"/>
            <p:custDataLst>
              <p:tags r:id="rId4"/>
            </p:custDataLst>
          </p:nvPr>
        </p:nvSpPr>
        <p:spPr>
          <a:xfrm>
            <a:off x="819785" y="360045"/>
            <a:ext cx="10674985" cy="60452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栏目首播市场份额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表 4"/>
          <p:cNvGraphicFramePr/>
          <p:nvPr>
            <p:custDataLst>
              <p:tags r:id="rId2"/>
            </p:custDataLst>
          </p:nvPr>
        </p:nvGraphicFramePr>
        <p:xfrm>
          <a:off x="462861" y="1184691"/>
          <a:ext cx="10974212" cy="48412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8665210" y="1348740"/>
            <a:ext cx="708025" cy="34544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zh-CN" altLang="en-US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↑13%</a:t>
            </a:r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4"/>
            </p:custDataLst>
          </p:nvPr>
        </p:nvSpPr>
        <p:spPr>
          <a:xfrm>
            <a:off x="2556428" y="1360248"/>
            <a:ext cx="1317030" cy="306705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单位：万人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5"/>
            </p:custDataLst>
          </p:nvPr>
        </p:nvSpPr>
        <p:spPr>
          <a:xfrm>
            <a:off x="894510" y="2555872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6"/>
            </p:custDataLst>
          </p:nvPr>
        </p:nvSpPr>
        <p:spPr>
          <a:xfrm>
            <a:off x="1437946" y="2703450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7"/>
            </p:custDataLst>
          </p:nvPr>
        </p:nvSpPr>
        <p:spPr>
          <a:xfrm>
            <a:off x="2524819" y="4325785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8"/>
            </p:custDataLst>
          </p:nvPr>
        </p:nvSpPr>
        <p:spPr>
          <a:xfrm>
            <a:off x="3068255" y="4386992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-2%</a:t>
            </a:r>
            <a:endParaRPr lang="en-US" altLang="zh-CN" sz="1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9"/>
            </p:custDataLst>
          </p:nvPr>
        </p:nvSpPr>
        <p:spPr>
          <a:xfrm>
            <a:off x="3611691" y="4241795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1%</a:t>
            </a:r>
            <a:endParaRPr lang="en-US" altLang="zh-CN" sz="1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10"/>
            </p:custDataLst>
          </p:nvPr>
        </p:nvSpPr>
        <p:spPr>
          <a:xfrm>
            <a:off x="4698564" y="3914232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53%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11"/>
            </p:custDataLst>
          </p:nvPr>
        </p:nvSpPr>
        <p:spPr>
          <a:xfrm>
            <a:off x="5242000" y="3831360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-2%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12"/>
            </p:custDataLst>
          </p:nvPr>
        </p:nvSpPr>
        <p:spPr>
          <a:xfrm>
            <a:off x="5785437" y="2862872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13"/>
            </p:custDataLst>
          </p:nvPr>
        </p:nvSpPr>
        <p:spPr>
          <a:xfrm>
            <a:off x="6872309" y="4243113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14"/>
            </p:custDataLst>
          </p:nvPr>
        </p:nvSpPr>
        <p:spPr>
          <a:xfrm>
            <a:off x="7415745" y="3446140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6%</a:t>
            </a:r>
            <a:endParaRPr lang="en-US" altLang="zh-CN" sz="1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15"/>
            </p:custDataLst>
          </p:nvPr>
        </p:nvSpPr>
        <p:spPr>
          <a:xfrm>
            <a:off x="7959182" y="3215583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21%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16"/>
            </p:custDataLst>
          </p:nvPr>
        </p:nvSpPr>
        <p:spPr>
          <a:xfrm>
            <a:off x="8502618" y="3811229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17"/>
            </p:custDataLst>
          </p:nvPr>
        </p:nvSpPr>
        <p:spPr>
          <a:xfrm>
            <a:off x="9046054" y="4090525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16%</a:t>
            </a:r>
            <a:endParaRPr lang="en-US" altLang="zh-CN" sz="1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18"/>
            </p:custDataLst>
          </p:nvPr>
        </p:nvSpPr>
        <p:spPr>
          <a:xfrm>
            <a:off x="10132927" y="2109889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19"/>
            </p:custDataLst>
          </p:nvPr>
        </p:nvSpPr>
        <p:spPr>
          <a:xfrm>
            <a:off x="10676363" y="3149434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图片 9" descr="32313535393238333b32313535393331363bc4d0d0d4c4d0c8cb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54710" y="5680075"/>
            <a:ext cx="505460" cy="505460"/>
          </a:xfrm>
          <a:prstGeom prst="rect">
            <a:avLst/>
          </a:prstGeom>
        </p:spPr>
      </p:pic>
      <p:pic>
        <p:nvPicPr>
          <p:cNvPr id="17" name="图片 3" descr="343435383232383b333633343133393bc5aec8cb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506855" y="5682615"/>
            <a:ext cx="502920" cy="502920"/>
          </a:xfrm>
          <a:prstGeom prst="rect">
            <a:avLst/>
          </a:prstGeom>
        </p:spPr>
      </p:pic>
      <p:pic>
        <p:nvPicPr>
          <p:cNvPr id="19" name="图片 48" descr="32303038313137363b32303131373337393bc8cb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551119" y="5788660"/>
            <a:ext cx="396875" cy="396875"/>
          </a:xfrm>
          <a:prstGeom prst="rect">
            <a:avLst/>
          </a:prstGeom>
        </p:spPr>
      </p:pic>
      <p:pic>
        <p:nvPicPr>
          <p:cNvPr id="20" name="图片 49" descr="303b333633323439343bc8cb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2967875" y="5643245"/>
            <a:ext cx="542290" cy="542290"/>
          </a:xfrm>
          <a:prstGeom prst="rect">
            <a:avLst/>
          </a:prstGeom>
        </p:spPr>
      </p:pic>
      <p:pic>
        <p:nvPicPr>
          <p:cNvPr id="21" name="图片 50" descr="303b333633323439393bc8cb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3463696" y="5569585"/>
            <a:ext cx="615950" cy="615950"/>
          </a:xfrm>
          <a:prstGeom prst="rect">
            <a:avLst/>
          </a:prstGeom>
        </p:spPr>
      </p:pic>
      <p:pic>
        <p:nvPicPr>
          <p:cNvPr id="22" name="图片 51" descr="303b333633323439393bc8cb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4071826" y="5569585"/>
            <a:ext cx="615950" cy="615950"/>
          </a:xfrm>
          <a:prstGeom prst="rect">
            <a:avLst/>
          </a:prstGeom>
        </p:spPr>
      </p:pic>
      <p:pic>
        <p:nvPicPr>
          <p:cNvPr id="23" name="图片 52" descr="303b333633323439393bc8cb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4598340" y="5569585"/>
            <a:ext cx="615950" cy="615950"/>
          </a:xfrm>
          <a:prstGeom prst="rect">
            <a:avLst/>
          </a:prstGeom>
        </p:spPr>
      </p:pic>
      <p:pic>
        <p:nvPicPr>
          <p:cNvPr id="24" name="图片 53" descr="303b333633323439393bc8cb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5157470" y="5569585"/>
            <a:ext cx="615950" cy="615950"/>
          </a:xfrm>
          <a:prstGeom prst="rect">
            <a:avLst/>
          </a:prstGeom>
        </p:spPr>
      </p:pic>
      <p:pic>
        <p:nvPicPr>
          <p:cNvPr id="25" name="图片 55" descr="333530363731333b333530343632373bc0cfc8cb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5835015" y="5729605"/>
            <a:ext cx="455930" cy="455930"/>
          </a:xfrm>
          <a:prstGeom prst="rect">
            <a:avLst/>
          </a:prstGeom>
        </p:spPr>
      </p:pic>
      <p:sp>
        <p:nvSpPr>
          <p:cNvPr id="9" name="图片 56"/>
          <p:cNvSpPr/>
          <p:nvPr>
            <p:custDataLst>
              <p:tags r:id="rId41"/>
            </p:custDataLst>
          </p:nvPr>
        </p:nvSpPr>
        <p:spPr>
          <a:xfrm>
            <a:off x="7061777" y="5818335"/>
            <a:ext cx="407844" cy="367200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图片 57"/>
          <p:cNvSpPr/>
          <p:nvPr>
            <p:custDataLst>
              <p:tags r:id="rId42"/>
            </p:custDataLst>
          </p:nvPr>
        </p:nvSpPr>
        <p:spPr>
          <a:xfrm>
            <a:off x="7601465" y="5818335"/>
            <a:ext cx="407844" cy="367200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图片 58"/>
          <p:cNvSpPr/>
          <p:nvPr>
            <p:custDataLst>
              <p:tags r:id="rId43"/>
            </p:custDataLst>
          </p:nvPr>
        </p:nvSpPr>
        <p:spPr>
          <a:xfrm>
            <a:off x="8123810" y="5818335"/>
            <a:ext cx="407844" cy="367200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图片 59"/>
          <p:cNvSpPr/>
          <p:nvPr>
            <p:custDataLst>
              <p:tags r:id="rId44"/>
            </p:custDataLst>
          </p:nvPr>
        </p:nvSpPr>
        <p:spPr>
          <a:xfrm>
            <a:off x="8671859" y="5818335"/>
            <a:ext cx="407844" cy="367200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图片 60"/>
          <p:cNvSpPr/>
          <p:nvPr>
            <p:custDataLst>
              <p:tags r:id="rId45"/>
            </p:custDataLst>
          </p:nvPr>
        </p:nvSpPr>
        <p:spPr>
          <a:xfrm>
            <a:off x="9224303" y="5818335"/>
            <a:ext cx="407844" cy="367200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图片 61"/>
          <p:cNvSpPr/>
          <p:nvPr>
            <p:custDataLst>
              <p:tags r:id="rId46"/>
            </p:custDataLst>
          </p:nvPr>
        </p:nvSpPr>
        <p:spPr>
          <a:xfrm>
            <a:off x="10314170" y="5818335"/>
            <a:ext cx="305642" cy="367200"/>
          </a:xfrm>
          <a:custGeom>
            <a:avLst/>
            <a:gdLst>
              <a:gd name="connsiteX0" fmla="*/ 455668 w 506307"/>
              <a:gd name="connsiteY0" fmla="*/ 535892 h 606722"/>
              <a:gd name="connsiteX1" fmla="*/ 445522 w 506307"/>
              <a:gd name="connsiteY1" fmla="*/ 546023 h 606722"/>
              <a:gd name="connsiteX2" fmla="*/ 445522 w 506307"/>
              <a:gd name="connsiteY2" fmla="*/ 556154 h 606722"/>
              <a:gd name="connsiteX3" fmla="*/ 455668 w 506307"/>
              <a:gd name="connsiteY3" fmla="*/ 566286 h 606722"/>
              <a:gd name="connsiteX4" fmla="*/ 465813 w 506307"/>
              <a:gd name="connsiteY4" fmla="*/ 556154 h 606722"/>
              <a:gd name="connsiteX5" fmla="*/ 465813 w 506307"/>
              <a:gd name="connsiteY5" fmla="*/ 546023 h 606722"/>
              <a:gd name="connsiteX6" fmla="*/ 455668 w 506307"/>
              <a:gd name="connsiteY6" fmla="*/ 535892 h 606722"/>
              <a:gd name="connsiteX7" fmla="*/ 415174 w 506307"/>
              <a:gd name="connsiteY7" fmla="*/ 535892 h 606722"/>
              <a:gd name="connsiteX8" fmla="*/ 405028 w 506307"/>
              <a:gd name="connsiteY8" fmla="*/ 546023 h 606722"/>
              <a:gd name="connsiteX9" fmla="*/ 405028 w 506307"/>
              <a:gd name="connsiteY9" fmla="*/ 556154 h 606722"/>
              <a:gd name="connsiteX10" fmla="*/ 415174 w 506307"/>
              <a:gd name="connsiteY10" fmla="*/ 566286 h 606722"/>
              <a:gd name="connsiteX11" fmla="*/ 425319 w 506307"/>
              <a:gd name="connsiteY11" fmla="*/ 556154 h 606722"/>
              <a:gd name="connsiteX12" fmla="*/ 425319 w 506307"/>
              <a:gd name="connsiteY12" fmla="*/ 546023 h 606722"/>
              <a:gd name="connsiteX13" fmla="*/ 415174 w 506307"/>
              <a:gd name="connsiteY13" fmla="*/ 535892 h 606722"/>
              <a:gd name="connsiteX14" fmla="*/ 374680 w 506307"/>
              <a:gd name="connsiteY14" fmla="*/ 535892 h 606722"/>
              <a:gd name="connsiteX15" fmla="*/ 364534 w 506307"/>
              <a:gd name="connsiteY15" fmla="*/ 546023 h 606722"/>
              <a:gd name="connsiteX16" fmla="*/ 364534 w 506307"/>
              <a:gd name="connsiteY16" fmla="*/ 556154 h 606722"/>
              <a:gd name="connsiteX17" fmla="*/ 374680 w 506307"/>
              <a:gd name="connsiteY17" fmla="*/ 566286 h 606722"/>
              <a:gd name="connsiteX18" fmla="*/ 384737 w 506307"/>
              <a:gd name="connsiteY18" fmla="*/ 556154 h 606722"/>
              <a:gd name="connsiteX19" fmla="*/ 384737 w 506307"/>
              <a:gd name="connsiteY19" fmla="*/ 546023 h 606722"/>
              <a:gd name="connsiteX20" fmla="*/ 374680 w 506307"/>
              <a:gd name="connsiteY20" fmla="*/ 535892 h 606722"/>
              <a:gd name="connsiteX21" fmla="*/ 131628 w 506307"/>
              <a:gd name="connsiteY21" fmla="*/ 535892 h 606722"/>
              <a:gd name="connsiteX22" fmla="*/ 121482 w 506307"/>
              <a:gd name="connsiteY22" fmla="*/ 546023 h 606722"/>
              <a:gd name="connsiteX23" fmla="*/ 121482 w 506307"/>
              <a:gd name="connsiteY23" fmla="*/ 556154 h 606722"/>
              <a:gd name="connsiteX24" fmla="*/ 131628 w 506307"/>
              <a:gd name="connsiteY24" fmla="*/ 566286 h 606722"/>
              <a:gd name="connsiteX25" fmla="*/ 141773 w 506307"/>
              <a:gd name="connsiteY25" fmla="*/ 556154 h 606722"/>
              <a:gd name="connsiteX26" fmla="*/ 141773 w 506307"/>
              <a:gd name="connsiteY26" fmla="*/ 546023 h 606722"/>
              <a:gd name="connsiteX27" fmla="*/ 131628 w 506307"/>
              <a:gd name="connsiteY27" fmla="*/ 535892 h 606722"/>
              <a:gd name="connsiteX28" fmla="*/ 91134 w 506307"/>
              <a:gd name="connsiteY28" fmla="*/ 535892 h 606722"/>
              <a:gd name="connsiteX29" fmla="*/ 80988 w 506307"/>
              <a:gd name="connsiteY29" fmla="*/ 546023 h 606722"/>
              <a:gd name="connsiteX30" fmla="*/ 80988 w 506307"/>
              <a:gd name="connsiteY30" fmla="*/ 556154 h 606722"/>
              <a:gd name="connsiteX31" fmla="*/ 91134 w 506307"/>
              <a:gd name="connsiteY31" fmla="*/ 566286 h 606722"/>
              <a:gd name="connsiteX32" fmla="*/ 101279 w 506307"/>
              <a:gd name="connsiteY32" fmla="*/ 556154 h 606722"/>
              <a:gd name="connsiteX33" fmla="*/ 101279 w 506307"/>
              <a:gd name="connsiteY33" fmla="*/ 546023 h 606722"/>
              <a:gd name="connsiteX34" fmla="*/ 91134 w 506307"/>
              <a:gd name="connsiteY34" fmla="*/ 535892 h 606722"/>
              <a:gd name="connsiteX35" fmla="*/ 50640 w 506307"/>
              <a:gd name="connsiteY35" fmla="*/ 535892 h 606722"/>
              <a:gd name="connsiteX36" fmla="*/ 40494 w 506307"/>
              <a:gd name="connsiteY36" fmla="*/ 546023 h 606722"/>
              <a:gd name="connsiteX37" fmla="*/ 40494 w 506307"/>
              <a:gd name="connsiteY37" fmla="*/ 556154 h 606722"/>
              <a:gd name="connsiteX38" fmla="*/ 50640 w 506307"/>
              <a:gd name="connsiteY38" fmla="*/ 566286 h 606722"/>
              <a:gd name="connsiteX39" fmla="*/ 60786 w 506307"/>
              <a:gd name="connsiteY39" fmla="*/ 556154 h 606722"/>
              <a:gd name="connsiteX40" fmla="*/ 60786 w 506307"/>
              <a:gd name="connsiteY40" fmla="*/ 546023 h 606722"/>
              <a:gd name="connsiteX41" fmla="*/ 50640 w 506307"/>
              <a:gd name="connsiteY41" fmla="*/ 535892 h 606722"/>
              <a:gd name="connsiteX42" fmla="*/ 293579 w 506307"/>
              <a:gd name="connsiteY42" fmla="*/ 495440 h 606722"/>
              <a:gd name="connsiteX43" fmla="*/ 303714 w 506307"/>
              <a:gd name="connsiteY43" fmla="*/ 505571 h 606722"/>
              <a:gd name="connsiteX44" fmla="*/ 303714 w 506307"/>
              <a:gd name="connsiteY44" fmla="*/ 525743 h 606722"/>
              <a:gd name="connsiteX45" fmla="*/ 293579 w 506307"/>
              <a:gd name="connsiteY45" fmla="*/ 535874 h 606722"/>
              <a:gd name="connsiteX46" fmla="*/ 283532 w 506307"/>
              <a:gd name="connsiteY46" fmla="*/ 525743 h 606722"/>
              <a:gd name="connsiteX47" fmla="*/ 283532 w 506307"/>
              <a:gd name="connsiteY47" fmla="*/ 505571 h 606722"/>
              <a:gd name="connsiteX48" fmla="*/ 293579 w 506307"/>
              <a:gd name="connsiteY48" fmla="*/ 495440 h 606722"/>
              <a:gd name="connsiteX49" fmla="*/ 253109 w 506307"/>
              <a:gd name="connsiteY49" fmla="*/ 495440 h 606722"/>
              <a:gd name="connsiteX50" fmla="*/ 263279 w 506307"/>
              <a:gd name="connsiteY50" fmla="*/ 505571 h 606722"/>
              <a:gd name="connsiteX51" fmla="*/ 263279 w 506307"/>
              <a:gd name="connsiteY51" fmla="*/ 525743 h 606722"/>
              <a:gd name="connsiteX52" fmla="*/ 253109 w 506307"/>
              <a:gd name="connsiteY52" fmla="*/ 535874 h 606722"/>
              <a:gd name="connsiteX53" fmla="*/ 243027 w 506307"/>
              <a:gd name="connsiteY53" fmla="*/ 525743 h 606722"/>
              <a:gd name="connsiteX54" fmla="*/ 243027 w 506307"/>
              <a:gd name="connsiteY54" fmla="*/ 505571 h 606722"/>
              <a:gd name="connsiteX55" fmla="*/ 253109 w 506307"/>
              <a:gd name="connsiteY55" fmla="*/ 495440 h 606722"/>
              <a:gd name="connsiteX56" fmla="*/ 212614 w 506307"/>
              <a:gd name="connsiteY56" fmla="*/ 495440 h 606722"/>
              <a:gd name="connsiteX57" fmla="*/ 222775 w 506307"/>
              <a:gd name="connsiteY57" fmla="*/ 505571 h 606722"/>
              <a:gd name="connsiteX58" fmla="*/ 222775 w 506307"/>
              <a:gd name="connsiteY58" fmla="*/ 525743 h 606722"/>
              <a:gd name="connsiteX59" fmla="*/ 212614 w 506307"/>
              <a:gd name="connsiteY59" fmla="*/ 535874 h 606722"/>
              <a:gd name="connsiteX60" fmla="*/ 202452 w 506307"/>
              <a:gd name="connsiteY60" fmla="*/ 525743 h 606722"/>
              <a:gd name="connsiteX61" fmla="*/ 202452 w 506307"/>
              <a:gd name="connsiteY61" fmla="*/ 505571 h 606722"/>
              <a:gd name="connsiteX62" fmla="*/ 212614 w 506307"/>
              <a:gd name="connsiteY62" fmla="*/ 495440 h 606722"/>
              <a:gd name="connsiteX63" fmla="*/ 455668 w 506307"/>
              <a:gd name="connsiteY63" fmla="*/ 475282 h 606722"/>
              <a:gd name="connsiteX64" fmla="*/ 445522 w 506307"/>
              <a:gd name="connsiteY64" fmla="*/ 485324 h 606722"/>
              <a:gd name="connsiteX65" fmla="*/ 445522 w 506307"/>
              <a:gd name="connsiteY65" fmla="*/ 505587 h 606722"/>
              <a:gd name="connsiteX66" fmla="*/ 455668 w 506307"/>
              <a:gd name="connsiteY66" fmla="*/ 515718 h 606722"/>
              <a:gd name="connsiteX67" fmla="*/ 465813 w 506307"/>
              <a:gd name="connsiteY67" fmla="*/ 505587 h 606722"/>
              <a:gd name="connsiteX68" fmla="*/ 465813 w 506307"/>
              <a:gd name="connsiteY68" fmla="*/ 485324 h 606722"/>
              <a:gd name="connsiteX69" fmla="*/ 455668 w 506307"/>
              <a:gd name="connsiteY69" fmla="*/ 475282 h 606722"/>
              <a:gd name="connsiteX70" fmla="*/ 415174 w 506307"/>
              <a:gd name="connsiteY70" fmla="*/ 475282 h 606722"/>
              <a:gd name="connsiteX71" fmla="*/ 405028 w 506307"/>
              <a:gd name="connsiteY71" fmla="*/ 485324 h 606722"/>
              <a:gd name="connsiteX72" fmla="*/ 405028 w 506307"/>
              <a:gd name="connsiteY72" fmla="*/ 505587 h 606722"/>
              <a:gd name="connsiteX73" fmla="*/ 415174 w 506307"/>
              <a:gd name="connsiteY73" fmla="*/ 515718 h 606722"/>
              <a:gd name="connsiteX74" fmla="*/ 425319 w 506307"/>
              <a:gd name="connsiteY74" fmla="*/ 505587 h 606722"/>
              <a:gd name="connsiteX75" fmla="*/ 425319 w 506307"/>
              <a:gd name="connsiteY75" fmla="*/ 485324 h 606722"/>
              <a:gd name="connsiteX76" fmla="*/ 415174 w 506307"/>
              <a:gd name="connsiteY76" fmla="*/ 475282 h 606722"/>
              <a:gd name="connsiteX77" fmla="*/ 374680 w 506307"/>
              <a:gd name="connsiteY77" fmla="*/ 475282 h 606722"/>
              <a:gd name="connsiteX78" fmla="*/ 364534 w 506307"/>
              <a:gd name="connsiteY78" fmla="*/ 485324 h 606722"/>
              <a:gd name="connsiteX79" fmla="*/ 364534 w 506307"/>
              <a:gd name="connsiteY79" fmla="*/ 505587 h 606722"/>
              <a:gd name="connsiteX80" fmla="*/ 374680 w 506307"/>
              <a:gd name="connsiteY80" fmla="*/ 515718 h 606722"/>
              <a:gd name="connsiteX81" fmla="*/ 384737 w 506307"/>
              <a:gd name="connsiteY81" fmla="*/ 505587 h 606722"/>
              <a:gd name="connsiteX82" fmla="*/ 384737 w 506307"/>
              <a:gd name="connsiteY82" fmla="*/ 485324 h 606722"/>
              <a:gd name="connsiteX83" fmla="*/ 374680 w 506307"/>
              <a:gd name="connsiteY83" fmla="*/ 475282 h 606722"/>
              <a:gd name="connsiteX84" fmla="*/ 131628 w 506307"/>
              <a:gd name="connsiteY84" fmla="*/ 475282 h 606722"/>
              <a:gd name="connsiteX85" fmla="*/ 121482 w 506307"/>
              <a:gd name="connsiteY85" fmla="*/ 485324 h 606722"/>
              <a:gd name="connsiteX86" fmla="*/ 121482 w 506307"/>
              <a:gd name="connsiteY86" fmla="*/ 505587 h 606722"/>
              <a:gd name="connsiteX87" fmla="*/ 131628 w 506307"/>
              <a:gd name="connsiteY87" fmla="*/ 515718 h 606722"/>
              <a:gd name="connsiteX88" fmla="*/ 141773 w 506307"/>
              <a:gd name="connsiteY88" fmla="*/ 505587 h 606722"/>
              <a:gd name="connsiteX89" fmla="*/ 141773 w 506307"/>
              <a:gd name="connsiteY89" fmla="*/ 485324 h 606722"/>
              <a:gd name="connsiteX90" fmla="*/ 131628 w 506307"/>
              <a:gd name="connsiteY90" fmla="*/ 475282 h 606722"/>
              <a:gd name="connsiteX91" fmla="*/ 91134 w 506307"/>
              <a:gd name="connsiteY91" fmla="*/ 475282 h 606722"/>
              <a:gd name="connsiteX92" fmla="*/ 80988 w 506307"/>
              <a:gd name="connsiteY92" fmla="*/ 485324 h 606722"/>
              <a:gd name="connsiteX93" fmla="*/ 80988 w 506307"/>
              <a:gd name="connsiteY93" fmla="*/ 505587 h 606722"/>
              <a:gd name="connsiteX94" fmla="*/ 91134 w 506307"/>
              <a:gd name="connsiteY94" fmla="*/ 515718 h 606722"/>
              <a:gd name="connsiteX95" fmla="*/ 101279 w 506307"/>
              <a:gd name="connsiteY95" fmla="*/ 505587 h 606722"/>
              <a:gd name="connsiteX96" fmla="*/ 101279 w 506307"/>
              <a:gd name="connsiteY96" fmla="*/ 485324 h 606722"/>
              <a:gd name="connsiteX97" fmla="*/ 91134 w 506307"/>
              <a:gd name="connsiteY97" fmla="*/ 475282 h 606722"/>
              <a:gd name="connsiteX98" fmla="*/ 50640 w 506307"/>
              <a:gd name="connsiteY98" fmla="*/ 475282 h 606722"/>
              <a:gd name="connsiteX99" fmla="*/ 40494 w 506307"/>
              <a:gd name="connsiteY99" fmla="*/ 485324 h 606722"/>
              <a:gd name="connsiteX100" fmla="*/ 40494 w 506307"/>
              <a:gd name="connsiteY100" fmla="*/ 505587 h 606722"/>
              <a:gd name="connsiteX101" fmla="*/ 50640 w 506307"/>
              <a:gd name="connsiteY101" fmla="*/ 515718 h 606722"/>
              <a:gd name="connsiteX102" fmla="*/ 60786 w 506307"/>
              <a:gd name="connsiteY102" fmla="*/ 505587 h 606722"/>
              <a:gd name="connsiteX103" fmla="*/ 60786 w 506307"/>
              <a:gd name="connsiteY103" fmla="*/ 485324 h 606722"/>
              <a:gd name="connsiteX104" fmla="*/ 50640 w 506307"/>
              <a:gd name="connsiteY104" fmla="*/ 475282 h 606722"/>
              <a:gd name="connsiteX105" fmla="*/ 293579 w 506307"/>
              <a:gd name="connsiteY105" fmla="*/ 434754 h 606722"/>
              <a:gd name="connsiteX106" fmla="*/ 303714 w 506307"/>
              <a:gd name="connsiteY106" fmla="*/ 444880 h 606722"/>
              <a:gd name="connsiteX107" fmla="*/ 303714 w 506307"/>
              <a:gd name="connsiteY107" fmla="*/ 465133 h 606722"/>
              <a:gd name="connsiteX108" fmla="*/ 293579 w 506307"/>
              <a:gd name="connsiteY108" fmla="*/ 475259 h 606722"/>
              <a:gd name="connsiteX109" fmla="*/ 283532 w 506307"/>
              <a:gd name="connsiteY109" fmla="*/ 465133 h 606722"/>
              <a:gd name="connsiteX110" fmla="*/ 283532 w 506307"/>
              <a:gd name="connsiteY110" fmla="*/ 444880 h 606722"/>
              <a:gd name="connsiteX111" fmla="*/ 293579 w 506307"/>
              <a:gd name="connsiteY111" fmla="*/ 434754 h 606722"/>
              <a:gd name="connsiteX112" fmla="*/ 253109 w 506307"/>
              <a:gd name="connsiteY112" fmla="*/ 434754 h 606722"/>
              <a:gd name="connsiteX113" fmla="*/ 263279 w 506307"/>
              <a:gd name="connsiteY113" fmla="*/ 444880 h 606722"/>
              <a:gd name="connsiteX114" fmla="*/ 263279 w 506307"/>
              <a:gd name="connsiteY114" fmla="*/ 465133 h 606722"/>
              <a:gd name="connsiteX115" fmla="*/ 253109 w 506307"/>
              <a:gd name="connsiteY115" fmla="*/ 475259 h 606722"/>
              <a:gd name="connsiteX116" fmla="*/ 243027 w 506307"/>
              <a:gd name="connsiteY116" fmla="*/ 465133 h 606722"/>
              <a:gd name="connsiteX117" fmla="*/ 243027 w 506307"/>
              <a:gd name="connsiteY117" fmla="*/ 444880 h 606722"/>
              <a:gd name="connsiteX118" fmla="*/ 253109 w 506307"/>
              <a:gd name="connsiteY118" fmla="*/ 434754 h 606722"/>
              <a:gd name="connsiteX119" fmla="*/ 212614 w 506307"/>
              <a:gd name="connsiteY119" fmla="*/ 434754 h 606722"/>
              <a:gd name="connsiteX120" fmla="*/ 222775 w 506307"/>
              <a:gd name="connsiteY120" fmla="*/ 444880 h 606722"/>
              <a:gd name="connsiteX121" fmla="*/ 222775 w 506307"/>
              <a:gd name="connsiteY121" fmla="*/ 465133 h 606722"/>
              <a:gd name="connsiteX122" fmla="*/ 212614 w 506307"/>
              <a:gd name="connsiteY122" fmla="*/ 475259 h 606722"/>
              <a:gd name="connsiteX123" fmla="*/ 202452 w 506307"/>
              <a:gd name="connsiteY123" fmla="*/ 465133 h 606722"/>
              <a:gd name="connsiteX124" fmla="*/ 202452 w 506307"/>
              <a:gd name="connsiteY124" fmla="*/ 444880 h 606722"/>
              <a:gd name="connsiteX125" fmla="*/ 212614 w 506307"/>
              <a:gd name="connsiteY125" fmla="*/ 434754 h 606722"/>
              <a:gd name="connsiteX126" fmla="*/ 455668 w 506307"/>
              <a:gd name="connsiteY126" fmla="*/ 414583 h 606722"/>
              <a:gd name="connsiteX127" fmla="*/ 445522 w 506307"/>
              <a:gd name="connsiteY127" fmla="*/ 424714 h 606722"/>
              <a:gd name="connsiteX128" fmla="*/ 445522 w 506307"/>
              <a:gd name="connsiteY128" fmla="*/ 444888 h 606722"/>
              <a:gd name="connsiteX129" fmla="*/ 455668 w 506307"/>
              <a:gd name="connsiteY129" fmla="*/ 455019 h 606722"/>
              <a:gd name="connsiteX130" fmla="*/ 465813 w 506307"/>
              <a:gd name="connsiteY130" fmla="*/ 444888 h 606722"/>
              <a:gd name="connsiteX131" fmla="*/ 465813 w 506307"/>
              <a:gd name="connsiteY131" fmla="*/ 424714 h 606722"/>
              <a:gd name="connsiteX132" fmla="*/ 455668 w 506307"/>
              <a:gd name="connsiteY132" fmla="*/ 414583 h 606722"/>
              <a:gd name="connsiteX133" fmla="*/ 415174 w 506307"/>
              <a:gd name="connsiteY133" fmla="*/ 414583 h 606722"/>
              <a:gd name="connsiteX134" fmla="*/ 405028 w 506307"/>
              <a:gd name="connsiteY134" fmla="*/ 424714 h 606722"/>
              <a:gd name="connsiteX135" fmla="*/ 405028 w 506307"/>
              <a:gd name="connsiteY135" fmla="*/ 444888 h 606722"/>
              <a:gd name="connsiteX136" fmla="*/ 415174 w 506307"/>
              <a:gd name="connsiteY136" fmla="*/ 455019 h 606722"/>
              <a:gd name="connsiteX137" fmla="*/ 425319 w 506307"/>
              <a:gd name="connsiteY137" fmla="*/ 444888 h 606722"/>
              <a:gd name="connsiteX138" fmla="*/ 425319 w 506307"/>
              <a:gd name="connsiteY138" fmla="*/ 424714 h 606722"/>
              <a:gd name="connsiteX139" fmla="*/ 415174 w 506307"/>
              <a:gd name="connsiteY139" fmla="*/ 414583 h 606722"/>
              <a:gd name="connsiteX140" fmla="*/ 374680 w 506307"/>
              <a:gd name="connsiteY140" fmla="*/ 414583 h 606722"/>
              <a:gd name="connsiteX141" fmla="*/ 364534 w 506307"/>
              <a:gd name="connsiteY141" fmla="*/ 424714 h 606722"/>
              <a:gd name="connsiteX142" fmla="*/ 364534 w 506307"/>
              <a:gd name="connsiteY142" fmla="*/ 444888 h 606722"/>
              <a:gd name="connsiteX143" fmla="*/ 374680 w 506307"/>
              <a:gd name="connsiteY143" fmla="*/ 455019 h 606722"/>
              <a:gd name="connsiteX144" fmla="*/ 384737 w 506307"/>
              <a:gd name="connsiteY144" fmla="*/ 444888 h 606722"/>
              <a:gd name="connsiteX145" fmla="*/ 384737 w 506307"/>
              <a:gd name="connsiteY145" fmla="*/ 424714 h 606722"/>
              <a:gd name="connsiteX146" fmla="*/ 374680 w 506307"/>
              <a:gd name="connsiteY146" fmla="*/ 414583 h 606722"/>
              <a:gd name="connsiteX147" fmla="*/ 131628 w 506307"/>
              <a:gd name="connsiteY147" fmla="*/ 414583 h 606722"/>
              <a:gd name="connsiteX148" fmla="*/ 121482 w 506307"/>
              <a:gd name="connsiteY148" fmla="*/ 424714 h 606722"/>
              <a:gd name="connsiteX149" fmla="*/ 121482 w 506307"/>
              <a:gd name="connsiteY149" fmla="*/ 444888 h 606722"/>
              <a:gd name="connsiteX150" fmla="*/ 131628 w 506307"/>
              <a:gd name="connsiteY150" fmla="*/ 455019 h 606722"/>
              <a:gd name="connsiteX151" fmla="*/ 141773 w 506307"/>
              <a:gd name="connsiteY151" fmla="*/ 444888 h 606722"/>
              <a:gd name="connsiteX152" fmla="*/ 141773 w 506307"/>
              <a:gd name="connsiteY152" fmla="*/ 424714 h 606722"/>
              <a:gd name="connsiteX153" fmla="*/ 131628 w 506307"/>
              <a:gd name="connsiteY153" fmla="*/ 414583 h 606722"/>
              <a:gd name="connsiteX154" fmla="*/ 91134 w 506307"/>
              <a:gd name="connsiteY154" fmla="*/ 414583 h 606722"/>
              <a:gd name="connsiteX155" fmla="*/ 80988 w 506307"/>
              <a:gd name="connsiteY155" fmla="*/ 424714 h 606722"/>
              <a:gd name="connsiteX156" fmla="*/ 80988 w 506307"/>
              <a:gd name="connsiteY156" fmla="*/ 444888 h 606722"/>
              <a:gd name="connsiteX157" fmla="*/ 91134 w 506307"/>
              <a:gd name="connsiteY157" fmla="*/ 455019 h 606722"/>
              <a:gd name="connsiteX158" fmla="*/ 101279 w 506307"/>
              <a:gd name="connsiteY158" fmla="*/ 444888 h 606722"/>
              <a:gd name="connsiteX159" fmla="*/ 101279 w 506307"/>
              <a:gd name="connsiteY159" fmla="*/ 424714 h 606722"/>
              <a:gd name="connsiteX160" fmla="*/ 91134 w 506307"/>
              <a:gd name="connsiteY160" fmla="*/ 414583 h 606722"/>
              <a:gd name="connsiteX161" fmla="*/ 50640 w 506307"/>
              <a:gd name="connsiteY161" fmla="*/ 414583 h 606722"/>
              <a:gd name="connsiteX162" fmla="*/ 40494 w 506307"/>
              <a:gd name="connsiteY162" fmla="*/ 424714 h 606722"/>
              <a:gd name="connsiteX163" fmla="*/ 40494 w 506307"/>
              <a:gd name="connsiteY163" fmla="*/ 444888 h 606722"/>
              <a:gd name="connsiteX164" fmla="*/ 50640 w 506307"/>
              <a:gd name="connsiteY164" fmla="*/ 455019 h 606722"/>
              <a:gd name="connsiteX165" fmla="*/ 60786 w 506307"/>
              <a:gd name="connsiteY165" fmla="*/ 444888 h 606722"/>
              <a:gd name="connsiteX166" fmla="*/ 60786 w 506307"/>
              <a:gd name="connsiteY166" fmla="*/ 424714 h 606722"/>
              <a:gd name="connsiteX167" fmla="*/ 50640 w 506307"/>
              <a:gd name="connsiteY167" fmla="*/ 414583 h 606722"/>
              <a:gd name="connsiteX168" fmla="*/ 293579 w 506307"/>
              <a:gd name="connsiteY168" fmla="*/ 374138 h 606722"/>
              <a:gd name="connsiteX169" fmla="*/ 303714 w 506307"/>
              <a:gd name="connsiteY169" fmla="*/ 384269 h 606722"/>
              <a:gd name="connsiteX170" fmla="*/ 303714 w 506307"/>
              <a:gd name="connsiteY170" fmla="*/ 404441 h 606722"/>
              <a:gd name="connsiteX171" fmla="*/ 293579 w 506307"/>
              <a:gd name="connsiteY171" fmla="*/ 414572 h 606722"/>
              <a:gd name="connsiteX172" fmla="*/ 283532 w 506307"/>
              <a:gd name="connsiteY172" fmla="*/ 404441 h 606722"/>
              <a:gd name="connsiteX173" fmla="*/ 283532 w 506307"/>
              <a:gd name="connsiteY173" fmla="*/ 384269 h 606722"/>
              <a:gd name="connsiteX174" fmla="*/ 293579 w 506307"/>
              <a:gd name="connsiteY174" fmla="*/ 374138 h 606722"/>
              <a:gd name="connsiteX175" fmla="*/ 253109 w 506307"/>
              <a:gd name="connsiteY175" fmla="*/ 374138 h 606722"/>
              <a:gd name="connsiteX176" fmla="*/ 263279 w 506307"/>
              <a:gd name="connsiteY176" fmla="*/ 384269 h 606722"/>
              <a:gd name="connsiteX177" fmla="*/ 263279 w 506307"/>
              <a:gd name="connsiteY177" fmla="*/ 404441 h 606722"/>
              <a:gd name="connsiteX178" fmla="*/ 253109 w 506307"/>
              <a:gd name="connsiteY178" fmla="*/ 414572 h 606722"/>
              <a:gd name="connsiteX179" fmla="*/ 243027 w 506307"/>
              <a:gd name="connsiteY179" fmla="*/ 404441 h 606722"/>
              <a:gd name="connsiteX180" fmla="*/ 243027 w 506307"/>
              <a:gd name="connsiteY180" fmla="*/ 384269 h 606722"/>
              <a:gd name="connsiteX181" fmla="*/ 253109 w 506307"/>
              <a:gd name="connsiteY181" fmla="*/ 374138 h 606722"/>
              <a:gd name="connsiteX182" fmla="*/ 212614 w 506307"/>
              <a:gd name="connsiteY182" fmla="*/ 374138 h 606722"/>
              <a:gd name="connsiteX183" fmla="*/ 222775 w 506307"/>
              <a:gd name="connsiteY183" fmla="*/ 384269 h 606722"/>
              <a:gd name="connsiteX184" fmla="*/ 222775 w 506307"/>
              <a:gd name="connsiteY184" fmla="*/ 404441 h 606722"/>
              <a:gd name="connsiteX185" fmla="*/ 212614 w 506307"/>
              <a:gd name="connsiteY185" fmla="*/ 414572 h 606722"/>
              <a:gd name="connsiteX186" fmla="*/ 202452 w 506307"/>
              <a:gd name="connsiteY186" fmla="*/ 404441 h 606722"/>
              <a:gd name="connsiteX187" fmla="*/ 202452 w 506307"/>
              <a:gd name="connsiteY187" fmla="*/ 384269 h 606722"/>
              <a:gd name="connsiteX188" fmla="*/ 212614 w 506307"/>
              <a:gd name="connsiteY188" fmla="*/ 374138 h 606722"/>
              <a:gd name="connsiteX189" fmla="*/ 455668 w 506307"/>
              <a:gd name="connsiteY189" fmla="*/ 353884 h 606722"/>
              <a:gd name="connsiteX190" fmla="*/ 445522 w 506307"/>
              <a:gd name="connsiteY190" fmla="*/ 364015 h 606722"/>
              <a:gd name="connsiteX191" fmla="*/ 445522 w 506307"/>
              <a:gd name="connsiteY191" fmla="*/ 384278 h 606722"/>
              <a:gd name="connsiteX192" fmla="*/ 455668 w 506307"/>
              <a:gd name="connsiteY192" fmla="*/ 394320 h 606722"/>
              <a:gd name="connsiteX193" fmla="*/ 465813 w 506307"/>
              <a:gd name="connsiteY193" fmla="*/ 384278 h 606722"/>
              <a:gd name="connsiteX194" fmla="*/ 465813 w 506307"/>
              <a:gd name="connsiteY194" fmla="*/ 364015 h 606722"/>
              <a:gd name="connsiteX195" fmla="*/ 455668 w 506307"/>
              <a:gd name="connsiteY195" fmla="*/ 353884 h 606722"/>
              <a:gd name="connsiteX196" fmla="*/ 415174 w 506307"/>
              <a:gd name="connsiteY196" fmla="*/ 353884 h 606722"/>
              <a:gd name="connsiteX197" fmla="*/ 405028 w 506307"/>
              <a:gd name="connsiteY197" fmla="*/ 364015 h 606722"/>
              <a:gd name="connsiteX198" fmla="*/ 405028 w 506307"/>
              <a:gd name="connsiteY198" fmla="*/ 384278 h 606722"/>
              <a:gd name="connsiteX199" fmla="*/ 415174 w 506307"/>
              <a:gd name="connsiteY199" fmla="*/ 394320 h 606722"/>
              <a:gd name="connsiteX200" fmla="*/ 425319 w 506307"/>
              <a:gd name="connsiteY200" fmla="*/ 384278 h 606722"/>
              <a:gd name="connsiteX201" fmla="*/ 425319 w 506307"/>
              <a:gd name="connsiteY201" fmla="*/ 364015 h 606722"/>
              <a:gd name="connsiteX202" fmla="*/ 415174 w 506307"/>
              <a:gd name="connsiteY202" fmla="*/ 353884 h 606722"/>
              <a:gd name="connsiteX203" fmla="*/ 374680 w 506307"/>
              <a:gd name="connsiteY203" fmla="*/ 353884 h 606722"/>
              <a:gd name="connsiteX204" fmla="*/ 364534 w 506307"/>
              <a:gd name="connsiteY204" fmla="*/ 364015 h 606722"/>
              <a:gd name="connsiteX205" fmla="*/ 364534 w 506307"/>
              <a:gd name="connsiteY205" fmla="*/ 384278 h 606722"/>
              <a:gd name="connsiteX206" fmla="*/ 374680 w 506307"/>
              <a:gd name="connsiteY206" fmla="*/ 394320 h 606722"/>
              <a:gd name="connsiteX207" fmla="*/ 384737 w 506307"/>
              <a:gd name="connsiteY207" fmla="*/ 384278 h 606722"/>
              <a:gd name="connsiteX208" fmla="*/ 384737 w 506307"/>
              <a:gd name="connsiteY208" fmla="*/ 364015 h 606722"/>
              <a:gd name="connsiteX209" fmla="*/ 374680 w 506307"/>
              <a:gd name="connsiteY209" fmla="*/ 353884 h 606722"/>
              <a:gd name="connsiteX210" fmla="*/ 131628 w 506307"/>
              <a:gd name="connsiteY210" fmla="*/ 353884 h 606722"/>
              <a:gd name="connsiteX211" fmla="*/ 121482 w 506307"/>
              <a:gd name="connsiteY211" fmla="*/ 364015 h 606722"/>
              <a:gd name="connsiteX212" fmla="*/ 121482 w 506307"/>
              <a:gd name="connsiteY212" fmla="*/ 384278 h 606722"/>
              <a:gd name="connsiteX213" fmla="*/ 131628 w 506307"/>
              <a:gd name="connsiteY213" fmla="*/ 394320 h 606722"/>
              <a:gd name="connsiteX214" fmla="*/ 141773 w 506307"/>
              <a:gd name="connsiteY214" fmla="*/ 384278 h 606722"/>
              <a:gd name="connsiteX215" fmla="*/ 141773 w 506307"/>
              <a:gd name="connsiteY215" fmla="*/ 364015 h 606722"/>
              <a:gd name="connsiteX216" fmla="*/ 131628 w 506307"/>
              <a:gd name="connsiteY216" fmla="*/ 353884 h 606722"/>
              <a:gd name="connsiteX217" fmla="*/ 91134 w 506307"/>
              <a:gd name="connsiteY217" fmla="*/ 353884 h 606722"/>
              <a:gd name="connsiteX218" fmla="*/ 80988 w 506307"/>
              <a:gd name="connsiteY218" fmla="*/ 364015 h 606722"/>
              <a:gd name="connsiteX219" fmla="*/ 80988 w 506307"/>
              <a:gd name="connsiteY219" fmla="*/ 384278 h 606722"/>
              <a:gd name="connsiteX220" fmla="*/ 91134 w 506307"/>
              <a:gd name="connsiteY220" fmla="*/ 394320 h 606722"/>
              <a:gd name="connsiteX221" fmla="*/ 101279 w 506307"/>
              <a:gd name="connsiteY221" fmla="*/ 384278 h 606722"/>
              <a:gd name="connsiteX222" fmla="*/ 101279 w 506307"/>
              <a:gd name="connsiteY222" fmla="*/ 364015 h 606722"/>
              <a:gd name="connsiteX223" fmla="*/ 91134 w 506307"/>
              <a:gd name="connsiteY223" fmla="*/ 353884 h 606722"/>
              <a:gd name="connsiteX224" fmla="*/ 50640 w 506307"/>
              <a:gd name="connsiteY224" fmla="*/ 353884 h 606722"/>
              <a:gd name="connsiteX225" fmla="*/ 40494 w 506307"/>
              <a:gd name="connsiteY225" fmla="*/ 364015 h 606722"/>
              <a:gd name="connsiteX226" fmla="*/ 40494 w 506307"/>
              <a:gd name="connsiteY226" fmla="*/ 384278 h 606722"/>
              <a:gd name="connsiteX227" fmla="*/ 50640 w 506307"/>
              <a:gd name="connsiteY227" fmla="*/ 394320 h 606722"/>
              <a:gd name="connsiteX228" fmla="*/ 60786 w 506307"/>
              <a:gd name="connsiteY228" fmla="*/ 384278 h 606722"/>
              <a:gd name="connsiteX229" fmla="*/ 60786 w 506307"/>
              <a:gd name="connsiteY229" fmla="*/ 364015 h 606722"/>
              <a:gd name="connsiteX230" fmla="*/ 50640 w 506307"/>
              <a:gd name="connsiteY230" fmla="*/ 353884 h 606722"/>
              <a:gd name="connsiteX231" fmla="*/ 293579 w 506307"/>
              <a:gd name="connsiteY231" fmla="*/ 313452 h 606722"/>
              <a:gd name="connsiteX232" fmla="*/ 303714 w 506307"/>
              <a:gd name="connsiteY232" fmla="*/ 323583 h 606722"/>
              <a:gd name="connsiteX233" fmla="*/ 303714 w 506307"/>
              <a:gd name="connsiteY233" fmla="*/ 343755 h 606722"/>
              <a:gd name="connsiteX234" fmla="*/ 293579 w 506307"/>
              <a:gd name="connsiteY234" fmla="*/ 353886 h 606722"/>
              <a:gd name="connsiteX235" fmla="*/ 283532 w 506307"/>
              <a:gd name="connsiteY235" fmla="*/ 343755 h 606722"/>
              <a:gd name="connsiteX236" fmla="*/ 283532 w 506307"/>
              <a:gd name="connsiteY236" fmla="*/ 323583 h 606722"/>
              <a:gd name="connsiteX237" fmla="*/ 293579 w 506307"/>
              <a:gd name="connsiteY237" fmla="*/ 313452 h 606722"/>
              <a:gd name="connsiteX238" fmla="*/ 253109 w 506307"/>
              <a:gd name="connsiteY238" fmla="*/ 313452 h 606722"/>
              <a:gd name="connsiteX239" fmla="*/ 263279 w 506307"/>
              <a:gd name="connsiteY239" fmla="*/ 323583 h 606722"/>
              <a:gd name="connsiteX240" fmla="*/ 263279 w 506307"/>
              <a:gd name="connsiteY240" fmla="*/ 343755 h 606722"/>
              <a:gd name="connsiteX241" fmla="*/ 253109 w 506307"/>
              <a:gd name="connsiteY241" fmla="*/ 353886 h 606722"/>
              <a:gd name="connsiteX242" fmla="*/ 243027 w 506307"/>
              <a:gd name="connsiteY242" fmla="*/ 343755 h 606722"/>
              <a:gd name="connsiteX243" fmla="*/ 243027 w 506307"/>
              <a:gd name="connsiteY243" fmla="*/ 323583 h 606722"/>
              <a:gd name="connsiteX244" fmla="*/ 253109 w 506307"/>
              <a:gd name="connsiteY244" fmla="*/ 313452 h 606722"/>
              <a:gd name="connsiteX245" fmla="*/ 212614 w 506307"/>
              <a:gd name="connsiteY245" fmla="*/ 313452 h 606722"/>
              <a:gd name="connsiteX246" fmla="*/ 222775 w 506307"/>
              <a:gd name="connsiteY246" fmla="*/ 323583 h 606722"/>
              <a:gd name="connsiteX247" fmla="*/ 222775 w 506307"/>
              <a:gd name="connsiteY247" fmla="*/ 343755 h 606722"/>
              <a:gd name="connsiteX248" fmla="*/ 212614 w 506307"/>
              <a:gd name="connsiteY248" fmla="*/ 353886 h 606722"/>
              <a:gd name="connsiteX249" fmla="*/ 202452 w 506307"/>
              <a:gd name="connsiteY249" fmla="*/ 343755 h 606722"/>
              <a:gd name="connsiteX250" fmla="*/ 202452 w 506307"/>
              <a:gd name="connsiteY250" fmla="*/ 323583 h 606722"/>
              <a:gd name="connsiteX251" fmla="*/ 212614 w 506307"/>
              <a:gd name="connsiteY251" fmla="*/ 313452 h 606722"/>
              <a:gd name="connsiteX252" fmla="*/ 455668 w 506307"/>
              <a:gd name="connsiteY252" fmla="*/ 293274 h 606722"/>
              <a:gd name="connsiteX253" fmla="*/ 445522 w 506307"/>
              <a:gd name="connsiteY253" fmla="*/ 303317 h 606722"/>
              <a:gd name="connsiteX254" fmla="*/ 445522 w 506307"/>
              <a:gd name="connsiteY254" fmla="*/ 323579 h 606722"/>
              <a:gd name="connsiteX255" fmla="*/ 455668 w 506307"/>
              <a:gd name="connsiteY255" fmla="*/ 333710 h 606722"/>
              <a:gd name="connsiteX256" fmla="*/ 465813 w 506307"/>
              <a:gd name="connsiteY256" fmla="*/ 323579 h 606722"/>
              <a:gd name="connsiteX257" fmla="*/ 465813 w 506307"/>
              <a:gd name="connsiteY257" fmla="*/ 303317 h 606722"/>
              <a:gd name="connsiteX258" fmla="*/ 455668 w 506307"/>
              <a:gd name="connsiteY258" fmla="*/ 293274 h 606722"/>
              <a:gd name="connsiteX259" fmla="*/ 415174 w 506307"/>
              <a:gd name="connsiteY259" fmla="*/ 293274 h 606722"/>
              <a:gd name="connsiteX260" fmla="*/ 405028 w 506307"/>
              <a:gd name="connsiteY260" fmla="*/ 303317 h 606722"/>
              <a:gd name="connsiteX261" fmla="*/ 405028 w 506307"/>
              <a:gd name="connsiteY261" fmla="*/ 323579 h 606722"/>
              <a:gd name="connsiteX262" fmla="*/ 415174 w 506307"/>
              <a:gd name="connsiteY262" fmla="*/ 333710 h 606722"/>
              <a:gd name="connsiteX263" fmla="*/ 425319 w 506307"/>
              <a:gd name="connsiteY263" fmla="*/ 323579 h 606722"/>
              <a:gd name="connsiteX264" fmla="*/ 425319 w 506307"/>
              <a:gd name="connsiteY264" fmla="*/ 303317 h 606722"/>
              <a:gd name="connsiteX265" fmla="*/ 415174 w 506307"/>
              <a:gd name="connsiteY265" fmla="*/ 293274 h 606722"/>
              <a:gd name="connsiteX266" fmla="*/ 374680 w 506307"/>
              <a:gd name="connsiteY266" fmla="*/ 293274 h 606722"/>
              <a:gd name="connsiteX267" fmla="*/ 364534 w 506307"/>
              <a:gd name="connsiteY267" fmla="*/ 303317 h 606722"/>
              <a:gd name="connsiteX268" fmla="*/ 364534 w 506307"/>
              <a:gd name="connsiteY268" fmla="*/ 323579 h 606722"/>
              <a:gd name="connsiteX269" fmla="*/ 374680 w 506307"/>
              <a:gd name="connsiteY269" fmla="*/ 333710 h 606722"/>
              <a:gd name="connsiteX270" fmla="*/ 384737 w 506307"/>
              <a:gd name="connsiteY270" fmla="*/ 323579 h 606722"/>
              <a:gd name="connsiteX271" fmla="*/ 384737 w 506307"/>
              <a:gd name="connsiteY271" fmla="*/ 303317 h 606722"/>
              <a:gd name="connsiteX272" fmla="*/ 374680 w 506307"/>
              <a:gd name="connsiteY272" fmla="*/ 293274 h 606722"/>
              <a:gd name="connsiteX273" fmla="*/ 182267 w 506307"/>
              <a:gd name="connsiteY273" fmla="*/ 293274 h 606722"/>
              <a:gd name="connsiteX274" fmla="*/ 182267 w 506307"/>
              <a:gd name="connsiteY274" fmla="*/ 586459 h 606722"/>
              <a:gd name="connsiteX275" fmla="*/ 324040 w 506307"/>
              <a:gd name="connsiteY275" fmla="*/ 586459 h 606722"/>
              <a:gd name="connsiteX276" fmla="*/ 324040 w 506307"/>
              <a:gd name="connsiteY276" fmla="*/ 293274 h 606722"/>
              <a:gd name="connsiteX277" fmla="*/ 293603 w 506307"/>
              <a:gd name="connsiteY277" fmla="*/ 293274 h 606722"/>
              <a:gd name="connsiteX278" fmla="*/ 212615 w 506307"/>
              <a:gd name="connsiteY278" fmla="*/ 293274 h 606722"/>
              <a:gd name="connsiteX279" fmla="*/ 131628 w 506307"/>
              <a:gd name="connsiteY279" fmla="*/ 293274 h 606722"/>
              <a:gd name="connsiteX280" fmla="*/ 121482 w 506307"/>
              <a:gd name="connsiteY280" fmla="*/ 303317 h 606722"/>
              <a:gd name="connsiteX281" fmla="*/ 121482 w 506307"/>
              <a:gd name="connsiteY281" fmla="*/ 323579 h 606722"/>
              <a:gd name="connsiteX282" fmla="*/ 131628 w 506307"/>
              <a:gd name="connsiteY282" fmla="*/ 333710 h 606722"/>
              <a:gd name="connsiteX283" fmla="*/ 141773 w 506307"/>
              <a:gd name="connsiteY283" fmla="*/ 323579 h 606722"/>
              <a:gd name="connsiteX284" fmla="*/ 141773 w 506307"/>
              <a:gd name="connsiteY284" fmla="*/ 303317 h 606722"/>
              <a:gd name="connsiteX285" fmla="*/ 131628 w 506307"/>
              <a:gd name="connsiteY285" fmla="*/ 293274 h 606722"/>
              <a:gd name="connsiteX286" fmla="*/ 91134 w 506307"/>
              <a:gd name="connsiteY286" fmla="*/ 293274 h 606722"/>
              <a:gd name="connsiteX287" fmla="*/ 80988 w 506307"/>
              <a:gd name="connsiteY287" fmla="*/ 303317 h 606722"/>
              <a:gd name="connsiteX288" fmla="*/ 80988 w 506307"/>
              <a:gd name="connsiteY288" fmla="*/ 323579 h 606722"/>
              <a:gd name="connsiteX289" fmla="*/ 91134 w 506307"/>
              <a:gd name="connsiteY289" fmla="*/ 333710 h 606722"/>
              <a:gd name="connsiteX290" fmla="*/ 101279 w 506307"/>
              <a:gd name="connsiteY290" fmla="*/ 323579 h 606722"/>
              <a:gd name="connsiteX291" fmla="*/ 101279 w 506307"/>
              <a:gd name="connsiteY291" fmla="*/ 303317 h 606722"/>
              <a:gd name="connsiteX292" fmla="*/ 91134 w 506307"/>
              <a:gd name="connsiteY292" fmla="*/ 293274 h 606722"/>
              <a:gd name="connsiteX293" fmla="*/ 50640 w 506307"/>
              <a:gd name="connsiteY293" fmla="*/ 293274 h 606722"/>
              <a:gd name="connsiteX294" fmla="*/ 40494 w 506307"/>
              <a:gd name="connsiteY294" fmla="*/ 303317 h 606722"/>
              <a:gd name="connsiteX295" fmla="*/ 40494 w 506307"/>
              <a:gd name="connsiteY295" fmla="*/ 323579 h 606722"/>
              <a:gd name="connsiteX296" fmla="*/ 50640 w 506307"/>
              <a:gd name="connsiteY296" fmla="*/ 333710 h 606722"/>
              <a:gd name="connsiteX297" fmla="*/ 60786 w 506307"/>
              <a:gd name="connsiteY297" fmla="*/ 323579 h 606722"/>
              <a:gd name="connsiteX298" fmla="*/ 60786 w 506307"/>
              <a:gd name="connsiteY298" fmla="*/ 303317 h 606722"/>
              <a:gd name="connsiteX299" fmla="*/ 50640 w 506307"/>
              <a:gd name="connsiteY299" fmla="*/ 293274 h 606722"/>
              <a:gd name="connsiteX300" fmla="*/ 455668 w 506307"/>
              <a:gd name="connsiteY300" fmla="*/ 232575 h 606722"/>
              <a:gd name="connsiteX301" fmla="*/ 445522 w 506307"/>
              <a:gd name="connsiteY301" fmla="*/ 242707 h 606722"/>
              <a:gd name="connsiteX302" fmla="*/ 445522 w 506307"/>
              <a:gd name="connsiteY302" fmla="*/ 262880 h 606722"/>
              <a:gd name="connsiteX303" fmla="*/ 455668 w 506307"/>
              <a:gd name="connsiteY303" fmla="*/ 273012 h 606722"/>
              <a:gd name="connsiteX304" fmla="*/ 465813 w 506307"/>
              <a:gd name="connsiteY304" fmla="*/ 262880 h 606722"/>
              <a:gd name="connsiteX305" fmla="*/ 465813 w 506307"/>
              <a:gd name="connsiteY305" fmla="*/ 242707 h 606722"/>
              <a:gd name="connsiteX306" fmla="*/ 455668 w 506307"/>
              <a:gd name="connsiteY306" fmla="*/ 232575 h 606722"/>
              <a:gd name="connsiteX307" fmla="*/ 415174 w 506307"/>
              <a:gd name="connsiteY307" fmla="*/ 232575 h 606722"/>
              <a:gd name="connsiteX308" fmla="*/ 405028 w 506307"/>
              <a:gd name="connsiteY308" fmla="*/ 242707 h 606722"/>
              <a:gd name="connsiteX309" fmla="*/ 405028 w 506307"/>
              <a:gd name="connsiteY309" fmla="*/ 262880 h 606722"/>
              <a:gd name="connsiteX310" fmla="*/ 415174 w 506307"/>
              <a:gd name="connsiteY310" fmla="*/ 273012 h 606722"/>
              <a:gd name="connsiteX311" fmla="*/ 425319 w 506307"/>
              <a:gd name="connsiteY311" fmla="*/ 262880 h 606722"/>
              <a:gd name="connsiteX312" fmla="*/ 425319 w 506307"/>
              <a:gd name="connsiteY312" fmla="*/ 242707 h 606722"/>
              <a:gd name="connsiteX313" fmla="*/ 415174 w 506307"/>
              <a:gd name="connsiteY313" fmla="*/ 232575 h 606722"/>
              <a:gd name="connsiteX314" fmla="*/ 374680 w 506307"/>
              <a:gd name="connsiteY314" fmla="*/ 232575 h 606722"/>
              <a:gd name="connsiteX315" fmla="*/ 364534 w 506307"/>
              <a:gd name="connsiteY315" fmla="*/ 242707 h 606722"/>
              <a:gd name="connsiteX316" fmla="*/ 364534 w 506307"/>
              <a:gd name="connsiteY316" fmla="*/ 262880 h 606722"/>
              <a:gd name="connsiteX317" fmla="*/ 374680 w 506307"/>
              <a:gd name="connsiteY317" fmla="*/ 273012 h 606722"/>
              <a:gd name="connsiteX318" fmla="*/ 384737 w 506307"/>
              <a:gd name="connsiteY318" fmla="*/ 262880 h 606722"/>
              <a:gd name="connsiteX319" fmla="*/ 384737 w 506307"/>
              <a:gd name="connsiteY319" fmla="*/ 242707 h 606722"/>
              <a:gd name="connsiteX320" fmla="*/ 374680 w 506307"/>
              <a:gd name="connsiteY320" fmla="*/ 232575 h 606722"/>
              <a:gd name="connsiteX321" fmla="*/ 131628 w 506307"/>
              <a:gd name="connsiteY321" fmla="*/ 232575 h 606722"/>
              <a:gd name="connsiteX322" fmla="*/ 121482 w 506307"/>
              <a:gd name="connsiteY322" fmla="*/ 242707 h 606722"/>
              <a:gd name="connsiteX323" fmla="*/ 121482 w 506307"/>
              <a:gd name="connsiteY323" fmla="*/ 262880 h 606722"/>
              <a:gd name="connsiteX324" fmla="*/ 131628 w 506307"/>
              <a:gd name="connsiteY324" fmla="*/ 273012 h 606722"/>
              <a:gd name="connsiteX325" fmla="*/ 141773 w 506307"/>
              <a:gd name="connsiteY325" fmla="*/ 262880 h 606722"/>
              <a:gd name="connsiteX326" fmla="*/ 141773 w 506307"/>
              <a:gd name="connsiteY326" fmla="*/ 242707 h 606722"/>
              <a:gd name="connsiteX327" fmla="*/ 131628 w 506307"/>
              <a:gd name="connsiteY327" fmla="*/ 232575 h 606722"/>
              <a:gd name="connsiteX328" fmla="*/ 91134 w 506307"/>
              <a:gd name="connsiteY328" fmla="*/ 232575 h 606722"/>
              <a:gd name="connsiteX329" fmla="*/ 80988 w 506307"/>
              <a:gd name="connsiteY329" fmla="*/ 242707 h 606722"/>
              <a:gd name="connsiteX330" fmla="*/ 80988 w 506307"/>
              <a:gd name="connsiteY330" fmla="*/ 262880 h 606722"/>
              <a:gd name="connsiteX331" fmla="*/ 91134 w 506307"/>
              <a:gd name="connsiteY331" fmla="*/ 273012 h 606722"/>
              <a:gd name="connsiteX332" fmla="*/ 101279 w 506307"/>
              <a:gd name="connsiteY332" fmla="*/ 262880 h 606722"/>
              <a:gd name="connsiteX333" fmla="*/ 101279 w 506307"/>
              <a:gd name="connsiteY333" fmla="*/ 242707 h 606722"/>
              <a:gd name="connsiteX334" fmla="*/ 91134 w 506307"/>
              <a:gd name="connsiteY334" fmla="*/ 232575 h 606722"/>
              <a:gd name="connsiteX335" fmla="*/ 50640 w 506307"/>
              <a:gd name="connsiteY335" fmla="*/ 232575 h 606722"/>
              <a:gd name="connsiteX336" fmla="*/ 40494 w 506307"/>
              <a:gd name="connsiteY336" fmla="*/ 242707 h 606722"/>
              <a:gd name="connsiteX337" fmla="*/ 40494 w 506307"/>
              <a:gd name="connsiteY337" fmla="*/ 262880 h 606722"/>
              <a:gd name="connsiteX338" fmla="*/ 50640 w 506307"/>
              <a:gd name="connsiteY338" fmla="*/ 273012 h 606722"/>
              <a:gd name="connsiteX339" fmla="*/ 60786 w 506307"/>
              <a:gd name="connsiteY339" fmla="*/ 262880 h 606722"/>
              <a:gd name="connsiteX340" fmla="*/ 60786 w 506307"/>
              <a:gd name="connsiteY340" fmla="*/ 242707 h 606722"/>
              <a:gd name="connsiteX341" fmla="*/ 50640 w 506307"/>
              <a:gd name="connsiteY341" fmla="*/ 232575 h 606722"/>
              <a:gd name="connsiteX342" fmla="*/ 455668 w 506307"/>
              <a:gd name="connsiteY342" fmla="*/ 171876 h 606722"/>
              <a:gd name="connsiteX343" fmla="*/ 445522 w 506307"/>
              <a:gd name="connsiteY343" fmla="*/ 182008 h 606722"/>
              <a:gd name="connsiteX344" fmla="*/ 445522 w 506307"/>
              <a:gd name="connsiteY344" fmla="*/ 202270 h 606722"/>
              <a:gd name="connsiteX345" fmla="*/ 455668 w 506307"/>
              <a:gd name="connsiteY345" fmla="*/ 212313 h 606722"/>
              <a:gd name="connsiteX346" fmla="*/ 465813 w 506307"/>
              <a:gd name="connsiteY346" fmla="*/ 202270 h 606722"/>
              <a:gd name="connsiteX347" fmla="*/ 465813 w 506307"/>
              <a:gd name="connsiteY347" fmla="*/ 182008 h 606722"/>
              <a:gd name="connsiteX348" fmla="*/ 455668 w 506307"/>
              <a:gd name="connsiteY348" fmla="*/ 171876 h 606722"/>
              <a:gd name="connsiteX349" fmla="*/ 415174 w 506307"/>
              <a:gd name="connsiteY349" fmla="*/ 171876 h 606722"/>
              <a:gd name="connsiteX350" fmla="*/ 405028 w 506307"/>
              <a:gd name="connsiteY350" fmla="*/ 182008 h 606722"/>
              <a:gd name="connsiteX351" fmla="*/ 405028 w 506307"/>
              <a:gd name="connsiteY351" fmla="*/ 202270 h 606722"/>
              <a:gd name="connsiteX352" fmla="*/ 415174 w 506307"/>
              <a:gd name="connsiteY352" fmla="*/ 212313 h 606722"/>
              <a:gd name="connsiteX353" fmla="*/ 425319 w 506307"/>
              <a:gd name="connsiteY353" fmla="*/ 202270 h 606722"/>
              <a:gd name="connsiteX354" fmla="*/ 425319 w 506307"/>
              <a:gd name="connsiteY354" fmla="*/ 182008 h 606722"/>
              <a:gd name="connsiteX355" fmla="*/ 415174 w 506307"/>
              <a:gd name="connsiteY355" fmla="*/ 171876 h 606722"/>
              <a:gd name="connsiteX356" fmla="*/ 374680 w 506307"/>
              <a:gd name="connsiteY356" fmla="*/ 171876 h 606722"/>
              <a:gd name="connsiteX357" fmla="*/ 364534 w 506307"/>
              <a:gd name="connsiteY357" fmla="*/ 182008 h 606722"/>
              <a:gd name="connsiteX358" fmla="*/ 364534 w 506307"/>
              <a:gd name="connsiteY358" fmla="*/ 202270 h 606722"/>
              <a:gd name="connsiteX359" fmla="*/ 374680 w 506307"/>
              <a:gd name="connsiteY359" fmla="*/ 212313 h 606722"/>
              <a:gd name="connsiteX360" fmla="*/ 384737 w 506307"/>
              <a:gd name="connsiteY360" fmla="*/ 202270 h 606722"/>
              <a:gd name="connsiteX361" fmla="*/ 384737 w 506307"/>
              <a:gd name="connsiteY361" fmla="*/ 182008 h 606722"/>
              <a:gd name="connsiteX362" fmla="*/ 374680 w 506307"/>
              <a:gd name="connsiteY362" fmla="*/ 171876 h 606722"/>
              <a:gd name="connsiteX363" fmla="*/ 131628 w 506307"/>
              <a:gd name="connsiteY363" fmla="*/ 171876 h 606722"/>
              <a:gd name="connsiteX364" fmla="*/ 121482 w 506307"/>
              <a:gd name="connsiteY364" fmla="*/ 182008 h 606722"/>
              <a:gd name="connsiteX365" fmla="*/ 121482 w 506307"/>
              <a:gd name="connsiteY365" fmla="*/ 202270 h 606722"/>
              <a:gd name="connsiteX366" fmla="*/ 131628 w 506307"/>
              <a:gd name="connsiteY366" fmla="*/ 212313 h 606722"/>
              <a:gd name="connsiteX367" fmla="*/ 141773 w 506307"/>
              <a:gd name="connsiteY367" fmla="*/ 202270 h 606722"/>
              <a:gd name="connsiteX368" fmla="*/ 141773 w 506307"/>
              <a:gd name="connsiteY368" fmla="*/ 182008 h 606722"/>
              <a:gd name="connsiteX369" fmla="*/ 131628 w 506307"/>
              <a:gd name="connsiteY369" fmla="*/ 171876 h 606722"/>
              <a:gd name="connsiteX370" fmla="*/ 91134 w 506307"/>
              <a:gd name="connsiteY370" fmla="*/ 171876 h 606722"/>
              <a:gd name="connsiteX371" fmla="*/ 80988 w 506307"/>
              <a:gd name="connsiteY371" fmla="*/ 182008 h 606722"/>
              <a:gd name="connsiteX372" fmla="*/ 80988 w 506307"/>
              <a:gd name="connsiteY372" fmla="*/ 202270 h 606722"/>
              <a:gd name="connsiteX373" fmla="*/ 91134 w 506307"/>
              <a:gd name="connsiteY373" fmla="*/ 212313 h 606722"/>
              <a:gd name="connsiteX374" fmla="*/ 101279 w 506307"/>
              <a:gd name="connsiteY374" fmla="*/ 202270 h 606722"/>
              <a:gd name="connsiteX375" fmla="*/ 101279 w 506307"/>
              <a:gd name="connsiteY375" fmla="*/ 182008 h 606722"/>
              <a:gd name="connsiteX376" fmla="*/ 91134 w 506307"/>
              <a:gd name="connsiteY376" fmla="*/ 171876 h 606722"/>
              <a:gd name="connsiteX377" fmla="*/ 50640 w 506307"/>
              <a:gd name="connsiteY377" fmla="*/ 171876 h 606722"/>
              <a:gd name="connsiteX378" fmla="*/ 40494 w 506307"/>
              <a:gd name="connsiteY378" fmla="*/ 182008 h 606722"/>
              <a:gd name="connsiteX379" fmla="*/ 40494 w 506307"/>
              <a:gd name="connsiteY379" fmla="*/ 202270 h 606722"/>
              <a:gd name="connsiteX380" fmla="*/ 50640 w 506307"/>
              <a:gd name="connsiteY380" fmla="*/ 212313 h 606722"/>
              <a:gd name="connsiteX381" fmla="*/ 60786 w 506307"/>
              <a:gd name="connsiteY381" fmla="*/ 202270 h 606722"/>
              <a:gd name="connsiteX382" fmla="*/ 60786 w 506307"/>
              <a:gd name="connsiteY382" fmla="*/ 182008 h 606722"/>
              <a:gd name="connsiteX383" fmla="*/ 50640 w 506307"/>
              <a:gd name="connsiteY383" fmla="*/ 171876 h 606722"/>
              <a:gd name="connsiteX384" fmla="*/ 455668 w 506307"/>
              <a:gd name="connsiteY384" fmla="*/ 111266 h 606722"/>
              <a:gd name="connsiteX385" fmla="*/ 445522 w 506307"/>
              <a:gd name="connsiteY385" fmla="*/ 121309 h 606722"/>
              <a:gd name="connsiteX386" fmla="*/ 445522 w 506307"/>
              <a:gd name="connsiteY386" fmla="*/ 141571 h 606722"/>
              <a:gd name="connsiteX387" fmla="*/ 455668 w 506307"/>
              <a:gd name="connsiteY387" fmla="*/ 151703 h 606722"/>
              <a:gd name="connsiteX388" fmla="*/ 465813 w 506307"/>
              <a:gd name="connsiteY388" fmla="*/ 141571 h 606722"/>
              <a:gd name="connsiteX389" fmla="*/ 465813 w 506307"/>
              <a:gd name="connsiteY389" fmla="*/ 121309 h 606722"/>
              <a:gd name="connsiteX390" fmla="*/ 455668 w 506307"/>
              <a:gd name="connsiteY390" fmla="*/ 111266 h 606722"/>
              <a:gd name="connsiteX391" fmla="*/ 415174 w 506307"/>
              <a:gd name="connsiteY391" fmla="*/ 111266 h 606722"/>
              <a:gd name="connsiteX392" fmla="*/ 405028 w 506307"/>
              <a:gd name="connsiteY392" fmla="*/ 121309 h 606722"/>
              <a:gd name="connsiteX393" fmla="*/ 405028 w 506307"/>
              <a:gd name="connsiteY393" fmla="*/ 141571 h 606722"/>
              <a:gd name="connsiteX394" fmla="*/ 415174 w 506307"/>
              <a:gd name="connsiteY394" fmla="*/ 151703 h 606722"/>
              <a:gd name="connsiteX395" fmla="*/ 425319 w 506307"/>
              <a:gd name="connsiteY395" fmla="*/ 141571 h 606722"/>
              <a:gd name="connsiteX396" fmla="*/ 425319 w 506307"/>
              <a:gd name="connsiteY396" fmla="*/ 121309 h 606722"/>
              <a:gd name="connsiteX397" fmla="*/ 415174 w 506307"/>
              <a:gd name="connsiteY397" fmla="*/ 111266 h 606722"/>
              <a:gd name="connsiteX398" fmla="*/ 374680 w 506307"/>
              <a:gd name="connsiteY398" fmla="*/ 111266 h 606722"/>
              <a:gd name="connsiteX399" fmla="*/ 364534 w 506307"/>
              <a:gd name="connsiteY399" fmla="*/ 121309 h 606722"/>
              <a:gd name="connsiteX400" fmla="*/ 364534 w 506307"/>
              <a:gd name="connsiteY400" fmla="*/ 141571 h 606722"/>
              <a:gd name="connsiteX401" fmla="*/ 374680 w 506307"/>
              <a:gd name="connsiteY401" fmla="*/ 151703 h 606722"/>
              <a:gd name="connsiteX402" fmla="*/ 384737 w 506307"/>
              <a:gd name="connsiteY402" fmla="*/ 141571 h 606722"/>
              <a:gd name="connsiteX403" fmla="*/ 384737 w 506307"/>
              <a:gd name="connsiteY403" fmla="*/ 121309 h 606722"/>
              <a:gd name="connsiteX404" fmla="*/ 374680 w 506307"/>
              <a:gd name="connsiteY404" fmla="*/ 111266 h 606722"/>
              <a:gd name="connsiteX405" fmla="*/ 131628 w 506307"/>
              <a:gd name="connsiteY405" fmla="*/ 111266 h 606722"/>
              <a:gd name="connsiteX406" fmla="*/ 121482 w 506307"/>
              <a:gd name="connsiteY406" fmla="*/ 121309 h 606722"/>
              <a:gd name="connsiteX407" fmla="*/ 121482 w 506307"/>
              <a:gd name="connsiteY407" fmla="*/ 141571 h 606722"/>
              <a:gd name="connsiteX408" fmla="*/ 131628 w 506307"/>
              <a:gd name="connsiteY408" fmla="*/ 151703 h 606722"/>
              <a:gd name="connsiteX409" fmla="*/ 141773 w 506307"/>
              <a:gd name="connsiteY409" fmla="*/ 141571 h 606722"/>
              <a:gd name="connsiteX410" fmla="*/ 141773 w 506307"/>
              <a:gd name="connsiteY410" fmla="*/ 121309 h 606722"/>
              <a:gd name="connsiteX411" fmla="*/ 131628 w 506307"/>
              <a:gd name="connsiteY411" fmla="*/ 111266 h 606722"/>
              <a:gd name="connsiteX412" fmla="*/ 91134 w 506307"/>
              <a:gd name="connsiteY412" fmla="*/ 111266 h 606722"/>
              <a:gd name="connsiteX413" fmla="*/ 80988 w 506307"/>
              <a:gd name="connsiteY413" fmla="*/ 121309 h 606722"/>
              <a:gd name="connsiteX414" fmla="*/ 80988 w 506307"/>
              <a:gd name="connsiteY414" fmla="*/ 141571 h 606722"/>
              <a:gd name="connsiteX415" fmla="*/ 91134 w 506307"/>
              <a:gd name="connsiteY415" fmla="*/ 151703 h 606722"/>
              <a:gd name="connsiteX416" fmla="*/ 101279 w 506307"/>
              <a:gd name="connsiteY416" fmla="*/ 141571 h 606722"/>
              <a:gd name="connsiteX417" fmla="*/ 101279 w 506307"/>
              <a:gd name="connsiteY417" fmla="*/ 121309 h 606722"/>
              <a:gd name="connsiteX418" fmla="*/ 91134 w 506307"/>
              <a:gd name="connsiteY418" fmla="*/ 111266 h 606722"/>
              <a:gd name="connsiteX419" fmla="*/ 50640 w 506307"/>
              <a:gd name="connsiteY419" fmla="*/ 111266 h 606722"/>
              <a:gd name="connsiteX420" fmla="*/ 40494 w 506307"/>
              <a:gd name="connsiteY420" fmla="*/ 121309 h 606722"/>
              <a:gd name="connsiteX421" fmla="*/ 40494 w 506307"/>
              <a:gd name="connsiteY421" fmla="*/ 141571 h 606722"/>
              <a:gd name="connsiteX422" fmla="*/ 50640 w 506307"/>
              <a:gd name="connsiteY422" fmla="*/ 151703 h 606722"/>
              <a:gd name="connsiteX423" fmla="*/ 60786 w 506307"/>
              <a:gd name="connsiteY423" fmla="*/ 141571 h 606722"/>
              <a:gd name="connsiteX424" fmla="*/ 60786 w 506307"/>
              <a:gd name="connsiteY424" fmla="*/ 121309 h 606722"/>
              <a:gd name="connsiteX425" fmla="*/ 50640 w 506307"/>
              <a:gd name="connsiteY425" fmla="*/ 111266 h 606722"/>
              <a:gd name="connsiteX426" fmla="*/ 384737 w 506307"/>
              <a:gd name="connsiteY426" fmla="*/ 50568 h 606722"/>
              <a:gd name="connsiteX427" fmla="*/ 384737 w 506307"/>
              <a:gd name="connsiteY427" fmla="*/ 70741 h 606722"/>
              <a:gd name="connsiteX428" fmla="*/ 445522 w 506307"/>
              <a:gd name="connsiteY428" fmla="*/ 70741 h 606722"/>
              <a:gd name="connsiteX429" fmla="*/ 445522 w 506307"/>
              <a:gd name="connsiteY429" fmla="*/ 50568 h 606722"/>
              <a:gd name="connsiteX430" fmla="*/ 60786 w 506307"/>
              <a:gd name="connsiteY430" fmla="*/ 50568 h 606722"/>
              <a:gd name="connsiteX431" fmla="*/ 60786 w 506307"/>
              <a:gd name="connsiteY431" fmla="*/ 70741 h 606722"/>
              <a:gd name="connsiteX432" fmla="*/ 121482 w 506307"/>
              <a:gd name="connsiteY432" fmla="*/ 70741 h 606722"/>
              <a:gd name="connsiteX433" fmla="*/ 121482 w 506307"/>
              <a:gd name="connsiteY433" fmla="*/ 50568 h 606722"/>
              <a:gd name="connsiteX434" fmla="*/ 91134 w 506307"/>
              <a:gd name="connsiteY434" fmla="*/ 0 h 606722"/>
              <a:gd name="connsiteX435" fmla="*/ 101279 w 506307"/>
              <a:gd name="connsiteY435" fmla="*/ 10131 h 606722"/>
              <a:gd name="connsiteX436" fmla="*/ 101279 w 506307"/>
              <a:gd name="connsiteY436" fmla="*/ 30305 h 606722"/>
              <a:gd name="connsiteX437" fmla="*/ 131628 w 506307"/>
              <a:gd name="connsiteY437" fmla="*/ 30305 h 606722"/>
              <a:gd name="connsiteX438" fmla="*/ 141773 w 506307"/>
              <a:gd name="connsiteY438" fmla="*/ 40436 h 606722"/>
              <a:gd name="connsiteX439" fmla="*/ 141773 w 506307"/>
              <a:gd name="connsiteY439" fmla="*/ 70741 h 606722"/>
              <a:gd name="connsiteX440" fmla="*/ 172121 w 506307"/>
              <a:gd name="connsiteY440" fmla="*/ 70741 h 606722"/>
              <a:gd name="connsiteX441" fmla="*/ 182267 w 506307"/>
              <a:gd name="connsiteY441" fmla="*/ 80873 h 606722"/>
              <a:gd name="connsiteX442" fmla="*/ 182267 w 506307"/>
              <a:gd name="connsiteY442" fmla="*/ 273012 h 606722"/>
              <a:gd name="connsiteX443" fmla="*/ 202470 w 506307"/>
              <a:gd name="connsiteY443" fmla="*/ 273012 h 606722"/>
              <a:gd name="connsiteX444" fmla="*/ 202470 w 506307"/>
              <a:gd name="connsiteY444" fmla="*/ 242707 h 606722"/>
              <a:gd name="connsiteX445" fmla="*/ 212615 w 506307"/>
              <a:gd name="connsiteY445" fmla="*/ 232575 h 606722"/>
              <a:gd name="connsiteX446" fmla="*/ 243053 w 506307"/>
              <a:gd name="connsiteY446" fmla="*/ 232575 h 606722"/>
              <a:gd name="connsiteX447" fmla="*/ 243053 w 506307"/>
              <a:gd name="connsiteY447" fmla="*/ 212313 h 606722"/>
              <a:gd name="connsiteX448" fmla="*/ 253109 w 506307"/>
              <a:gd name="connsiteY448" fmla="*/ 202270 h 606722"/>
              <a:gd name="connsiteX449" fmla="*/ 263255 w 506307"/>
              <a:gd name="connsiteY449" fmla="*/ 212313 h 606722"/>
              <a:gd name="connsiteX450" fmla="*/ 263255 w 506307"/>
              <a:gd name="connsiteY450" fmla="*/ 232575 h 606722"/>
              <a:gd name="connsiteX451" fmla="*/ 293603 w 506307"/>
              <a:gd name="connsiteY451" fmla="*/ 232575 h 606722"/>
              <a:gd name="connsiteX452" fmla="*/ 303749 w 506307"/>
              <a:gd name="connsiteY452" fmla="*/ 242707 h 606722"/>
              <a:gd name="connsiteX453" fmla="*/ 303749 w 506307"/>
              <a:gd name="connsiteY453" fmla="*/ 273012 h 606722"/>
              <a:gd name="connsiteX454" fmla="*/ 324040 w 506307"/>
              <a:gd name="connsiteY454" fmla="*/ 273012 h 606722"/>
              <a:gd name="connsiteX455" fmla="*/ 324040 w 506307"/>
              <a:gd name="connsiteY455" fmla="*/ 80873 h 606722"/>
              <a:gd name="connsiteX456" fmla="*/ 334186 w 506307"/>
              <a:gd name="connsiteY456" fmla="*/ 70741 h 606722"/>
              <a:gd name="connsiteX457" fmla="*/ 364534 w 506307"/>
              <a:gd name="connsiteY457" fmla="*/ 70741 h 606722"/>
              <a:gd name="connsiteX458" fmla="*/ 364534 w 506307"/>
              <a:gd name="connsiteY458" fmla="*/ 40436 h 606722"/>
              <a:gd name="connsiteX459" fmla="*/ 374680 w 506307"/>
              <a:gd name="connsiteY459" fmla="*/ 30305 h 606722"/>
              <a:gd name="connsiteX460" fmla="*/ 405028 w 506307"/>
              <a:gd name="connsiteY460" fmla="*/ 30305 h 606722"/>
              <a:gd name="connsiteX461" fmla="*/ 405028 w 506307"/>
              <a:gd name="connsiteY461" fmla="*/ 10131 h 606722"/>
              <a:gd name="connsiteX462" fmla="*/ 415174 w 506307"/>
              <a:gd name="connsiteY462" fmla="*/ 0 h 606722"/>
              <a:gd name="connsiteX463" fmla="*/ 425319 w 506307"/>
              <a:gd name="connsiteY463" fmla="*/ 10131 h 606722"/>
              <a:gd name="connsiteX464" fmla="*/ 425319 w 506307"/>
              <a:gd name="connsiteY464" fmla="*/ 30305 h 606722"/>
              <a:gd name="connsiteX465" fmla="*/ 455668 w 506307"/>
              <a:gd name="connsiteY465" fmla="*/ 30305 h 606722"/>
              <a:gd name="connsiteX466" fmla="*/ 465813 w 506307"/>
              <a:gd name="connsiteY466" fmla="*/ 40436 h 606722"/>
              <a:gd name="connsiteX467" fmla="*/ 465813 w 506307"/>
              <a:gd name="connsiteY467" fmla="*/ 70741 h 606722"/>
              <a:gd name="connsiteX468" fmla="*/ 496162 w 506307"/>
              <a:gd name="connsiteY468" fmla="*/ 70741 h 606722"/>
              <a:gd name="connsiteX469" fmla="*/ 506307 w 506307"/>
              <a:gd name="connsiteY469" fmla="*/ 80873 h 606722"/>
              <a:gd name="connsiteX470" fmla="*/ 506307 w 506307"/>
              <a:gd name="connsiteY470" fmla="*/ 596591 h 606722"/>
              <a:gd name="connsiteX471" fmla="*/ 496162 w 506307"/>
              <a:gd name="connsiteY471" fmla="*/ 606722 h 606722"/>
              <a:gd name="connsiteX472" fmla="*/ 334186 w 506307"/>
              <a:gd name="connsiteY472" fmla="*/ 606722 h 606722"/>
              <a:gd name="connsiteX473" fmla="*/ 172121 w 506307"/>
              <a:gd name="connsiteY473" fmla="*/ 606722 h 606722"/>
              <a:gd name="connsiteX474" fmla="*/ 10146 w 506307"/>
              <a:gd name="connsiteY474" fmla="*/ 606722 h 606722"/>
              <a:gd name="connsiteX475" fmla="*/ 0 w 506307"/>
              <a:gd name="connsiteY475" fmla="*/ 596591 h 606722"/>
              <a:gd name="connsiteX476" fmla="*/ 0 w 506307"/>
              <a:gd name="connsiteY476" fmla="*/ 80873 h 606722"/>
              <a:gd name="connsiteX477" fmla="*/ 10146 w 506307"/>
              <a:gd name="connsiteY477" fmla="*/ 70741 h 606722"/>
              <a:gd name="connsiteX478" fmla="*/ 40494 w 506307"/>
              <a:gd name="connsiteY478" fmla="*/ 70741 h 606722"/>
              <a:gd name="connsiteX479" fmla="*/ 40494 w 506307"/>
              <a:gd name="connsiteY479" fmla="*/ 40436 h 606722"/>
              <a:gd name="connsiteX480" fmla="*/ 50640 w 506307"/>
              <a:gd name="connsiteY480" fmla="*/ 30305 h 606722"/>
              <a:gd name="connsiteX481" fmla="*/ 80988 w 506307"/>
              <a:gd name="connsiteY481" fmla="*/ 30305 h 606722"/>
              <a:gd name="connsiteX482" fmla="*/ 80988 w 506307"/>
              <a:gd name="connsiteY482" fmla="*/ 10131 h 606722"/>
              <a:gd name="connsiteX483" fmla="*/ 91134 w 506307"/>
              <a:gd name="connsiteY483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</a:cxnLst>
            <a:rect l="l" t="t" r="r" b="b"/>
            <a:pathLst>
              <a:path w="506307" h="606722">
                <a:moveTo>
                  <a:pt x="455668" y="535892"/>
                </a:moveTo>
                <a:cubicBezTo>
                  <a:pt x="449616" y="535892"/>
                  <a:pt x="445522" y="539980"/>
                  <a:pt x="445522" y="546023"/>
                </a:cubicBezTo>
                <a:lnTo>
                  <a:pt x="445522" y="556154"/>
                </a:lnTo>
                <a:cubicBezTo>
                  <a:pt x="445522" y="562198"/>
                  <a:pt x="449616" y="566286"/>
                  <a:pt x="455668" y="566286"/>
                </a:cubicBezTo>
                <a:cubicBezTo>
                  <a:pt x="461719" y="566286"/>
                  <a:pt x="465813" y="562198"/>
                  <a:pt x="465813" y="556154"/>
                </a:cubicBezTo>
                <a:lnTo>
                  <a:pt x="465813" y="546023"/>
                </a:lnTo>
                <a:cubicBezTo>
                  <a:pt x="465813" y="539980"/>
                  <a:pt x="461719" y="535892"/>
                  <a:pt x="455668" y="535892"/>
                </a:cubicBezTo>
                <a:close/>
                <a:moveTo>
                  <a:pt x="415174" y="535892"/>
                </a:moveTo>
                <a:cubicBezTo>
                  <a:pt x="409122" y="535892"/>
                  <a:pt x="405028" y="539980"/>
                  <a:pt x="405028" y="546023"/>
                </a:cubicBezTo>
                <a:lnTo>
                  <a:pt x="405028" y="556154"/>
                </a:lnTo>
                <a:cubicBezTo>
                  <a:pt x="405028" y="562198"/>
                  <a:pt x="409122" y="566286"/>
                  <a:pt x="415174" y="566286"/>
                </a:cubicBezTo>
                <a:cubicBezTo>
                  <a:pt x="421226" y="566286"/>
                  <a:pt x="425319" y="562198"/>
                  <a:pt x="425319" y="556154"/>
                </a:cubicBezTo>
                <a:lnTo>
                  <a:pt x="425319" y="546023"/>
                </a:lnTo>
                <a:cubicBezTo>
                  <a:pt x="425319" y="539980"/>
                  <a:pt x="421226" y="535892"/>
                  <a:pt x="415174" y="535892"/>
                </a:cubicBezTo>
                <a:close/>
                <a:moveTo>
                  <a:pt x="374680" y="535892"/>
                </a:moveTo>
                <a:cubicBezTo>
                  <a:pt x="368539" y="535892"/>
                  <a:pt x="364534" y="539980"/>
                  <a:pt x="364534" y="546023"/>
                </a:cubicBezTo>
                <a:lnTo>
                  <a:pt x="364534" y="556154"/>
                </a:lnTo>
                <a:cubicBezTo>
                  <a:pt x="364534" y="562198"/>
                  <a:pt x="368539" y="566286"/>
                  <a:pt x="374680" y="566286"/>
                </a:cubicBezTo>
                <a:cubicBezTo>
                  <a:pt x="380732" y="566286"/>
                  <a:pt x="384737" y="562198"/>
                  <a:pt x="384737" y="556154"/>
                </a:cubicBezTo>
                <a:lnTo>
                  <a:pt x="384737" y="546023"/>
                </a:lnTo>
                <a:cubicBezTo>
                  <a:pt x="384737" y="539980"/>
                  <a:pt x="380732" y="535892"/>
                  <a:pt x="374680" y="535892"/>
                </a:cubicBezTo>
                <a:close/>
                <a:moveTo>
                  <a:pt x="131628" y="535892"/>
                </a:moveTo>
                <a:cubicBezTo>
                  <a:pt x="125576" y="535892"/>
                  <a:pt x="121482" y="539980"/>
                  <a:pt x="121482" y="546023"/>
                </a:cubicBezTo>
                <a:lnTo>
                  <a:pt x="121482" y="556154"/>
                </a:lnTo>
                <a:cubicBezTo>
                  <a:pt x="121482" y="562198"/>
                  <a:pt x="125576" y="566286"/>
                  <a:pt x="131628" y="566286"/>
                </a:cubicBezTo>
                <a:cubicBezTo>
                  <a:pt x="137679" y="566286"/>
                  <a:pt x="141773" y="562198"/>
                  <a:pt x="141773" y="556154"/>
                </a:cubicBezTo>
                <a:lnTo>
                  <a:pt x="141773" y="546023"/>
                </a:lnTo>
                <a:cubicBezTo>
                  <a:pt x="141773" y="539980"/>
                  <a:pt x="137679" y="535892"/>
                  <a:pt x="131628" y="535892"/>
                </a:cubicBezTo>
                <a:close/>
                <a:moveTo>
                  <a:pt x="91134" y="535892"/>
                </a:moveTo>
                <a:cubicBezTo>
                  <a:pt x="85082" y="535892"/>
                  <a:pt x="80988" y="539980"/>
                  <a:pt x="80988" y="546023"/>
                </a:cubicBezTo>
                <a:lnTo>
                  <a:pt x="80988" y="556154"/>
                </a:lnTo>
                <a:cubicBezTo>
                  <a:pt x="80988" y="562198"/>
                  <a:pt x="85082" y="566286"/>
                  <a:pt x="91134" y="566286"/>
                </a:cubicBezTo>
                <a:cubicBezTo>
                  <a:pt x="97186" y="566286"/>
                  <a:pt x="101279" y="562198"/>
                  <a:pt x="101279" y="556154"/>
                </a:cubicBezTo>
                <a:lnTo>
                  <a:pt x="101279" y="546023"/>
                </a:lnTo>
                <a:cubicBezTo>
                  <a:pt x="101279" y="539980"/>
                  <a:pt x="97186" y="535892"/>
                  <a:pt x="91134" y="535892"/>
                </a:cubicBezTo>
                <a:close/>
                <a:moveTo>
                  <a:pt x="50640" y="535892"/>
                </a:moveTo>
                <a:cubicBezTo>
                  <a:pt x="44588" y="535892"/>
                  <a:pt x="40494" y="539980"/>
                  <a:pt x="40494" y="546023"/>
                </a:cubicBezTo>
                <a:lnTo>
                  <a:pt x="40494" y="556154"/>
                </a:lnTo>
                <a:cubicBezTo>
                  <a:pt x="40494" y="562198"/>
                  <a:pt x="44588" y="566286"/>
                  <a:pt x="50640" y="566286"/>
                </a:cubicBezTo>
                <a:cubicBezTo>
                  <a:pt x="56692" y="566286"/>
                  <a:pt x="60786" y="562198"/>
                  <a:pt x="60786" y="556154"/>
                </a:cubicBezTo>
                <a:lnTo>
                  <a:pt x="60786" y="546023"/>
                </a:lnTo>
                <a:cubicBezTo>
                  <a:pt x="60786" y="539980"/>
                  <a:pt x="56692" y="535892"/>
                  <a:pt x="50640" y="535892"/>
                </a:cubicBezTo>
                <a:close/>
                <a:moveTo>
                  <a:pt x="293579" y="495440"/>
                </a:moveTo>
                <a:cubicBezTo>
                  <a:pt x="299713" y="495440"/>
                  <a:pt x="303714" y="499528"/>
                  <a:pt x="303714" y="505571"/>
                </a:cubicBezTo>
                <a:lnTo>
                  <a:pt x="303714" y="525743"/>
                </a:lnTo>
                <a:cubicBezTo>
                  <a:pt x="303714" y="531875"/>
                  <a:pt x="299713" y="535874"/>
                  <a:pt x="293579" y="535874"/>
                </a:cubicBezTo>
                <a:cubicBezTo>
                  <a:pt x="287533" y="535874"/>
                  <a:pt x="283532" y="531875"/>
                  <a:pt x="283532" y="525743"/>
                </a:cubicBezTo>
                <a:lnTo>
                  <a:pt x="283532" y="505571"/>
                </a:lnTo>
                <a:cubicBezTo>
                  <a:pt x="283532" y="499528"/>
                  <a:pt x="287533" y="495440"/>
                  <a:pt x="293579" y="495440"/>
                </a:cubicBezTo>
                <a:close/>
                <a:moveTo>
                  <a:pt x="253109" y="495440"/>
                </a:moveTo>
                <a:cubicBezTo>
                  <a:pt x="259265" y="495440"/>
                  <a:pt x="263279" y="499528"/>
                  <a:pt x="263279" y="505571"/>
                </a:cubicBezTo>
                <a:lnTo>
                  <a:pt x="263279" y="525743"/>
                </a:lnTo>
                <a:cubicBezTo>
                  <a:pt x="263279" y="531875"/>
                  <a:pt x="259265" y="535874"/>
                  <a:pt x="253109" y="535874"/>
                </a:cubicBezTo>
                <a:cubicBezTo>
                  <a:pt x="247042" y="535874"/>
                  <a:pt x="243027" y="531875"/>
                  <a:pt x="243027" y="525743"/>
                </a:cubicBezTo>
                <a:lnTo>
                  <a:pt x="243027" y="505571"/>
                </a:lnTo>
                <a:cubicBezTo>
                  <a:pt x="243027" y="499528"/>
                  <a:pt x="247042" y="495440"/>
                  <a:pt x="253109" y="495440"/>
                </a:cubicBezTo>
                <a:close/>
                <a:moveTo>
                  <a:pt x="212614" y="495440"/>
                </a:moveTo>
                <a:cubicBezTo>
                  <a:pt x="218675" y="495440"/>
                  <a:pt x="222775" y="499528"/>
                  <a:pt x="222775" y="505571"/>
                </a:cubicBezTo>
                <a:lnTo>
                  <a:pt x="222775" y="525743"/>
                </a:lnTo>
                <a:cubicBezTo>
                  <a:pt x="222775" y="531875"/>
                  <a:pt x="218675" y="535874"/>
                  <a:pt x="212614" y="535874"/>
                </a:cubicBezTo>
                <a:cubicBezTo>
                  <a:pt x="206553" y="535874"/>
                  <a:pt x="202452" y="531875"/>
                  <a:pt x="202452" y="525743"/>
                </a:cubicBezTo>
                <a:lnTo>
                  <a:pt x="202452" y="505571"/>
                </a:lnTo>
                <a:cubicBezTo>
                  <a:pt x="202452" y="499528"/>
                  <a:pt x="206553" y="495440"/>
                  <a:pt x="212614" y="495440"/>
                </a:cubicBezTo>
                <a:close/>
                <a:moveTo>
                  <a:pt x="455668" y="475282"/>
                </a:moveTo>
                <a:cubicBezTo>
                  <a:pt x="449616" y="475282"/>
                  <a:pt x="445522" y="479281"/>
                  <a:pt x="445522" y="485324"/>
                </a:cubicBezTo>
                <a:lnTo>
                  <a:pt x="445522" y="505587"/>
                </a:lnTo>
                <a:cubicBezTo>
                  <a:pt x="445522" y="511630"/>
                  <a:pt x="449616" y="515718"/>
                  <a:pt x="455668" y="515718"/>
                </a:cubicBezTo>
                <a:cubicBezTo>
                  <a:pt x="461719" y="515718"/>
                  <a:pt x="465813" y="511630"/>
                  <a:pt x="465813" y="505587"/>
                </a:cubicBezTo>
                <a:lnTo>
                  <a:pt x="465813" y="485324"/>
                </a:lnTo>
                <a:cubicBezTo>
                  <a:pt x="465813" y="479281"/>
                  <a:pt x="461719" y="475282"/>
                  <a:pt x="455668" y="475282"/>
                </a:cubicBezTo>
                <a:close/>
                <a:moveTo>
                  <a:pt x="415174" y="475282"/>
                </a:moveTo>
                <a:cubicBezTo>
                  <a:pt x="409122" y="475282"/>
                  <a:pt x="405028" y="479281"/>
                  <a:pt x="405028" y="485324"/>
                </a:cubicBezTo>
                <a:lnTo>
                  <a:pt x="405028" y="505587"/>
                </a:lnTo>
                <a:cubicBezTo>
                  <a:pt x="405028" y="511630"/>
                  <a:pt x="409122" y="515718"/>
                  <a:pt x="415174" y="515718"/>
                </a:cubicBezTo>
                <a:cubicBezTo>
                  <a:pt x="421226" y="515718"/>
                  <a:pt x="425319" y="511630"/>
                  <a:pt x="425319" y="505587"/>
                </a:cubicBezTo>
                <a:lnTo>
                  <a:pt x="425319" y="485324"/>
                </a:lnTo>
                <a:cubicBezTo>
                  <a:pt x="425319" y="479281"/>
                  <a:pt x="421226" y="475282"/>
                  <a:pt x="415174" y="475282"/>
                </a:cubicBezTo>
                <a:close/>
                <a:moveTo>
                  <a:pt x="374680" y="475282"/>
                </a:moveTo>
                <a:cubicBezTo>
                  <a:pt x="368539" y="475282"/>
                  <a:pt x="364534" y="479281"/>
                  <a:pt x="364534" y="485324"/>
                </a:cubicBezTo>
                <a:lnTo>
                  <a:pt x="364534" y="505587"/>
                </a:lnTo>
                <a:cubicBezTo>
                  <a:pt x="364534" y="511630"/>
                  <a:pt x="368539" y="515718"/>
                  <a:pt x="374680" y="515718"/>
                </a:cubicBezTo>
                <a:cubicBezTo>
                  <a:pt x="380732" y="515718"/>
                  <a:pt x="384737" y="511630"/>
                  <a:pt x="384737" y="505587"/>
                </a:cubicBezTo>
                <a:lnTo>
                  <a:pt x="384737" y="485324"/>
                </a:lnTo>
                <a:cubicBezTo>
                  <a:pt x="384737" y="479281"/>
                  <a:pt x="380732" y="475282"/>
                  <a:pt x="374680" y="475282"/>
                </a:cubicBezTo>
                <a:close/>
                <a:moveTo>
                  <a:pt x="131628" y="475282"/>
                </a:moveTo>
                <a:cubicBezTo>
                  <a:pt x="125576" y="475282"/>
                  <a:pt x="121482" y="479281"/>
                  <a:pt x="121482" y="485324"/>
                </a:cubicBezTo>
                <a:lnTo>
                  <a:pt x="121482" y="505587"/>
                </a:lnTo>
                <a:cubicBezTo>
                  <a:pt x="121482" y="511630"/>
                  <a:pt x="125576" y="515718"/>
                  <a:pt x="131628" y="515718"/>
                </a:cubicBezTo>
                <a:cubicBezTo>
                  <a:pt x="137679" y="515718"/>
                  <a:pt x="141773" y="511630"/>
                  <a:pt x="141773" y="505587"/>
                </a:cubicBezTo>
                <a:lnTo>
                  <a:pt x="141773" y="485324"/>
                </a:lnTo>
                <a:cubicBezTo>
                  <a:pt x="141773" y="479281"/>
                  <a:pt x="137679" y="475282"/>
                  <a:pt x="131628" y="475282"/>
                </a:cubicBezTo>
                <a:close/>
                <a:moveTo>
                  <a:pt x="91134" y="475282"/>
                </a:moveTo>
                <a:cubicBezTo>
                  <a:pt x="85082" y="475282"/>
                  <a:pt x="80988" y="479281"/>
                  <a:pt x="80988" y="485324"/>
                </a:cubicBezTo>
                <a:lnTo>
                  <a:pt x="80988" y="505587"/>
                </a:lnTo>
                <a:cubicBezTo>
                  <a:pt x="80988" y="511630"/>
                  <a:pt x="85082" y="515718"/>
                  <a:pt x="91134" y="515718"/>
                </a:cubicBezTo>
                <a:cubicBezTo>
                  <a:pt x="97186" y="515718"/>
                  <a:pt x="101279" y="511630"/>
                  <a:pt x="101279" y="505587"/>
                </a:cubicBezTo>
                <a:lnTo>
                  <a:pt x="101279" y="485324"/>
                </a:lnTo>
                <a:cubicBezTo>
                  <a:pt x="101279" y="479281"/>
                  <a:pt x="97186" y="475282"/>
                  <a:pt x="91134" y="475282"/>
                </a:cubicBezTo>
                <a:close/>
                <a:moveTo>
                  <a:pt x="50640" y="475282"/>
                </a:moveTo>
                <a:cubicBezTo>
                  <a:pt x="44588" y="475282"/>
                  <a:pt x="40494" y="479281"/>
                  <a:pt x="40494" y="485324"/>
                </a:cubicBezTo>
                <a:lnTo>
                  <a:pt x="40494" y="505587"/>
                </a:lnTo>
                <a:cubicBezTo>
                  <a:pt x="40494" y="511630"/>
                  <a:pt x="44588" y="515718"/>
                  <a:pt x="50640" y="515718"/>
                </a:cubicBezTo>
                <a:cubicBezTo>
                  <a:pt x="56692" y="515718"/>
                  <a:pt x="60786" y="511630"/>
                  <a:pt x="60786" y="505587"/>
                </a:cubicBezTo>
                <a:lnTo>
                  <a:pt x="60786" y="485324"/>
                </a:lnTo>
                <a:cubicBezTo>
                  <a:pt x="60786" y="479281"/>
                  <a:pt x="56692" y="475282"/>
                  <a:pt x="50640" y="475282"/>
                </a:cubicBezTo>
                <a:close/>
                <a:moveTo>
                  <a:pt x="293579" y="434754"/>
                </a:moveTo>
                <a:cubicBezTo>
                  <a:pt x="299713" y="434754"/>
                  <a:pt x="303714" y="438840"/>
                  <a:pt x="303714" y="444880"/>
                </a:cubicBezTo>
                <a:lnTo>
                  <a:pt x="303714" y="465133"/>
                </a:lnTo>
                <a:cubicBezTo>
                  <a:pt x="303714" y="471173"/>
                  <a:pt x="299713" y="475259"/>
                  <a:pt x="293579" y="475259"/>
                </a:cubicBezTo>
                <a:cubicBezTo>
                  <a:pt x="287533" y="475259"/>
                  <a:pt x="283532" y="471173"/>
                  <a:pt x="283532" y="465133"/>
                </a:cubicBezTo>
                <a:lnTo>
                  <a:pt x="283532" y="444880"/>
                </a:lnTo>
                <a:cubicBezTo>
                  <a:pt x="283532" y="438840"/>
                  <a:pt x="287533" y="434754"/>
                  <a:pt x="293579" y="434754"/>
                </a:cubicBezTo>
                <a:close/>
                <a:moveTo>
                  <a:pt x="253109" y="434754"/>
                </a:moveTo>
                <a:cubicBezTo>
                  <a:pt x="259265" y="434754"/>
                  <a:pt x="263279" y="438840"/>
                  <a:pt x="263279" y="444880"/>
                </a:cubicBezTo>
                <a:lnTo>
                  <a:pt x="263279" y="465133"/>
                </a:lnTo>
                <a:cubicBezTo>
                  <a:pt x="263279" y="471173"/>
                  <a:pt x="259265" y="475259"/>
                  <a:pt x="253109" y="475259"/>
                </a:cubicBezTo>
                <a:cubicBezTo>
                  <a:pt x="247042" y="475259"/>
                  <a:pt x="243027" y="471173"/>
                  <a:pt x="243027" y="465133"/>
                </a:cubicBezTo>
                <a:lnTo>
                  <a:pt x="243027" y="444880"/>
                </a:lnTo>
                <a:cubicBezTo>
                  <a:pt x="243027" y="438840"/>
                  <a:pt x="247042" y="434754"/>
                  <a:pt x="253109" y="434754"/>
                </a:cubicBezTo>
                <a:close/>
                <a:moveTo>
                  <a:pt x="212614" y="434754"/>
                </a:moveTo>
                <a:cubicBezTo>
                  <a:pt x="218675" y="434754"/>
                  <a:pt x="222775" y="438840"/>
                  <a:pt x="222775" y="444880"/>
                </a:cubicBezTo>
                <a:lnTo>
                  <a:pt x="222775" y="465133"/>
                </a:lnTo>
                <a:cubicBezTo>
                  <a:pt x="222775" y="471173"/>
                  <a:pt x="218675" y="475259"/>
                  <a:pt x="212614" y="475259"/>
                </a:cubicBezTo>
                <a:cubicBezTo>
                  <a:pt x="206553" y="475259"/>
                  <a:pt x="202452" y="471173"/>
                  <a:pt x="202452" y="465133"/>
                </a:cubicBezTo>
                <a:lnTo>
                  <a:pt x="202452" y="444880"/>
                </a:lnTo>
                <a:cubicBezTo>
                  <a:pt x="202452" y="438840"/>
                  <a:pt x="206553" y="434754"/>
                  <a:pt x="212614" y="434754"/>
                </a:cubicBezTo>
                <a:close/>
                <a:moveTo>
                  <a:pt x="455668" y="414583"/>
                </a:moveTo>
                <a:cubicBezTo>
                  <a:pt x="449616" y="414583"/>
                  <a:pt x="445522" y="418582"/>
                  <a:pt x="445522" y="424714"/>
                </a:cubicBezTo>
                <a:lnTo>
                  <a:pt x="445522" y="444888"/>
                </a:lnTo>
                <a:cubicBezTo>
                  <a:pt x="445522" y="450931"/>
                  <a:pt x="449616" y="455019"/>
                  <a:pt x="455668" y="455019"/>
                </a:cubicBezTo>
                <a:cubicBezTo>
                  <a:pt x="461719" y="455019"/>
                  <a:pt x="465813" y="450931"/>
                  <a:pt x="465813" y="444888"/>
                </a:cubicBezTo>
                <a:lnTo>
                  <a:pt x="465813" y="424714"/>
                </a:lnTo>
                <a:cubicBezTo>
                  <a:pt x="465813" y="418582"/>
                  <a:pt x="461719" y="414583"/>
                  <a:pt x="455668" y="414583"/>
                </a:cubicBezTo>
                <a:close/>
                <a:moveTo>
                  <a:pt x="415174" y="414583"/>
                </a:moveTo>
                <a:cubicBezTo>
                  <a:pt x="409122" y="414583"/>
                  <a:pt x="405028" y="418582"/>
                  <a:pt x="405028" y="424714"/>
                </a:cubicBezTo>
                <a:lnTo>
                  <a:pt x="405028" y="444888"/>
                </a:lnTo>
                <a:cubicBezTo>
                  <a:pt x="405028" y="450931"/>
                  <a:pt x="409122" y="455019"/>
                  <a:pt x="415174" y="455019"/>
                </a:cubicBezTo>
                <a:cubicBezTo>
                  <a:pt x="421226" y="455019"/>
                  <a:pt x="425319" y="450931"/>
                  <a:pt x="425319" y="444888"/>
                </a:cubicBezTo>
                <a:lnTo>
                  <a:pt x="425319" y="424714"/>
                </a:lnTo>
                <a:cubicBezTo>
                  <a:pt x="425319" y="418582"/>
                  <a:pt x="421226" y="414583"/>
                  <a:pt x="415174" y="414583"/>
                </a:cubicBezTo>
                <a:close/>
                <a:moveTo>
                  <a:pt x="374680" y="414583"/>
                </a:moveTo>
                <a:cubicBezTo>
                  <a:pt x="368539" y="414583"/>
                  <a:pt x="364534" y="418582"/>
                  <a:pt x="364534" y="424714"/>
                </a:cubicBezTo>
                <a:lnTo>
                  <a:pt x="364534" y="444888"/>
                </a:lnTo>
                <a:cubicBezTo>
                  <a:pt x="364534" y="450931"/>
                  <a:pt x="368539" y="455019"/>
                  <a:pt x="374680" y="455019"/>
                </a:cubicBezTo>
                <a:cubicBezTo>
                  <a:pt x="380732" y="455019"/>
                  <a:pt x="384737" y="450931"/>
                  <a:pt x="384737" y="444888"/>
                </a:cubicBezTo>
                <a:lnTo>
                  <a:pt x="384737" y="424714"/>
                </a:lnTo>
                <a:cubicBezTo>
                  <a:pt x="384737" y="418582"/>
                  <a:pt x="380732" y="414583"/>
                  <a:pt x="374680" y="414583"/>
                </a:cubicBezTo>
                <a:close/>
                <a:moveTo>
                  <a:pt x="131628" y="414583"/>
                </a:moveTo>
                <a:cubicBezTo>
                  <a:pt x="125576" y="414583"/>
                  <a:pt x="121482" y="418582"/>
                  <a:pt x="121482" y="424714"/>
                </a:cubicBezTo>
                <a:lnTo>
                  <a:pt x="121482" y="444888"/>
                </a:lnTo>
                <a:cubicBezTo>
                  <a:pt x="121482" y="450931"/>
                  <a:pt x="125576" y="455019"/>
                  <a:pt x="131628" y="455019"/>
                </a:cubicBezTo>
                <a:cubicBezTo>
                  <a:pt x="137679" y="455019"/>
                  <a:pt x="141773" y="450931"/>
                  <a:pt x="141773" y="444888"/>
                </a:cubicBezTo>
                <a:lnTo>
                  <a:pt x="141773" y="424714"/>
                </a:lnTo>
                <a:cubicBezTo>
                  <a:pt x="141773" y="418582"/>
                  <a:pt x="137679" y="414583"/>
                  <a:pt x="131628" y="414583"/>
                </a:cubicBezTo>
                <a:close/>
                <a:moveTo>
                  <a:pt x="91134" y="414583"/>
                </a:moveTo>
                <a:cubicBezTo>
                  <a:pt x="85082" y="414583"/>
                  <a:pt x="80988" y="418582"/>
                  <a:pt x="80988" y="424714"/>
                </a:cubicBezTo>
                <a:lnTo>
                  <a:pt x="80988" y="444888"/>
                </a:lnTo>
                <a:cubicBezTo>
                  <a:pt x="80988" y="450931"/>
                  <a:pt x="85082" y="455019"/>
                  <a:pt x="91134" y="455019"/>
                </a:cubicBezTo>
                <a:cubicBezTo>
                  <a:pt x="97186" y="455019"/>
                  <a:pt x="101279" y="450931"/>
                  <a:pt x="101279" y="444888"/>
                </a:cubicBezTo>
                <a:lnTo>
                  <a:pt x="101279" y="424714"/>
                </a:lnTo>
                <a:cubicBezTo>
                  <a:pt x="101279" y="418582"/>
                  <a:pt x="97186" y="414583"/>
                  <a:pt x="91134" y="414583"/>
                </a:cubicBezTo>
                <a:close/>
                <a:moveTo>
                  <a:pt x="50640" y="414583"/>
                </a:moveTo>
                <a:cubicBezTo>
                  <a:pt x="44588" y="414583"/>
                  <a:pt x="40494" y="418582"/>
                  <a:pt x="40494" y="424714"/>
                </a:cubicBezTo>
                <a:lnTo>
                  <a:pt x="40494" y="444888"/>
                </a:lnTo>
                <a:cubicBezTo>
                  <a:pt x="40494" y="450931"/>
                  <a:pt x="44588" y="455019"/>
                  <a:pt x="50640" y="455019"/>
                </a:cubicBezTo>
                <a:cubicBezTo>
                  <a:pt x="56692" y="455019"/>
                  <a:pt x="60786" y="450931"/>
                  <a:pt x="60786" y="444888"/>
                </a:cubicBezTo>
                <a:lnTo>
                  <a:pt x="60786" y="424714"/>
                </a:lnTo>
                <a:cubicBezTo>
                  <a:pt x="60786" y="418582"/>
                  <a:pt x="56692" y="414583"/>
                  <a:pt x="50640" y="414583"/>
                </a:cubicBezTo>
                <a:close/>
                <a:moveTo>
                  <a:pt x="293579" y="374138"/>
                </a:moveTo>
                <a:cubicBezTo>
                  <a:pt x="299713" y="374138"/>
                  <a:pt x="303714" y="378137"/>
                  <a:pt x="303714" y="384269"/>
                </a:cubicBezTo>
                <a:lnTo>
                  <a:pt x="303714" y="404441"/>
                </a:lnTo>
                <a:cubicBezTo>
                  <a:pt x="303714" y="410484"/>
                  <a:pt x="299713" y="414572"/>
                  <a:pt x="293579" y="414572"/>
                </a:cubicBezTo>
                <a:cubicBezTo>
                  <a:pt x="287533" y="414572"/>
                  <a:pt x="283532" y="410484"/>
                  <a:pt x="283532" y="404441"/>
                </a:cubicBezTo>
                <a:lnTo>
                  <a:pt x="283532" y="384269"/>
                </a:lnTo>
                <a:cubicBezTo>
                  <a:pt x="283532" y="378137"/>
                  <a:pt x="287533" y="374138"/>
                  <a:pt x="293579" y="374138"/>
                </a:cubicBezTo>
                <a:close/>
                <a:moveTo>
                  <a:pt x="253109" y="374138"/>
                </a:moveTo>
                <a:cubicBezTo>
                  <a:pt x="259265" y="374138"/>
                  <a:pt x="263279" y="378137"/>
                  <a:pt x="263279" y="384269"/>
                </a:cubicBezTo>
                <a:lnTo>
                  <a:pt x="263279" y="404441"/>
                </a:lnTo>
                <a:cubicBezTo>
                  <a:pt x="263279" y="410484"/>
                  <a:pt x="259265" y="414572"/>
                  <a:pt x="253109" y="414572"/>
                </a:cubicBezTo>
                <a:cubicBezTo>
                  <a:pt x="247042" y="414572"/>
                  <a:pt x="243027" y="410484"/>
                  <a:pt x="243027" y="404441"/>
                </a:cubicBezTo>
                <a:lnTo>
                  <a:pt x="243027" y="384269"/>
                </a:lnTo>
                <a:cubicBezTo>
                  <a:pt x="243027" y="378137"/>
                  <a:pt x="247042" y="374138"/>
                  <a:pt x="253109" y="374138"/>
                </a:cubicBezTo>
                <a:close/>
                <a:moveTo>
                  <a:pt x="212614" y="374138"/>
                </a:moveTo>
                <a:cubicBezTo>
                  <a:pt x="218675" y="374138"/>
                  <a:pt x="222775" y="378137"/>
                  <a:pt x="222775" y="384269"/>
                </a:cubicBezTo>
                <a:lnTo>
                  <a:pt x="222775" y="404441"/>
                </a:lnTo>
                <a:cubicBezTo>
                  <a:pt x="222775" y="410484"/>
                  <a:pt x="218675" y="414572"/>
                  <a:pt x="212614" y="414572"/>
                </a:cubicBezTo>
                <a:cubicBezTo>
                  <a:pt x="206553" y="414572"/>
                  <a:pt x="202452" y="410484"/>
                  <a:pt x="202452" y="404441"/>
                </a:cubicBezTo>
                <a:lnTo>
                  <a:pt x="202452" y="384269"/>
                </a:lnTo>
                <a:cubicBezTo>
                  <a:pt x="202452" y="378137"/>
                  <a:pt x="206553" y="374138"/>
                  <a:pt x="212614" y="374138"/>
                </a:cubicBezTo>
                <a:close/>
                <a:moveTo>
                  <a:pt x="455668" y="353884"/>
                </a:moveTo>
                <a:cubicBezTo>
                  <a:pt x="449616" y="353884"/>
                  <a:pt x="445522" y="357972"/>
                  <a:pt x="445522" y="364015"/>
                </a:cubicBezTo>
                <a:lnTo>
                  <a:pt x="445522" y="384278"/>
                </a:lnTo>
                <a:cubicBezTo>
                  <a:pt x="445522" y="390321"/>
                  <a:pt x="449616" y="394320"/>
                  <a:pt x="455668" y="394320"/>
                </a:cubicBezTo>
                <a:cubicBezTo>
                  <a:pt x="461719" y="394320"/>
                  <a:pt x="465813" y="390321"/>
                  <a:pt x="465813" y="384278"/>
                </a:cubicBezTo>
                <a:lnTo>
                  <a:pt x="465813" y="364015"/>
                </a:lnTo>
                <a:cubicBezTo>
                  <a:pt x="465813" y="357972"/>
                  <a:pt x="461719" y="353884"/>
                  <a:pt x="455668" y="353884"/>
                </a:cubicBezTo>
                <a:close/>
                <a:moveTo>
                  <a:pt x="415174" y="353884"/>
                </a:moveTo>
                <a:cubicBezTo>
                  <a:pt x="409122" y="353884"/>
                  <a:pt x="405028" y="357972"/>
                  <a:pt x="405028" y="364015"/>
                </a:cubicBezTo>
                <a:lnTo>
                  <a:pt x="405028" y="384278"/>
                </a:lnTo>
                <a:cubicBezTo>
                  <a:pt x="405028" y="390321"/>
                  <a:pt x="409122" y="394320"/>
                  <a:pt x="415174" y="394320"/>
                </a:cubicBezTo>
                <a:cubicBezTo>
                  <a:pt x="421226" y="394320"/>
                  <a:pt x="425319" y="390321"/>
                  <a:pt x="425319" y="384278"/>
                </a:cubicBezTo>
                <a:lnTo>
                  <a:pt x="425319" y="364015"/>
                </a:lnTo>
                <a:cubicBezTo>
                  <a:pt x="425319" y="357972"/>
                  <a:pt x="421226" y="353884"/>
                  <a:pt x="415174" y="353884"/>
                </a:cubicBezTo>
                <a:close/>
                <a:moveTo>
                  <a:pt x="374680" y="353884"/>
                </a:moveTo>
                <a:cubicBezTo>
                  <a:pt x="368539" y="353884"/>
                  <a:pt x="364534" y="357972"/>
                  <a:pt x="364534" y="364015"/>
                </a:cubicBezTo>
                <a:lnTo>
                  <a:pt x="364534" y="384278"/>
                </a:lnTo>
                <a:cubicBezTo>
                  <a:pt x="364534" y="390321"/>
                  <a:pt x="368539" y="394320"/>
                  <a:pt x="374680" y="394320"/>
                </a:cubicBezTo>
                <a:cubicBezTo>
                  <a:pt x="380732" y="394320"/>
                  <a:pt x="384737" y="390321"/>
                  <a:pt x="384737" y="384278"/>
                </a:cubicBezTo>
                <a:lnTo>
                  <a:pt x="384737" y="364015"/>
                </a:lnTo>
                <a:cubicBezTo>
                  <a:pt x="384737" y="357972"/>
                  <a:pt x="380732" y="353884"/>
                  <a:pt x="374680" y="353884"/>
                </a:cubicBezTo>
                <a:close/>
                <a:moveTo>
                  <a:pt x="131628" y="353884"/>
                </a:moveTo>
                <a:cubicBezTo>
                  <a:pt x="125576" y="353884"/>
                  <a:pt x="121482" y="357972"/>
                  <a:pt x="121482" y="364015"/>
                </a:cubicBezTo>
                <a:lnTo>
                  <a:pt x="121482" y="384278"/>
                </a:lnTo>
                <a:cubicBezTo>
                  <a:pt x="121482" y="390321"/>
                  <a:pt x="125576" y="394320"/>
                  <a:pt x="131628" y="394320"/>
                </a:cubicBezTo>
                <a:cubicBezTo>
                  <a:pt x="137679" y="394320"/>
                  <a:pt x="141773" y="390321"/>
                  <a:pt x="141773" y="384278"/>
                </a:cubicBezTo>
                <a:lnTo>
                  <a:pt x="141773" y="364015"/>
                </a:lnTo>
                <a:cubicBezTo>
                  <a:pt x="141773" y="357972"/>
                  <a:pt x="137679" y="353884"/>
                  <a:pt x="131628" y="353884"/>
                </a:cubicBezTo>
                <a:close/>
                <a:moveTo>
                  <a:pt x="91134" y="353884"/>
                </a:moveTo>
                <a:cubicBezTo>
                  <a:pt x="85082" y="353884"/>
                  <a:pt x="80988" y="357972"/>
                  <a:pt x="80988" y="364015"/>
                </a:cubicBezTo>
                <a:lnTo>
                  <a:pt x="80988" y="384278"/>
                </a:lnTo>
                <a:cubicBezTo>
                  <a:pt x="80988" y="390321"/>
                  <a:pt x="85082" y="394320"/>
                  <a:pt x="91134" y="394320"/>
                </a:cubicBezTo>
                <a:cubicBezTo>
                  <a:pt x="97186" y="394320"/>
                  <a:pt x="101279" y="390321"/>
                  <a:pt x="101279" y="384278"/>
                </a:cubicBezTo>
                <a:lnTo>
                  <a:pt x="101279" y="364015"/>
                </a:lnTo>
                <a:cubicBezTo>
                  <a:pt x="101279" y="357972"/>
                  <a:pt x="97186" y="353884"/>
                  <a:pt x="91134" y="353884"/>
                </a:cubicBezTo>
                <a:close/>
                <a:moveTo>
                  <a:pt x="50640" y="353884"/>
                </a:moveTo>
                <a:cubicBezTo>
                  <a:pt x="44588" y="353884"/>
                  <a:pt x="40494" y="357972"/>
                  <a:pt x="40494" y="364015"/>
                </a:cubicBezTo>
                <a:lnTo>
                  <a:pt x="40494" y="384278"/>
                </a:lnTo>
                <a:cubicBezTo>
                  <a:pt x="40494" y="390321"/>
                  <a:pt x="44588" y="394320"/>
                  <a:pt x="50640" y="394320"/>
                </a:cubicBezTo>
                <a:cubicBezTo>
                  <a:pt x="56692" y="394320"/>
                  <a:pt x="60786" y="390321"/>
                  <a:pt x="60786" y="384278"/>
                </a:cubicBezTo>
                <a:lnTo>
                  <a:pt x="60786" y="364015"/>
                </a:lnTo>
                <a:cubicBezTo>
                  <a:pt x="60786" y="357972"/>
                  <a:pt x="56692" y="353884"/>
                  <a:pt x="50640" y="353884"/>
                </a:cubicBezTo>
                <a:close/>
                <a:moveTo>
                  <a:pt x="293579" y="313452"/>
                </a:moveTo>
                <a:cubicBezTo>
                  <a:pt x="299713" y="313452"/>
                  <a:pt x="303714" y="317540"/>
                  <a:pt x="303714" y="323583"/>
                </a:cubicBezTo>
                <a:lnTo>
                  <a:pt x="303714" y="343755"/>
                </a:lnTo>
                <a:cubicBezTo>
                  <a:pt x="303714" y="349887"/>
                  <a:pt x="299713" y="353886"/>
                  <a:pt x="293579" y="353886"/>
                </a:cubicBezTo>
                <a:cubicBezTo>
                  <a:pt x="287533" y="353886"/>
                  <a:pt x="283532" y="349887"/>
                  <a:pt x="283532" y="343755"/>
                </a:cubicBezTo>
                <a:lnTo>
                  <a:pt x="283532" y="323583"/>
                </a:lnTo>
                <a:cubicBezTo>
                  <a:pt x="283532" y="317540"/>
                  <a:pt x="287533" y="313452"/>
                  <a:pt x="293579" y="313452"/>
                </a:cubicBezTo>
                <a:close/>
                <a:moveTo>
                  <a:pt x="253109" y="313452"/>
                </a:moveTo>
                <a:cubicBezTo>
                  <a:pt x="259265" y="313452"/>
                  <a:pt x="263279" y="317540"/>
                  <a:pt x="263279" y="323583"/>
                </a:cubicBezTo>
                <a:lnTo>
                  <a:pt x="263279" y="343755"/>
                </a:lnTo>
                <a:cubicBezTo>
                  <a:pt x="263279" y="349887"/>
                  <a:pt x="259265" y="353886"/>
                  <a:pt x="253109" y="353886"/>
                </a:cubicBezTo>
                <a:cubicBezTo>
                  <a:pt x="247042" y="353886"/>
                  <a:pt x="243027" y="349887"/>
                  <a:pt x="243027" y="343755"/>
                </a:cubicBezTo>
                <a:lnTo>
                  <a:pt x="243027" y="323583"/>
                </a:lnTo>
                <a:cubicBezTo>
                  <a:pt x="243027" y="317540"/>
                  <a:pt x="247042" y="313452"/>
                  <a:pt x="253109" y="313452"/>
                </a:cubicBezTo>
                <a:close/>
                <a:moveTo>
                  <a:pt x="212614" y="313452"/>
                </a:moveTo>
                <a:cubicBezTo>
                  <a:pt x="218675" y="313452"/>
                  <a:pt x="222775" y="317540"/>
                  <a:pt x="222775" y="323583"/>
                </a:cubicBezTo>
                <a:lnTo>
                  <a:pt x="222775" y="343755"/>
                </a:lnTo>
                <a:cubicBezTo>
                  <a:pt x="222775" y="349887"/>
                  <a:pt x="218675" y="353886"/>
                  <a:pt x="212614" y="353886"/>
                </a:cubicBezTo>
                <a:cubicBezTo>
                  <a:pt x="206553" y="353886"/>
                  <a:pt x="202452" y="349887"/>
                  <a:pt x="202452" y="343755"/>
                </a:cubicBezTo>
                <a:lnTo>
                  <a:pt x="202452" y="323583"/>
                </a:lnTo>
                <a:cubicBezTo>
                  <a:pt x="202452" y="317540"/>
                  <a:pt x="206553" y="313452"/>
                  <a:pt x="212614" y="313452"/>
                </a:cubicBezTo>
                <a:close/>
                <a:moveTo>
                  <a:pt x="455668" y="293274"/>
                </a:moveTo>
                <a:cubicBezTo>
                  <a:pt x="449616" y="293274"/>
                  <a:pt x="445522" y="297273"/>
                  <a:pt x="445522" y="303317"/>
                </a:cubicBezTo>
                <a:lnTo>
                  <a:pt x="445522" y="323579"/>
                </a:lnTo>
                <a:cubicBezTo>
                  <a:pt x="445522" y="329622"/>
                  <a:pt x="449616" y="333710"/>
                  <a:pt x="455668" y="333710"/>
                </a:cubicBezTo>
                <a:cubicBezTo>
                  <a:pt x="461719" y="333710"/>
                  <a:pt x="465813" y="329622"/>
                  <a:pt x="465813" y="323579"/>
                </a:cubicBezTo>
                <a:lnTo>
                  <a:pt x="465813" y="303317"/>
                </a:lnTo>
                <a:cubicBezTo>
                  <a:pt x="465813" y="297273"/>
                  <a:pt x="461719" y="293274"/>
                  <a:pt x="455668" y="293274"/>
                </a:cubicBezTo>
                <a:close/>
                <a:moveTo>
                  <a:pt x="415174" y="293274"/>
                </a:moveTo>
                <a:cubicBezTo>
                  <a:pt x="409122" y="293274"/>
                  <a:pt x="405028" y="297273"/>
                  <a:pt x="405028" y="303317"/>
                </a:cubicBezTo>
                <a:lnTo>
                  <a:pt x="405028" y="323579"/>
                </a:lnTo>
                <a:cubicBezTo>
                  <a:pt x="405028" y="329622"/>
                  <a:pt x="409122" y="333710"/>
                  <a:pt x="415174" y="333710"/>
                </a:cubicBezTo>
                <a:cubicBezTo>
                  <a:pt x="421226" y="333710"/>
                  <a:pt x="425319" y="329622"/>
                  <a:pt x="425319" y="323579"/>
                </a:cubicBezTo>
                <a:lnTo>
                  <a:pt x="425319" y="303317"/>
                </a:lnTo>
                <a:cubicBezTo>
                  <a:pt x="425319" y="297273"/>
                  <a:pt x="421226" y="293274"/>
                  <a:pt x="415174" y="293274"/>
                </a:cubicBezTo>
                <a:close/>
                <a:moveTo>
                  <a:pt x="374680" y="293274"/>
                </a:moveTo>
                <a:cubicBezTo>
                  <a:pt x="368539" y="293274"/>
                  <a:pt x="364534" y="297273"/>
                  <a:pt x="364534" y="303317"/>
                </a:cubicBezTo>
                <a:lnTo>
                  <a:pt x="364534" y="323579"/>
                </a:lnTo>
                <a:cubicBezTo>
                  <a:pt x="364534" y="329622"/>
                  <a:pt x="368539" y="333710"/>
                  <a:pt x="374680" y="333710"/>
                </a:cubicBezTo>
                <a:cubicBezTo>
                  <a:pt x="380732" y="333710"/>
                  <a:pt x="384737" y="329622"/>
                  <a:pt x="384737" y="323579"/>
                </a:cubicBezTo>
                <a:lnTo>
                  <a:pt x="384737" y="303317"/>
                </a:lnTo>
                <a:cubicBezTo>
                  <a:pt x="384737" y="297273"/>
                  <a:pt x="380732" y="293274"/>
                  <a:pt x="374680" y="293274"/>
                </a:cubicBezTo>
                <a:close/>
                <a:moveTo>
                  <a:pt x="182267" y="293274"/>
                </a:moveTo>
                <a:lnTo>
                  <a:pt x="182267" y="586459"/>
                </a:lnTo>
                <a:lnTo>
                  <a:pt x="324040" y="586459"/>
                </a:lnTo>
                <a:lnTo>
                  <a:pt x="324040" y="293274"/>
                </a:lnTo>
                <a:lnTo>
                  <a:pt x="293603" y="293274"/>
                </a:lnTo>
                <a:lnTo>
                  <a:pt x="212615" y="293274"/>
                </a:lnTo>
                <a:close/>
                <a:moveTo>
                  <a:pt x="131628" y="293274"/>
                </a:moveTo>
                <a:cubicBezTo>
                  <a:pt x="125576" y="293274"/>
                  <a:pt x="121482" y="297273"/>
                  <a:pt x="121482" y="303317"/>
                </a:cubicBezTo>
                <a:lnTo>
                  <a:pt x="121482" y="323579"/>
                </a:lnTo>
                <a:cubicBezTo>
                  <a:pt x="121482" y="329622"/>
                  <a:pt x="125576" y="333710"/>
                  <a:pt x="131628" y="333710"/>
                </a:cubicBezTo>
                <a:cubicBezTo>
                  <a:pt x="137679" y="333710"/>
                  <a:pt x="141773" y="329622"/>
                  <a:pt x="141773" y="323579"/>
                </a:cubicBezTo>
                <a:lnTo>
                  <a:pt x="141773" y="303317"/>
                </a:lnTo>
                <a:cubicBezTo>
                  <a:pt x="141773" y="297273"/>
                  <a:pt x="137679" y="293274"/>
                  <a:pt x="131628" y="293274"/>
                </a:cubicBezTo>
                <a:close/>
                <a:moveTo>
                  <a:pt x="91134" y="293274"/>
                </a:moveTo>
                <a:cubicBezTo>
                  <a:pt x="85082" y="293274"/>
                  <a:pt x="80988" y="297273"/>
                  <a:pt x="80988" y="303317"/>
                </a:cubicBezTo>
                <a:lnTo>
                  <a:pt x="80988" y="323579"/>
                </a:lnTo>
                <a:cubicBezTo>
                  <a:pt x="80988" y="329622"/>
                  <a:pt x="85082" y="333710"/>
                  <a:pt x="91134" y="333710"/>
                </a:cubicBezTo>
                <a:cubicBezTo>
                  <a:pt x="97186" y="333710"/>
                  <a:pt x="101279" y="329622"/>
                  <a:pt x="101279" y="323579"/>
                </a:cubicBezTo>
                <a:lnTo>
                  <a:pt x="101279" y="303317"/>
                </a:lnTo>
                <a:cubicBezTo>
                  <a:pt x="101279" y="297273"/>
                  <a:pt x="97186" y="293274"/>
                  <a:pt x="91134" y="293274"/>
                </a:cubicBezTo>
                <a:close/>
                <a:moveTo>
                  <a:pt x="50640" y="293274"/>
                </a:moveTo>
                <a:cubicBezTo>
                  <a:pt x="44588" y="293274"/>
                  <a:pt x="40494" y="297273"/>
                  <a:pt x="40494" y="303317"/>
                </a:cubicBezTo>
                <a:lnTo>
                  <a:pt x="40494" y="323579"/>
                </a:lnTo>
                <a:cubicBezTo>
                  <a:pt x="40494" y="329622"/>
                  <a:pt x="44588" y="333710"/>
                  <a:pt x="50640" y="333710"/>
                </a:cubicBezTo>
                <a:cubicBezTo>
                  <a:pt x="56692" y="333710"/>
                  <a:pt x="60786" y="329622"/>
                  <a:pt x="60786" y="323579"/>
                </a:cubicBezTo>
                <a:lnTo>
                  <a:pt x="60786" y="303317"/>
                </a:lnTo>
                <a:cubicBezTo>
                  <a:pt x="60786" y="297273"/>
                  <a:pt x="56692" y="293274"/>
                  <a:pt x="50640" y="293274"/>
                </a:cubicBezTo>
                <a:close/>
                <a:moveTo>
                  <a:pt x="455668" y="232575"/>
                </a:moveTo>
                <a:cubicBezTo>
                  <a:pt x="449616" y="232575"/>
                  <a:pt x="445522" y="236574"/>
                  <a:pt x="445522" y="242707"/>
                </a:cubicBezTo>
                <a:lnTo>
                  <a:pt x="445522" y="262880"/>
                </a:lnTo>
                <a:cubicBezTo>
                  <a:pt x="445522" y="268923"/>
                  <a:pt x="449616" y="273012"/>
                  <a:pt x="455668" y="273012"/>
                </a:cubicBezTo>
                <a:cubicBezTo>
                  <a:pt x="461719" y="273012"/>
                  <a:pt x="465813" y="268923"/>
                  <a:pt x="465813" y="262880"/>
                </a:cubicBezTo>
                <a:lnTo>
                  <a:pt x="465813" y="242707"/>
                </a:lnTo>
                <a:cubicBezTo>
                  <a:pt x="465813" y="236574"/>
                  <a:pt x="461719" y="232575"/>
                  <a:pt x="455668" y="232575"/>
                </a:cubicBezTo>
                <a:close/>
                <a:moveTo>
                  <a:pt x="415174" y="232575"/>
                </a:moveTo>
                <a:cubicBezTo>
                  <a:pt x="409122" y="232575"/>
                  <a:pt x="405028" y="236574"/>
                  <a:pt x="405028" y="242707"/>
                </a:cubicBezTo>
                <a:lnTo>
                  <a:pt x="405028" y="262880"/>
                </a:lnTo>
                <a:cubicBezTo>
                  <a:pt x="405028" y="268923"/>
                  <a:pt x="409122" y="273012"/>
                  <a:pt x="415174" y="273012"/>
                </a:cubicBezTo>
                <a:cubicBezTo>
                  <a:pt x="421226" y="273012"/>
                  <a:pt x="425319" y="268923"/>
                  <a:pt x="425319" y="262880"/>
                </a:cubicBezTo>
                <a:lnTo>
                  <a:pt x="425319" y="242707"/>
                </a:lnTo>
                <a:cubicBezTo>
                  <a:pt x="425319" y="236574"/>
                  <a:pt x="421226" y="232575"/>
                  <a:pt x="415174" y="232575"/>
                </a:cubicBezTo>
                <a:close/>
                <a:moveTo>
                  <a:pt x="374680" y="232575"/>
                </a:moveTo>
                <a:cubicBezTo>
                  <a:pt x="368539" y="232575"/>
                  <a:pt x="364534" y="236574"/>
                  <a:pt x="364534" y="242707"/>
                </a:cubicBezTo>
                <a:lnTo>
                  <a:pt x="364534" y="262880"/>
                </a:lnTo>
                <a:cubicBezTo>
                  <a:pt x="364534" y="268923"/>
                  <a:pt x="368539" y="273012"/>
                  <a:pt x="374680" y="273012"/>
                </a:cubicBezTo>
                <a:cubicBezTo>
                  <a:pt x="380732" y="273012"/>
                  <a:pt x="384737" y="268923"/>
                  <a:pt x="384737" y="262880"/>
                </a:cubicBezTo>
                <a:lnTo>
                  <a:pt x="384737" y="242707"/>
                </a:lnTo>
                <a:cubicBezTo>
                  <a:pt x="384737" y="236574"/>
                  <a:pt x="380732" y="232575"/>
                  <a:pt x="374680" y="232575"/>
                </a:cubicBezTo>
                <a:close/>
                <a:moveTo>
                  <a:pt x="131628" y="232575"/>
                </a:moveTo>
                <a:cubicBezTo>
                  <a:pt x="125576" y="232575"/>
                  <a:pt x="121482" y="236574"/>
                  <a:pt x="121482" y="242707"/>
                </a:cubicBezTo>
                <a:lnTo>
                  <a:pt x="121482" y="262880"/>
                </a:lnTo>
                <a:cubicBezTo>
                  <a:pt x="121482" y="268923"/>
                  <a:pt x="125576" y="273012"/>
                  <a:pt x="131628" y="273012"/>
                </a:cubicBezTo>
                <a:cubicBezTo>
                  <a:pt x="137679" y="273012"/>
                  <a:pt x="141773" y="268923"/>
                  <a:pt x="141773" y="262880"/>
                </a:cubicBezTo>
                <a:lnTo>
                  <a:pt x="141773" y="242707"/>
                </a:lnTo>
                <a:cubicBezTo>
                  <a:pt x="141773" y="236574"/>
                  <a:pt x="137679" y="232575"/>
                  <a:pt x="131628" y="232575"/>
                </a:cubicBezTo>
                <a:close/>
                <a:moveTo>
                  <a:pt x="91134" y="232575"/>
                </a:moveTo>
                <a:cubicBezTo>
                  <a:pt x="85082" y="232575"/>
                  <a:pt x="80988" y="236574"/>
                  <a:pt x="80988" y="242707"/>
                </a:cubicBezTo>
                <a:lnTo>
                  <a:pt x="80988" y="262880"/>
                </a:lnTo>
                <a:cubicBezTo>
                  <a:pt x="80988" y="268923"/>
                  <a:pt x="85082" y="273012"/>
                  <a:pt x="91134" y="273012"/>
                </a:cubicBezTo>
                <a:cubicBezTo>
                  <a:pt x="97186" y="273012"/>
                  <a:pt x="101279" y="268923"/>
                  <a:pt x="101279" y="262880"/>
                </a:cubicBezTo>
                <a:lnTo>
                  <a:pt x="101279" y="242707"/>
                </a:lnTo>
                <a:cubicBezTo>
                  <a:pt x="101279" y="236574"/>
                  <a:pt x="97186" y="232575"/>
                  <a:pt x="91134" y="232575"/>
                </a:cubicBezTo>
                <a:close/>
                <a:moveTo>
                  <a:pt x="50640" y="232575"/>
                </a:moveTo>
                <a:cubicBezTo>
                  <a:pt x="44588" y="232575"/>
                  <a:pt x="40494" y="236574"/>
                  <a:pt x="40494" y="242707"/>
                </a:cubicBezTo>
                <a:lnTo>
                  <a:pt x="40494" y="262880"/>
                </a:lnTo>
                <a:cubicBezTo>
                  <a:pt x="40494" y="268923"/>
                  <a:pt x="44588" y="273012"/>
                  <a:pt x="50640" y="273012"/>
                </a:cubicBezTo>
                <a:cubicBezTo>
                  <a:pt x="56692" y="273012"/>
                  <a:pt x="60786" y="268923"/>
                  <a:pt x="60786" y="262880"/>
                </a:cubicBezTo>
                <a:lnTo>
                  <a:pt x="60786" y="242707"/>
                </a:lnTo>
                <a:cubicBezTo>
                  <a:pt x="60786" y="236574"/>
                  <a:pt x="56692" y="232575"/>
                  <a:pt x="50640" y="232575"/>
                </a:cubicBezTo>
                <a:close/>
                <a:moveTo>
                  <a:pt x="455668" y="171876"/>
                </a:moveTo>
                <a:cubicBezTo>
                  <a:pt x="449616" y="171876"/>
                  <a:pt x="445522" y="175964"/>
                  <a:pt x="445522" y="182008"/>
                </a:cubicBezTo>
                <a:lnTo>
                  <a:pt x="445522" y="202270"/>
                </a:lnTo>
                <a:cubicBezTo>
                  <a:pt x="445522" y="208314"/>
                  <a:pt x="449616" y="212313"/>
                  <a:pt x="455668" y="212313"/>
                </a:cubicBezTo>
                <a:cubicBezTo>
                  <a:pt x="461719" y="212313"/>
                  <a:pt x="465813" y="208314"/>
                  <a:pt x="465813" y="202270"/>
                </a:cubicBezTo>
                <a:lnTo>
                  <a:pt x="465813" y="182008"/>
                </a:lnTo>
                <a:cubicBezTo>
                  <a:pt x="465813" y="175964"/>
                  <a:pt x="461719" y="171876"/>
                  <a:pt x="455668" y="171876"/>
                </a:cubicBezTo>
                <a:close/>
                <a:moveTo>
                  <a:pt x="415174" y="171876"/>
                </a:moveTo>
                <a:cubicBezTo>
                  <a:pt x="409122" y="171876"/>
                  <a:pt x="405028" y="175964"/>
                  <a:pt x="405028" y="182008"/>
                </a:cubicBezTo>
                <a:lnTo>
                  <a:pt x="405028" y="202270"/>
                </a:lnTo>
                <a:cubicBezTo>
                  <a:pt x="405028" y="208314"/>
                  <a:pt x="409122" y="212313"/>
                  <a:pt x="415174" y="212313"/>
                </a:cubicBezTo>
                <a:cubicBezTo>
                  <a:pt x="421226" y="212313"/>
                  <a:pt x="425319" y="208314"/>
                  <a:pt x="425319" y="202270"/>
                </a:cubicBezTo>
                <a:lnTo>
                  <a:pt x="425319" y="182008"/>
                </a:lnTo>
                <a:cubicBezTo>
                  <a:pt x="425319" y="175964"/>
                  <a:pt x="421226" y="171876"/>
                  <a:pt x="415174" y="171876"/>
                </a:cubicBezTo>
                <a:close/>
                <a:moveTo>
                  <a:pt x="374680" y="171876"/>
                </a:moveTo>
                <a:cubicBezTo>
                  <a:pt x="368539" y="171876"/>
                  <a:pt x="364534" y="175964"/>
                  <a:pt x="364534" y="182008"/>
                </a:cubicBezTo>
                <a:lnTo>
                  <a:pt x="364534" y="202270"/>
                </a:lnTo>
                <a:cubicBezTo>
                  <a:pt x="364534" y="208314"/>
                  <a:pt x="368539" y="212313"/>
                  <a:pt x="374680" y="212313"/>
                </a:cubicBezTo>
                <a:cubicBezTo>
                  <a:pt x="380732" y="212313"/>
                  <a:pt x="384737" y="208314"/>
                  <a:pt x="384737" y="202270"/>
                </a:cubicBezTo>
                <a:lnTo>
                  <a:pt x="384737" y="182008"/>
                </a:lnTo>
                <a:cubicBezTo>
                  <a:pt x="384737" y="175964"/>
                  <a:pt x="380732" y="171876"/>
                  <a:pt x="374680" y="171876"/>
                </a:cubicBezTo>
                <a:close/>
                <a:moveTo>
                  <a:pt x="131628" y="171876"/>
                </a:moveTo>
                <a:cubicBezTo>
                  <a:pt x="125576" y="171876"/>
                  <a:pt x="121482" y="175964"/>
                  <a:pt x="121482" y="182008"/>
                </a:cubicBezTo>
                <a:lnTo>
                  <a:pt x="121482" y="202270"/>
                </a:lnTo>
                <a:cubicBezTo>
                  <a:pt x="121482" y="208314"/>
                  <a:pt x="125576" y="212313"/>
                  <a:pt x="131628" y="212313"/>
                </a:cubicBezTo>
                <a:cubicBezTo>
                  <a:pt x="137679" y="212313"/>
                  <a:pt x="141773" y="208314"/>
                  <a:pt x="141773" y="202270"/>
                </a:cubicBezTo>
                <a:lnTo>
                  <a:pt x="141773" y="182008"/>
                </a:lnTo>
                <a:cubicBezTo>
                  <a:pt x="141773" y="175964"/>
                  <a:pt x="137679" y="171876"/>
                  <a:pt x="131628" y="171876"/>
                </a:cubicBezTo>
                <a:close/>
                <a:moveTo>
                  <a:pt x="91134" y="171876"/>
                </a:moveTo>
                <a:cubicBezTo>
                  <a:pt x="85082" y="171876"/>
                  <a:pt x="80988" y="175964"/>
                  <a:pt x="80988" y="182008"/>
                </a:cubicBezTo>
                <a:lnTo>
                  <a:pt x="80988" y="202270"/>
                </a:lnTo>
                <a:cubicBezTo>
                  <a:pt x="80988" y="208314"/>
                  <a:pt x="85082" y="212313"/>
                  <a:pt x="91134" y="212313"/>
                </a:cubicBezTo>
                <a:cubicBezTo>
                  <a:pt x="97186" y="212313"/>
                  <a:pt x="101279" y="208314"/>
                  <a:pt x="101279" y="202270"/>
                </a:cubicBezTo>
                <a:lnTo>
                  <a:pt x="101279" y="182008"/>
                </a:lnTo>
                <a:cubicBezTo>
                  <a:pt x="101279" y="175964"/>
                  <a:pt x="97186" y="171876"/>
                  <a:pt x="91134" y="171876"/>
                </a:cubicBezTo>
                <a:close/>
                <a:moveTo>
                  <a:pt x="50640" y="171876"/>
                </a:moveTo>
                <a:cubicBezTo>
                  <a:pt x="44588" y="171876"/>
                  <a:pt x="40494" y="175964"/>
                  <a:pt x="40494" y="182008"/>
                </a:cubicBezTo>
                <a:lnTo>
                  <a:pt x="40494" y="202270"/>
                </a:lnTo>
                <a:cubicBezTo>
                  <a:pt x="40494" y="208314"/>
                  <a:pt x="44588" y="212313"/>
                  <a:pt x="50640" y="212313"/>
                </a:cubicBezTo>
                <a:cubicBezTo>
                  <a:pt x="56692" y="212313"/>
                  <a:pt x="60786" y="208314"/>
                  <a:pt x="60786" y="202270"/>
                </a:cubicBezTo>
                <a:lnTo>
                  <a:pt x="60786" y="182008"/>
                </a:lnTo>
                <a:cubicBezTo>
                  <a:pt x="60786" y="175964"/>
                  <a:pt x="56692" y="171876"/>
                  <a:pt x="50640" y="171876"/>
                </a:cubicBezTo>
                <a:close/>
                <a:moveTo>
                  <a:pt x="455668" y="111266"/>
                </a:moveTo>
                <a:cubicBezTo>
                  <a:pt x="449616" y="111266"/>
                  <a:pt x="445522" y="115266"/>
                  <a:pt x="445522" y="121309"/>
                </a:cubicBezTo>
                <a:lnTo>
                  <a:pt x="445522" y="141571"/>
                </a:lnTo>
                <a:cubicBezTo>
                  <a:pt x="445522" y="147615"/>
                  <a:pt x="449616" y="151703"/>
                  <a:pt x="455668" y="151703"/>
                </a:cubicBezTo>
                <a:cubicBezTo>
                  <a:pt x="461719" y="151703"/>
                  <a:pt x="465813" y="147615"/>
                  <a:pt x="465813" y="141571"/>
                </a:cubicBezTo>
                <a:lnTo>
                  <a:pt x="465813" y="121309"/>
                </a:lnTo>
                <a:cubicBezTo>
                  <a:pt x="465813" y="115266"/>
                  <a:pt x="461719" y="111266"/>
                  <a:pt x="455668" y="111266"/>
                </a:cubicBezTo>
                <a:close/>
                <a:moveTo>
                  <a:pt x="415174" y="111266"/>
                </a:moveTo>
                <a:cubicBezTo>
                  <a:pt x="409122" y="111266"/>
                  <a:pt x="405028" y="115266"/>
                  <a:pt x="405028" y="121309"/>
                </a:cubicBezTo>
                <a:lnTo>
                  <a:pt x="405028" y="141571"/>
                </a:lnTo>
                <a:cubicBezTo>
                  <a:pt x="405028" y="147615"/>
                  <a:pt x="409122" y="151703"/>
                  <a:pt x="415174" y="151703"/>
                </a:cubicBezTo>
                <a:cubicBezTo>
                  <a:pt x="421226" y="151703"/>
                  <a:pt x="425319" y="147615"/>
                  <a:pt x="425319" y="141571"/>
                </a:cubicBezTo>
                <a:lnTo>
                  <a:pt x="425319" y="121309"/>
                </a:lnTo>
                <a:cubicBezTo>
                  <a:pt x="425319" y="115266"/>
                  <a:pt x="421226" y="111266"/>
                  <a:pt x="415174" y="111266"/>
                </a:cubicBezTo>
                <a:close/>
                <a:moveTo>
                  <a:pt x="374680" y="111266"/>
                </a:moveTo>
                <a:cubicBezTo>
                  <a:pt x="368539" y="111266"/>
                  <a:pt x="364534" y="115266"/>
                  <a:pt x="364534" y="121309"/>
                </a:cubicBezTo>
                <a:lnTo>
                  <a:pt x="364534" y="141571"/>
                </a:lnTo>
                <a:cubicBezTo>
                  <a:pt x="364534" y="147615"/>
                  <a:pt x="368539" y="151703"/>
                  <a:pt x="374680" y="151703"/>
                </a:cubicBezTo>
                <a:cubicBezTo>
                  <a:pt x="380732" y="151703"/>
                  <a:pt x="384737" y="147615"/>
                  <a:pt x="384737" y="141571"/>
                </a:cubicBezTo>
                <a:lnTo>
                  <a:pt x="384737" y="121309"/>
                </a:lnTo>
                <a:cubicBezTo>
                  <a:pt x="384737" y="115266"/>
                  <a:pt x="380732" y="111266"/>
                  <a:pt x="374680" y="111266"/>
                </a:cubicBezTo>
                <a:close/>
                <a:moveTo>
                  <a:pt x="131628" y="111266"/>
                </a:moveTo>
                <a:cubicBezTo>
                  <a:pt x="125576" y="111266"/>
                  <a:pt x="121482" y="115266"/>
                  <a:pt x="121482" y="121309"/>
                </a:cubicBezTo>
                <a:lnTo>
                  <a:pt x="121482" y="141571"/>
                </a:lnTo>
                <a:cubicBezTo>
                  <a:pt x="121482" y="147615"/>
                  <a:pt x="125576" y="151703"/>
                  <a:pt x="131628" y="151703"/>
                </a:cubicBezTo>
                <a:cubicBezTo>
                  <a:pt x="137679" y="151703"/>
                  <a:pt x="141773" y="147615"/>
                  <a:pt x="141773" y="141571"/>
                </a:cubicBezTo>
                <a:lnTo>
                  <a:pt x="141773" y="121309"/>
                </a:lnTo>
                <a:cubicBezTo>
                  <a:pt x="141773" y="115266"/>
                  <a:pt x="137679" y="111266"/>
                  <a:pt x="131628" y="111266"/>
                </a:cubicBezTo>
                <a:close/>
                <a:moveTo>
                  <a:pt x="91134" y="111266"/>
                </a:moveTo>
                <a:cubicBezTo>
                  <a:pt x="85082" y="111266"/>
                  <a:pt x="80988" y="115266"/>
                  <a:pt x="80988" y="121309"/>
                </a:cubicBezTo>
                <a:lnTo>
                  <a:pt x="80988" y="141571"/>
                </a:lnTo>
                <a:cubicBezTo>
                  <a:pt x="80988" y="147615"/>
                  <a:pt x="85082" y="151703"/>
                  <a:pt x="91134" y="151703"/>
                </a:cubicBezTo>
                <a:cubicBezTo>
                  <a:pt x="97186" y="151703"/>
                  <a:pt x="101279" y="147615"/>
                  <a:pt x="101279" y="141571"/>
                </a:cubicBezTo>
                <a:lnTo>
                  <a:pt x="101279" y="121309"/>
                </a:lnTo>
                <a:cubicBezTo>
                  <a:pt x="101279" y="115266"/>
                  <a:pt x="97186" y="111266"/>
                  <a:pt x="91134" y="111266"/>
                </a:cubicBezTo>
                <a:close/>
                <a:moveTo>
                  <a:pt x="50640" y="111266"/>
                </a:moveTo>
                <a:cubicBezTo>
                  <a:pt x="44588" y="111266"/>
                  <a:pt x="40494" y="115266"/>
                  <a:pt x="40494" y="121309"/>
                </a:cubicBezTo>
                <a:lnTo>
                  <a:pt x="40494" y="141571"/>
                </a:lnTo>
                <a:cubicBezTo>
                  <a:pt x="40494" y="147615"/>
                  <a:pt x="44588" y="151703"/>
                  <a:pt x="50640" y="151703"/>
                </a:cubicBezTo>
                <a:cubicBezTo>
                  <a:pt x="56692" y="151703"/>
                  <a:pt x="60786" y="147615"/>
                  <a:pt x="60786" y="141571"/>
                </a:cubicBezTo>
                <a:lnTo>
                  <a:pt x="60786" y="121309"/>
                </a:lnTo>
                <a:cubicBezTo>
                  <a:pt x="60786" y="115266"/>
                  <a:pt x="56692" y="111266"/>
                  <a:pt x="50640" y="111266"/>
                </a:cubicBezTo>
                <a:close/>
                <a:moveTo>
                  <a:pt x="384737" y="50568"/>
                </a:moveTo>
                <a:lnTo>
                  <a:pt x="384737" y="70741"/>
                </a:lnTo>
                <a:lnTo>
                  <a:pt x="445522" y="70741"/>
                </a:lnTo>
                <a:lnTo>
                  <a:pt x="445522" y="50568"/>
                </a:lnTo>
                <a:close/>
                <a:moveTo>
                  <a:pt x="60786" y="50568"/>
                </a:moveTo>
                <a:lnTo>
                  <a:pt x="60786" y="70741"/>
                </a:lnTo>
                <a:lnTo>
                  <a:pt x="121482" y="70741"/>
                </a:lnTo>
                <a:lnTo>
                  <a:pt x="121482" y="50568"/>
                </a:lnTo>
                <a:close/>
                <a:moveTo>
                  <a:pt x="91134" y="0"/>
                </a:moveTo>
                <a:cubicBezTo>
                  <a:pt x="97186" y="0"/>
                  <a:pt x="101279" y="4088"/>
                  <a:pt x="101279" y="10131"/>
                </a:cubicBezTo>
                <a:lnTo>
                  <a:pt x="101279" y="30305"/>
                </a:lnTo>
                <a:lnTo>
                  <a:pt x="131628" y="30305"/>
                </a:lnTo>
                <a:cubicBezTo>
                  <a:pt x="137679" y="30305"/>
                  <a:pt x="141773" y="34393"/>
                  <a:pt x="141773" y="40436"/>
                </a:cubicBezTo>
                <a:lnTo>
                  <a:pt x="141773" y="70741"/>
                </a:lnTo>
                <a:lnTo>
                  <a:pt x="172121" y="70741"/>
                </a:lnTo>
                <a:cubicBezTo>
                  <a:pt x="178173" y="70741"/>
                  <a:pt x="182267" y="74829"/>
                  <a:pt x="182267" y="80873"/>
                </a:cubicBezTo>
                <a:lnTo>
                  <a:pt x="182267" y="273012"/>
                </a:lnTo>
                <a:lnTo>
                  <a:pt x="202470" y="273012"/>
                </a:lnTo>
                <a:lnTo>
                  <a:pt x="202470" y="242707"/>
                </a:lnTo>
                <a:cubicBezTo>
                  <a:pt x="202470" y="236574"/>
                  <a:pt x="206564" y="232575"/>
                  <a:pt x="212615" y="232575"/>
                </a:cubicBezTo>
                <a:lnTo>
                  <a:pt x="243053" y="232575"/>
                </a:lnTo>
                <a:lnTo>
                  <a:pt x="243053" y="212313"/>
                </a:lnTo>
                <a:cubicBezTo>
                  <a:pt x="243053" y="206269"/>
                  <a:pt x="247057" y="202270"/>
                  <a:pt x="253109" y="202270"/>
                </a:cubicBezTo>
                <a:cubicBezTo>
                  <a:pt x="259250" y="202270"/>
                  <a:pt x="263255" y="206269"/>
                  <a:pt x="263255" y="212313"/>
                </a:cubicBezTo>
                <a:lnTo>
                  <a:pt x="263255" y="232575"/>
                </a:lnTo>
                <a:lnTo>
                  <a:pt x="293603" y="232575"/>
                </a:lnTo>
                <a:cubicBezTo>
                  <a:pt x="299744" y="232575"/>
                  <a:pt x="303749" y="236574"/>
                  <a:pt x="303749" y="242707"/>
                </a:cubicBezTo>
                <a:lnTo>
                  <a:pt x="303749" y="273012"/>
                </a:lnTo>
                <a:lnTo>
                  <a:pt x="324040" y="273012"/>
                </a:lnTo>
                <a:lnTo>
                  <a:pt x="324040" y="80873"/>
                </a:lnTo>
                <a:cubicBezTo>
                  <a:pt x="324040" y="74829"/>
                  <a:pt x="328045" y="70741"/>
                  <a:pt x="334186" y="70741"/>
                </a:cubicBezTo>
                <a:lnTo>
                  <a:pt x="364534" y="70741"/>
                </a:lnTo>
                <a:lnTo>
                  <a:pt x="364534" y="40436"/>
                </a:lnTo>
                <a:cubicBezTo>
                  <a:pt x="364534" y="34393"/>
                  <a:pt x="368539" y="30305"/>
                  <a:pt x="374680" y="30305"/>
                </a:cubicBezTo>
                <a:lnTo>
                  <a:pt x="405028" y="30305"/>
                </a:lnTo>
                <a:lnTo>
                  <a:pt x="405028" y="10131"/>
                </a:lnTo>
                <a:cubicBezTo>
                  <a:pt x="405028" y="4088"/>
                  <a:pt x="409122" y="0"/>
                  <a:pt x="415174" y="0"/>
                </a:cubicBezTo>
                <a:cubicBezTo>
                  <a:pt x="421226" y="0"/>
                  <a:pt x="425319" y="4088"/>
                  <a:pt x="425319" y="10131"/>
                </a:cubicBezTo>
                <a:lnTo>
                  <a:pt x="425319" y="30305"/>
                </a:lnTo>
                <a:lnTo>
                  <a:pt x="455668" y="30305"/>
                </a:lnTo>
                <a:cubicBezTo>
                  <a:pt x="461719" y="30305"/>
                  <a:pt x="465813" y="34393"/>
                  <a:pt x="465813" y="40436"/>
                </a:cubicBezTo>
                <a:lnTo>
                  <a:pt x="465813" y="70741"/>
                </a:lnTo>
                <a:lnTo>
                  <a:pt x="496162" y="70741"/>
                </a:lnTo>
                <a:cubicBezTo>
                  <a:pt x="502213" y="70741"/>
                  <a:pt x="506307" y="74829"/>
                  <a:pt x="506307" y="80873"/>
                </a:cubicBezTo>
                <a:lnTo>
                  <a:pt x="506307" y="596591"/>
                </a:lnTo>
                <a:cubicBezTo>
                  <a:pt x="506307" y="602634"/>
                  <a:pt x="502213" y="606722"/>
                  <a:pt x="496162" y="606722"/>
                </a:cubicBezTo>
                <a:lnTo>
                  <a:pt x="334186" y="606722"/>
                </a:lnTo>
                <a:lnTo>
                  <a:pt x="172121" y="606722"/>
                </a:lnTo>
                <a:lnTo>
                  <a:pt x="10146" y="606722"/>
                </a:lnTo>
                <a:cubicBezTo>
                  <a:pt x="4005" y="606722"/>
                  <a:pt x="0" y="602634"/>
                  <a:pt x="0" y="596591"/>
                </a:cubicBezTo>
                <a:lnTo>
                  <a:pt x="0" y="80873"/>
                </a:lnTo>
                <a:cubicBezTo>
                  <a:pt x="0" y="74829"/>
                  <a:pt x="4005" y="70741"/>
                  <a:pt x="10146" y="70741"/>
                </a:cubicBezTo>
                <a:lnTo>
                  <a:pt x="40494" y="70741"/>
                </a:lnTo>
                <a:lnTo>
                  <a:pt x="40494" y="40436"/>
                </a:lnTo>
                <a:cubicBezTo>
                  <a:pt x="40494" y="34393"/>
                  <a:pt x="44588" y="30305"/>
                  <a:pt x="50640" y="30305"/>
                </a:cubicBezTo>
                <a:lnTo>
                  <a:pt x="80988" y="30305"/>
                </a:lnTo>
                <a:lnTo>
                  <a:pt x="80988" y="10131"/>
                </a:lnTo>
                <a:cubicBezTo>
                  <a:pt x="80988" y="4088"/>
                  <a:pt x="85082" y="0"/>
                  <a:pt x="91134" y="0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图片 62"/>
          <p:cNvSpPr/>
          <p:nvPr>
            <p:custDataLst>
              <p:tags r:id="rId47"/>
            </p:custDataLst>
          </p:nvPr>
        </p:nvSpPr>
        <p:spPr>
          <a:xfrm>
            <a:off x="10899509" y="5818335"/>
            <a:ext cx="367210" cy="367200"/>
          </a:xfrm>
          <a:custGeom>
            <a:avLst/>
            <a:gdLst>
              <a:gd name="connsiteX0" fmla="*/ 373273 h 605239"/>
              <a:gd name="connsiteY0" fmla="*/ 373273 h 605239"/>
              <a:gd name="connsiteX1" fmla="*/ 373273 h 605239"/>
              <a:gd name="connsiteY1" fmla="*/ 373273 h 605239"/>
              <a:gd name="connsiteX2" fmla="*/ 373273 h 605239"/>
              <a:gd name="connsiteY2" fmla="*/ 373273 h 605239"/>
              <a:gd name="connsiteX3" fmla="*/ 373273 h 605239"/>
              <a:gd name="connsiteY3" fmla="*/ 373273 h 605239"/>
              <a:gd name="connsiteX4" fmla="*/ 373273 h 605239"/>
              <a:gd name="connsiteY4" fmla="*/ 373273 h 605239"/>
              <a:gd name="connsiteX5" fmla="*/ 373273 h 605239"/>
              <a:gd name="connsiteY5" fmla="*/ 373273 h 605239"/>
              <a:gd name="connsiteX6" fmla="*/ 373273 h 605239"/>
              <a:gd name="connsiteY6" fmla="*/ 373273 h 605239"/>
              <a:gd name="connsiteX7" fmla="*/ 373273 h 605239"/>
              <a:gd name="connsiteY7" fmla="*/ 373273 h 605239"/>
              <a:gd name="connsiteX8" fmla="*/ 373273 h 605239"/>
              <a:gd name="connsiteY8" fmla="*/ 373273 h 605239"/>
              <a:gd name="connsiteX9" fmla="*/ 373273 h 605239"/>
              <a:gd name="connsiteY9" fmla="*/ 373273 h 605239"/>
              <a:gd name="connsiteX10" fmla="*/ 373273 h 605239"/>
              <a:gd name="connsiteY10" fmla="*/ 373273 h 605239"/>
              <a:gd name="connsiteX11" fmla="*/ 373273 h 605239"/>
              <a:gd name="connsiteY11" fmla="*/ 373273 h 605239"/>
              <a:gd name="connsiteX12" fmla="*/ 373273 h 605239"/>
              <a:gd name="connsiteY12" fmla="*/ 373273 h 605239"/>
              <a:gd name="connsiteX13" fmla="*/ 373273 h 605239"/>
              <a:gd name="connsiteY13" fmla="*/ 373273 h 605239"/>
              <a:gd name="connsiteX14" fmla="*/ 373273 h 605239"/>
              <a:gd name="connsiteY14" fmla="*/ 373273 h 605239"/>
              <a:gd name="connsiteX15" fmla="*/ 373273 h 605239"/>
              <a:gd name="connsiteY15" fmla="*/ 373273 h 605239"/>
              <a:gd name="connsiteX16" fmla="*/ 373273 h 605239"/>
              <a:gd name="connsiteY16" fmla="*/ 373273 h 605239"/>
              <a:gd name="connsiteX17" fmla="*/ 373273 h 605239"/>
              <a:gd name="connsiteY17" fmla="*/ 373273 h 605239"/>
              <a:gd name="connsiteX18" fmla="*/ 373273 h 605239"/>
              <a:gd name="connsiteY18" fmla="*/ 373273 h 605239"/>
              <a:gd name="connsiteX19" fmla="*/ 373273 h 605239"/>
              <a:gd name="connsiteY19" fmla="*/ 373273 h 605239"/>
              <a:gd name="connsiteX20" fmla="*/ 373273 h 605239"/>
              <a:gd name="connsiteY20" fmla="*/ 373273 h 605239"/>
              <a:gd name="connsiteX21" fmla="*/ 373273 h 605239"/>
              <a:gd name="connsiteY21" fmla="*/ 373273 h 605239"/>
              <a:gd name="connsiteX22" fmla="*/ 373273 h 605239"/>
              <a:gd name="connsiteY22" fmla="*/ 373273 h 605239"/>
              <a:gd name="connsiteX23" fmla="*/ 373273 h 605239"/>
              <a:gd name="connsiteY23" fmla="*/ 373273 h 605239"/>
              <a:gd name="connsiteX24" fmla="*/ 373273 h 605239"/>
              <a:gd name="connsiteY24" fmla="*/ 373273 h 605239"/>
              <a:gd name="connsiteX25" fmla="*/ 373273 h 605239"/>
              <a:gd name="connsiteY25" fmla="*/ 373273 h 605239"/>
              <a:gd name="connsiteX26" fmla="*/ 373273 h 605239"/>
              <a:gd name="connsiteY26" fmla="*/ 373273 h 605239"/>
              <a:gd name="connsiteX27" fmla="*/ 373273 h 605239"/>
              <a:gd name="connsiteY27" fmla="*/ 373273 h 605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4110" h="603052">
                <a:moveTo>
                  <a:pt x="439353" y="164488"/>
                </a:moveTo>
                <a:cubicBezTo>
                  <a:pt x="449787" y="164488"/>
                  <a:pt x="459261" y="170381"/>
                  <a:pt x="463929" y="179701"/>
                </a:cubicBezTo>
                <a:lnTo>
                  <a:pt x="600540" y="452433"/>
                </a:lnTo>
                <a:cubicBezTo>
                  <a:pt x="602874" y="456544"/>
                  <a:pt x="604110" y="461067"/>
                  <a:pt x="604110" y="466001"/>
                </a:cubicBezTo>
                <a:cubicBezTo>
                  <a:pt x="604110" y="481213"/>
                  <a:pt x="591890" y="493411"/>
                  <a:pt x="576650" y="493411"/>
                </a:cubicBezTo>
                <a:lnTo>
                  <a:pt x="466812" y="493411"/>
                </a:lnTo>
                <a:lnTo>
                  <a:pt x="466812" y="548232"/>
                </a:lnTo>
                <a:lnTo>
                  <a:pt x="576650" y="548232"/>
                </a:lnTo>
                <a:cubicBezTo>
                  <a:pt x="591753" y="548232"/>
                  <a:pt x="604110" y="560566"/>
                  <a:pt x="604110" y="575642"/>
                </a:cubicBezTo>
                <a:cubicBezTo>
                  <a:pt x="604110" y="590854"/>
                  <a:pt x="591753" y="603052"/>
                  <a:pt x="576650" y="603052"/>
                </a:cubicBezTo>
                <a:lnTo>
                  <a:pt x="27460" y="603052"/>
                </a:lnTo>
                <a:cubicBezTo>
                  <a:pt x="12357" y="603052"/>
                  <a:pt x="0" y="590854"/>
                  <a:pt x="0" y="575642"/>
                </a:cubicBezTo>
                <a:cubicBezTo>
                  <a:pt x="0" y="560566"/>
                  <a:pt x="12357" y="548232"/>
                  <a:pt x="27460" y="548232"/>
                </a:cubicBezTo>
                <a:lnTo>
                  <a:pt x="411893" y="548232"/>
                </a:lnTo>
                <a:lnTo>
                  <a:pt x="411893" y="493411"/>
                </a:lnTo>
                <a:lnTo>
                  <a:pt x="302055" y="493411"/>
                </a:lnTo>
                <a:cubicBezTo>
                  <a:pt x="292581" y="493411"/>
                  <a:pt x="283657" y="488477"/>
                  <a:pt x="278714" y="480391"/>
                </a:cubicBezTo>
                <a:cubicBezTo>
                  <a:pt x="273634" y="472305"/>
                  <a:pt x="273222" y="462300"/>
                  <a:pt x="277479" y="453803"/>
                </a:cubicBezTo>
                <a:lnTo>
                  <a:pt x="414776" y="179701"/>
                </a:lnTo>
                <a:cubicBezTo>
                  <a:pt x="419445" y="170381"/>
                  <a:pt x="428918" y="164488"/>
                  <a:pt x="439353" y="164488"/>
                </a:cubicBezTo>
                <a:close/>
                <a:moveTo>
                  <a:pt x="168333" y="0"/>
                </a:moveTo>
                <a:cubicBezTo>
                  <a:pt x="210210" y="0"/>
                  <a:pt x="247556" y="23983"/>
                  <a:pt x="265406" y="60438"/>
                </a:cubicBezTo>
                <a:cubicBezTo>
                  <a:pt x="316345" y="63864"/>
                  <a:pt x="356849" y="106211"/>
                  <a:pt x="356849" y="158015"/>
                </a:cubicBezTo>
                <a:cubicBezTo>
                  <a:pt x="356849" y="211874"/>
                  <a:pt x="312912" y="255729"/>
                  <a:pt x="258952" y="255729"/>
                </a:cubicBezTo>
                <a:lnTo>
                  <a:pt x="82793" y="255729"/>
                </a:lnTo>
                <a:cubicBezTo>
                  <a:pt x="37209" y="255729"/>
                  <a:pt x="0" y="218589"/>
                  <a:pt x="0" y="173090"/>
                </a:cubicBezTo>
                <a:cubicBezTo>
                  <a:pt x="0" y="134854"/>
                  <a:pt x="26087" y="102648"/>
                  <a:pt x="61374" y="93192"/>
                </a:cubicBezTo>
                <a:cubicBezTo>
                  <a:pt x="68514" y="40703"/>
                  <a:pt x="113824" y="0"/>
                  <a:pt x="168333" y="0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48"/>
            </p:custDataLst>
          </p:nvPr>
        </p:nvSpPr>
        <p:spPr>
          <a:xfrm>
            <a:off x="4155128" y="4258676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49"/>
            </p:custDataLst>
          </p:nvPr>
        </p:nvSpPr>
        <p:spPr>
          <a:xfrm>
            <a:off x="694800" y="228555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频道分类观众规模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50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18693" y="2034377"/>
            <a:ext cx="5230368" cy="2789863"/>
          </a:xfrm>
        </p:spPr>
        <p:txBody>
          <a:bodyPr/>
          <a:p>
            <a:r>
              <a:rPr lang="zh-CN" altLang="en-US" sz="8800"/>
              <a:t>感谢观看</a:t>
            </a:r>
            <a:endParaRPr lang="zh-CN" altLang="en-US" sz="8800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b*1"/>
  <p:tag name="KSO_WM_UNIT_LAYERLEVEL" val="1"/>
  <p:tag name="KSO_WM_TAG_VERSION" val="3.0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VALUE" val="6"/>
  <p:tag name="KSO_WM_UNIT_TYPE" val="b"/>
  <p:tag name="KSO_WM_UNIT_INDEX" val="1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24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VALUE" val="160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VALUE" val="160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3187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187"/>
  <p:tag name="KSO_WM_TEMPLATE_THUMBS_INDEX" val="1、9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187_1*a*1"/>
  <p:tag name="KSO_WM_TEMPLATE_CATEGORY" val="custom"/>
  <p:tag name="KSO_WM_TEMPLATE_INDEX" val="20233187"/>
  <p:tag name="KSO_WM_UNIT_LAYERLEVEL" val="1"/>
  <p:tag name="KSO_WM_TAG_VERSION" val="3.0"/>
  <p:tag name="KSO_WM_BEAUTIFY_FLAG" val="#wm#"/>
  <p:tag name="KSO_WM_UNIT_TEXT_TYPE" val="1"/>
  <p:tag name="KSO_WM_UNIT_PRESET_TEXT" val="单击此处添加文档&#10;标题内容"/>
</p:tagLst>
</file>

<file path=ppt/tags/tag74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187_1*f*4"/>
  <p:tag name="KSO_WM_TEMPLATE_CATEGORY" val="custom"/>
  <p:tag name="KSO_WM_TEMPLATE_INDEX" val="20233187"/>
  <p:tag name="KSO_WM_UNIT_LAYERLEVEL" val="1"/>
  <p:tag name="KSO_WM_TAG_VERSION" val="3.0"/>
  <p:tag name="KSO_WM_BEAUTIFY_FLAG" val="#wm#"/>
  <p:tag name="KSO_WM_UNIT_PRESET_TEXT_INDEX" val="0"/>
  <p:tag name="KSO_WM_UNIT_PRESET_TEXT_LEN" val="0"/>
</p:tagLst>
</file>

<file path=ppt/tags/tag75.xml><?xml version="1.0" encoding="utf-8"?>
<p:tagLst xmlns:p="http://schemas.openxmlformats.org/presentationml/2006/main">
  <p:tag name="KSO_WM_SLIDE_ID" val="custom20233187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187"/>
  <p:tag name="KSO_WM_SLIDE_LAYOUT" val="a_f"/>
  <p:tag name="KSO_WM_SLIDE_LAYOUT_CNT" val="1_1"/>
  <p:tag name="KSO_WM_SLIDE_TYPE" val="title"/>
  <p:tag name="KSO_WM_SLIDE_SUBTYPE" val="pureTxt"/>
  <p:tag name="KSO_WM_TEMPLATE_THUMBS_INDEX" val="1、9"/>
  <p:tag name="KSO_WM_SLIDE_THEME_ID" val="3321190"/>
  <p:tag name="KSO_WM_SLIDE_THEME_NAME" val="白黄色职场办公简约主题"/>
</p:tagLst>
</file>

<file path=ppt/tags/tag76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77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7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79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80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81.xml><?xml version="1.0" encoding="utf-8"?>
<p:tagLst xmlns:p="http://schemas.openxmlformats.org/presentationml/2006/main">
  <p:tag name="KSO_WM_UNIT_INDEX" val="3"/>
  <p:tag name="KSO_WM_UNIT_TYPE" val="α"/>
  <p:tag name="KSO_WM_BEAUTIFY_FLAG" val="#wm#"/>
</p:tagLst>
</file>

<file path=ppt/tags/tag82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83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84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85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86.xml><?xml version="1.0" encoding="utf-8"?>
<p:tagLst xmlns:p="http://schemas.openxmlformats.org/presentationml/2006/main">
  <p:tag name="KSO_WM_UNIT_INDEX" val="2"/>
  <p:tag name="KSO_WM_UNIT_TYPE" val="α"/>
  <p:tag name="KSO_WM_BEAUTIFY_FLAG" val="#wm#"/>
</p:tagLst>
</file>

<file path=ppt/tags/tag87.xml><?xml version="1.0" encoding="utf-8"?>
<p:tagLst xmlns:p="http://schemas.openxmlformats.org/presentationml/2006/main">
  <p:tag name="KSO_WM_UNIT_INDEX" val="8"/>
  <p:tag name="KSO_WM_UNIT_TYPE" val="α"/>
  <p:tag name="KSO_WM_BEAUTIFY_FLAG" val="#wm#"/>
</p:tagLst>
</file>

<file path=ppt/tags/tag88.xml><?xml version="1.0" encoding="utf-8"?>
<p:tagLst xmlns:p="http://schemas.openxmlformats.org/presentationml/2006/main">
  <p:tag name="KSO_WM_UNIT_TABLE_BEAUTIFY" val="smartTable{728d9b3d-d271-47e8-9a3c-56d925491541}"/>
  <p:tag name="KSO_WM_UNIT_INDEX" val="6"/>
  <p:tag name="KSO_WM_UNIT_TYPE" val="β"/>
  <p:tag name="KSO_WM_BEAUTIFY_FLAG" val="#wm#"/>
</p:tagLst>
</file>

<file path=ppt/tags/tag89.xml><?xml version="1.0" encoding="utf-8"?>
<p:tagLst xmlns:p="http://schemas.openxmlformats.org/presentationml/2006/main">
  <p:tag name="KSO_WM_UNIT_TABLE_BEAUTIFY" val="smartTable{efd99405-2f6a-4b02-bc1b-d54f7c7a6c03}"/>
  <p:tag name="KSO_WM_UNIT_INDEX" val="9"/>
  <p:tag name="KSO_WM_UNIT_TYPE" val="β"/>
  <p:tag name="KSO_WM_BEAUTIFY_FLAG" val="#wm#"/>
</p:tagLst>
</file>

<file path=ppt/tags/tag90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9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92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93.xml><?xml version="1.0" encoding="utf-8"?>
<p:tagLst xmlns:p="http://schemas.openxmlformats.org/presentationml/2006/main">
  <p:tag name="KSO_WM_UNIT_TABLE_BEAUTIFY" val="smartTable{f502b987-411d-4636-8f2e-c5e243ca8f38}"/>
  <p:tag name="KSO_WM_UNIT_INDEX" val="2"/>
  <p:tag name="KSO_WM_UNIT_TYPE" val="β"/>
  <p:tag name="KSO_WM_BEAUTIFY_FLAG" val="#wm#"/>
  <p:tag name="TABLE_ENDDRAG_ORIGIN_RECT" val="800*407"/>
  <p:tag name="TABLE_ENDDRAG_RECT" val="59*90*800*407"/>
</p:tagLst>
</file>

<file path=ppt/tags/tag94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95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9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97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98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99.xml><?xml version="1.0" encoding="utf-8"?>
<p:tagLst xmlns:p="http://schemas.openxmlformats.org/presentationml/2006/main">
  <p:tag name="KSO_WM_UNIT_TABLE_BEAUTIFY" val="smartTable{f736a6b2-aec5-4850-8729-0932e830de57}"/>
  <p:tag name="KSO_WM_UNIT_INDEX" val="2"/>
  <p:tag name="KSO_WM_UNIT_TYPE" val="β"/>
  <p:tag name="KSO_WM_BEAUTIFY_FLAG" val="#wm#"/>
</p:tagLst>
</file>

<file path=ppt/tags/tag100.xml><?xml version="1.0" encoding="utf-8"?>
<p:tagLst xmlns:p="http://schemas.openxmlformats.org/presentationml/2006/main">
  <p:tag name="KSO_WM_UNIT_TEXT" val="央视台组排名第12位，与前一日保持不变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01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02.xml><?xml version="1.0" encoding="utf-8"?>
<p:tagLst xmlns:p="http://schemas.openxmlformats.org/presentationml/2006/main">
  <p:tag name="KSO_WM_UNIT_INDEX" val="2"/>
  <p:tag name="KSO_WM_UNIT_TYPE" val="α"/>
  <p:tag name="KSO_WM_BEAUTIFY_FLAG" val="#wm#"/>
</p:tagLst>
</file>

<file path=ppt/tags/tag103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04.xml><?xml version="1.0" encoding="utf-8"?>
<p:tagLst xmlns:p="http://schemas.openxmlformats.org/presentationml/2006/main">
  <p:tag name="KSO_WM_UNIT_TEXT" val="上星频道排名第19位，较前一日上升3位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05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06.xml><?xml version="1.0" encoding="utf-8"?>
<p:tagLst xmlns:p="http://schemas.openxmlformats.org/presentationml/2006/main">
  <p:tag name="KSO_WM_UNIT_INDEX" val="2"/>
  <p:tag name="KSO_WM_UNIT_TYPE" val="α"/>
  <p:tag name="KSO_WM_BEAUTIFY_FLAG" val="#wm#"/>
</p:tagLst>
</file>

<file path=ppt/tags/tag107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08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09.xml><?xml version="1.0" encoding="utf-8"?>
<p:tagLst xmlns:p="http://schemas.openxmlformats.org/presentationml/2006/main">
  <p:tag name="KSO_WM_UNIT_TEXT" val="2月10日，频道市场份额0.756%，收视率0.044%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  <p:tag name="KSO_WM_UNIT_ID" val="_7*a*1"/>
</p:tagLst>
</file>

<file path=ppt/tags/tag110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11.xml><?xml version="1.0" encoding="utf-8"?>
<p:tagLst xmlns:p="http://schemas.openxmlformats.org/presentationml/2006/main">
  <p:tag name="KSO_WM_UNIT_INDEX" val="2"/>
  <p:tag name="KSO_WM_UNIT_TYPE" val="α"/>
  <p:tag name="KSO_WM_BEAUTIFY_FLAG" val="#wm#"/>
</p:tagLst>
</file>

<file path=ppt/tags/tag112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13.xml><?xml version="1.0" encoding="utf-8"?>
<p:tagLst xmlns:p="http://schemas.openxmlformats.org/presentationml/2006/main">
  <p:tag name="KSO_WM_UNIT_TEXT" val="2月10日栏目收视率排名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  <p:tag name="KSO_WM_UNIT_ID" val="_7*a*1"/>
</p:tagLst>
</file>

<file path=ppt/tags/tag114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"/>
</p:tagLst>
</file>

<file path=ppt/tags/tag115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16.xml><?xml version="1.0" encoding="utf-8"?>
<p:tagLst xmlns:p="http://schemas.openxmlformats.org/presentationml/2006/main">
  <p:tag name="KSO_WM_UNIT_TEXT" val="频道收视概况：市场份额0.756%，较前一个月均值基本持平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17.xml><?xml version="1.0" encoding="utf-8"?>
<p:tagLst xmlns:p="http://schemas.openxmlformats.org/presentationml/2006/main">
  <p:tag name="KSO_WM_BEAUTIFY_FLAG" val=""/>
  <p:tag name="KSO_WM_UNIT_INDEX" val="4"/>
  <p:tag name="KSO_WM_UNIT_TYPE" val="α"/>
</p:tagLst>
</file>

<file path=ppt/tags/tag118.xml><?xml version="1.0" encoding="utf-8"?>
<p:tagLst xmlns:p="http://schemas.openxmlformats.org/presentationml/2006/main">
  <p:tag name="KSO_WM_UNIT_INDEX" val="7"/>
  <p:tag name="KSO_WM_UNIT_TYPE" val="β"/>
  <p:tag name="KSO_WM_BEAUTIFY_FLAG" val=""/>
  <p:tag name="TABLE_ENDDRAG_ORIGIN_RECT" val="810*327"/>
  <p:tag name="TABLE_ENDDRAG_RECT" val="109*110*810*327"/>
</p:tagLst>
</file>

<file path=ppt/tags/tag119.xml><?xml version="1.0" encoding="utf-8"?>
<p:tagLst xmlns:p="http://schemas.openxmlformats.org/presentationml/2006/main">
  <p:tag name="KSO_WM_UNIT_INDEX" val="6"/>
  <p:tag name="KSO_WM_UNIT_TYPE" val="β"/>
  <p:tag name="KSO_WM_BEAUTIFY_FLAG" val=""/>
  <p:tag name="TABLE_ENDDRAG_ORIGIN_RECT" val="830*327"/>
  <p:tag name="TABLE_ENDDRAG_RECT" val="88*110*830*327"/>
</p:tagLst>
</file>

<file path=ppt/tags/tag120.xml><?xml version="1.0" encoding="utf-8"?>
<p:tagLst xmlns:p="http://schemas.openxmlformats.org/presentationml/2006/main">
  <p:tag name="KSO_WM_UNIT_INDEX" val="3"/>
  <p:tag name="KSO_WM_UNIT_TYPE" val="β"/>
  <p:tag name="KSO_WM_BEAUTIFY_FLAG" val=""/>
  <p:tag name="TABLE_ENDDRAG_ORIGIN_RECT" val="810*26"/>
  <p:tag name="TABLE_ENDDRAG_RECT" val="109*84*810*26"/>
</p:tagLst>
</file>

<file path=ppt/tags/tag121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22.xml><?xml version="1.0" encoding="utf-8"?>
<p:tagLst xmlns:p="http://schemas.openxmlformats.org/presentationml/2006/main">
  <p:tag name="KSO_WM_UNIT_TEXT" val="分分钟收视率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23.xml><?xml version="1.0" encoding="utf-8"?>
<p:tagLst xmlns:p="http://schemas.openxmlformats.org/presentationml/2006/main">
  <p:tag name="KSO_WM_UNIT_INDEX" val="3"/>
  <p:tag name="KSO_WM_UNIT_TYPE" val="β"/>
  <p:tag name="KSO_WM_BEAUTIFY_FLAG" val=""/>
  <p:tag name="TABLE_ENDDRAG_ORIGIN_RECT" val="810*26"/>
  <p:tag name="TABLE_ENDDRAG_RECT" val="109*84*810*26"/>
</p:tagLst>
</file>

<file path=ppt/tags/tag124.xml><?xml version="1.0" encoding="utf-8"?>
<p:tagLst xmlns:p="http://schemas.openxmlformats.org/presentationml/2006/main">
  <p:tag name="KSO_WM_BEAUTIFY_FLAG" val=""/>
  <p:tag name="KSO_WM_UNIT_INDEX" val="5"/>
  <p:tag name="KSO_WM_UNIT_TYPE" val="α"/>
</p:tagLst>
</file>

<file path=ppt/tags/tag125.xml><?xml version="1.0" encoding="utf-8"?>
<p:tagLst xmlns:p="http://schemas.openxmlformats.org/presentationml/2006/main">
  <p:tag name="KSO_WM_UNIT_INDEX" val="4"/>
  <p:tag name="KSO_WM_UNIT_TYPE" val="β"/>
  <p:tag name="KSO_WM_BEAUTIFY_FLAG" val=""/>
  <p:tag name="TABLE_ENDDRAG_ORIGIN_RECT" val="830*331"/>
  <p:tag name="TABLE_ENDDRAG_RECT" val="84*110*830*331"/>
</p:tagLst>
</file>

<file path=ppt/tags/tag126.xml><?xml version="1.0" encoding="utf-8"?>
<p:tagLst xmlns:p="http://schemas.openxmlformats.org/presentationml/2006/main">
  <p:tag name="KSO_WM_UNIT_INDEX" val="3"/>
  <p:tag name="KSO_WM_UNIT_TYPE" val="β"/>
  <p:tag name="KSO_WM_BEAUTIFY_FLAG" val=""/>
  <p:tag name="TABLE_ENDDRAG_ORIGIN_RECT" val="810*331"/>
  <p:tag name="TABLE_ENDDRAG_RECT" val="104*110*810*331"/>
</p:tagLst>
</file>

<file path=ppt/tags/tag127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28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29.xml><?xml version="1.0" encoding="utf-8"?>
<p:tagLst xmlns:p="http://schemas.openxmlformats.org/presentationml/2006/main">
  <p:tag name="KSO_WM_UNIT_INDEX" val="3"/>
  <p:tag name="KSO_WM_UNIT_TYPE" val="α"/>
  <p:tag name="KSO_WM_BEAUTIFY_FLAG" val="#wm#"/>
</p:tagLst>
</file>

<file path=ppt/tags/tag130.xml><?xml version="1.0" encoding="utf-8"?>
<p:tagLst xmlns:p="http://schemas.openxmlformats.org/presentationml/2006/main">
  <p:tag name="KSO_WM_UNIT_TEXT" val="电视剧市场份额较前一个月均值下降19%，非电视剧市场份额较前一个月均值提升16%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31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32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33.xml><?xml version="1.0" encoding="utf-8"?>
<p:tagLst xmlns:p="http://schemas.openxmlformats.org/presentationml/2006/main">
  <p:tag name="KSO_WM_UNIT_INDEX" val="3"/>
  <p:tag name="KSO_WM_UNIT_TYPE" val="α"/>
  <p:tag name="KSO_WM_BEAUTIFY_FLAG" val="#wm#"/>
</p:tagLst>
</file>

<file path=ppt/tags/tag134.xml><?xml version="1.0" encoding="utf-8"?>
<p:tagLst xmlns:p="http://schemas.openxmlformats.org/presentationml/2006/main">
  <p:tag name="KSO_WM_UNIT_TEXT" val="栏目首播收视率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35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36.xml><?xml version="1.0" encoding="utf-8"?>
<p:tagLst xmlns:p="http://schemas.openxmlformats.org/presentationml/2006/main">
  <p:tag name="KSO_WM_UNIT_INDEX" val="2"/>
  <p:tag name="KSO_WM_UNIT_TYPE" val="α"/>
  <p:tag name="KSO_WM_BEAUTIFY_FLAG" val="#wm#"/>
</p:tagLst>
</file>

<file path=ppt/tags/tag137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38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39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40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41.xml><?xml version="1.0" encoding="utf-8"?>
<p:tagLst xmlns:p="http://schemas.openxmlformats.org/presentationml/2006/main">
  <p:tag name="KSO_WM_UNIT_INDEX" val="16"/>
  <p:tag name="KSO_WM_UNIT_TYPE" val="f"/>
  <p:tag name="KSO_WM_UNIT_SUBTYPE" val="a"/>
  <p:tag name="KSO_WM_BEAUTIFY_FLAG" val="#wm#"/>
</p:tagLst>
</file>

<file path=ppt/tags/tag142.xml><?xml version="1.0" encoding="utf-8"?>
<p:tagLst xmlns:p="http://schemas.openxmlformats.org/presentationml/2006/main">
  <p:tag name="KSO_WM_UNIT_INDEX" val="20"/>
  <p:tag name="KSO_WM_UNIT_TYPE" val="f"/>
  <p:tag name="KSO_WM_UNIT_SUBTYPE" val="a"/>
  <p:tag name="KSO_WM_BEAUTIFY_FLAG" val="#wm#"/>
</p:tagLst>
</file>

<file path=ppt/tags/tag143.xml><?xml version="1.0" encoding="utf-8"?>
<p:tagLst xmlns:p="http://schemas.openxmlformats.org/presentationml/2006/main">
  <p:tag name="KSO_WM_UNIT_INDEX" val="17"/>
  <p:tag name="KSO_WM_UNIT_TYPE" val="f"/>
  <p:tag name="KSO_WM_UNIT_SUBTYPE" val="a"/>
  <p:tag name="KSO_WM_BEAUTIFY_FLAG" val="#wm#"/>
</p:tagLst>
</file>

<file path=ppt/tags/tag144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145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146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147.xml><?xml version="1.0" encoding="utf-8"?>
<p:tagLst xmlns:p="http://schemas.openxmlformats.org/presentationml/2006/main">
  <p:tag name="KSO_WM_UNIT_INDEX" val="19"/>
  <p:tag name="KSO_WM_UNIT_TYPE" val="f"/>
  <p:tag name="KSO_WM_UNIT_SUBTYPE" val="a"/>
  <p:tag name="KSO_WM_BEAUTIFY_FLAG" val="#wm#"/>
</p:tagLst>
</file>

<file path=ppt/tags/tag148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149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150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151.xml><?xml version="1.0" encoding="utf-8"?>
<p:tagLst xmlns:p="http://schemas.openxmlformats.org/presentationml/2006/main">
  <p:tag name="KSO_WM_UNIT_INDEX" val="15"/>
  <p:tag name="KSO_WM_UNIT_TYPE" val="f"/>
  <p:tag name="KSO_WM_UNIT_SUBTYPE" val="a"/>
  <p:tag name="KSO_WM_BEAUTIFY_FLAG" val="#wm#"/>
</p:tagLst>
</file>

<file path=ppt/tags/tag152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53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154.xml><?xml version="1.0" encoding="utf-8"?>
<p:tagLst xmlns:p="http://schemas.openxmlformats.org/presentationml/2006/main">
  <p:tag name="KSO_WM_UNIT_INDEX" val="26"/>
  <p:tag name="KSO_WM_UNIT_TYPE" val="i"/>
  <p:tag name="KSO_WM_BEAUTIFY_FLAG" val="#wm#"/>
</p:tagLst>
</file>

<file path=ppt/tags/tag155.xml><?xml version="1.0" encoding="utf-8"?>
<p:tagLst xmlns:p="http://schemas.openxmlformats.org/presentationml/2006/main">
  <p:tag name="KSO_WM_UNIT_INDEX" val="27"/>
  <p:tag name="KSO_WM_UNIT_TYPE" val="i"/>
  <p:tag name="KSO_WM_BEAUTIFY_FLAG" val="#wm#"/>
</p:tagLst>
</file>

<file path=ppt/tags/tag156.xml><?xml version="1.0" encoding="utf-8"?>
<p:tagLst xmlns:p="http://schemas.openxmlformats.org/presentationml/2006/main">
  <p:tag name="KSO_WM_UNIT_INDEX" val="29"/>
  <p:tag name="KSO_WM_UNIT_TYPE" val="i"/>
  <p:tag name="KSO_WM_BEAUTIFY_FLAG" val="#wm#"/>
</p:tagLst>
</file>

<file path=ppt/tags/tag157.xml><?xml version="1.0" encoding="utf-8"?>
<p:tagLst xmlns:p="http://schemas.openxmlformats.org/presentationml/2006/main">
  <p:tag name="KSO_WM_UNIT_INDEX" val="25"/>
  <p:tag name="KSO_WM_UNIT_TYPE" val="i"/>
  <p:tag name="KSO_WM_BEAUTIFY_FLAG" val="#wm#"/>
</p:tagLst>
</file>

<file path=ppt/tags/tag158.xml><?xml version="1.0" encoding="utf-8"?>
<p:tagLst xmlns:p="http://schemas.openxmlformats.org/presentationml/2006/main">
  <p:tag name="KSO_WM_UNIT_INDEX" val="21"/>
  <p:tag name="KSO_WM_UNIT_TYPE" val="i"/>
  <p:tag name="KSO_WM_BEAUTIFY_FLAG" val="#wm#"/>
</p:tagLst>
</file>

<file path=ppt/tags/tag159.xml><?xml version="1.0" encoding="utf-8"?>
<p:tagLst xmlns:p="http://schemas.openxmlformats.org/presentationml/2006/main">
  <p:tag name="KSO_WM_UNIT_INDEX" val="22"/>
  <p:tag name="KSO_WM_UNIT_TYPE" val="i"/>
  <p:tag name="KSO_WM_BEAUTIFY_FLAG" val="#wm#"/>
</p:tagLst>
</file>

<file path=ppt/tags/tag160.xml><?xml version="1.0" encoding="utf-8"?>
<p:tagLst xmlns:p="http://schemas.openxmlformats.org/presentationml/2006/main">
  <p:tag name="KSO_WM_UNIT_INDEX" val="23"/>
  <p:tag name="KSO_WM_UNIT_TYPE" val="i"/>
  <p:tag name="KSO_WM_BEAUTIFY_FLAG" val="#wm#"/>
</p:tagLst>
</file>

<file path=ppt/tags/tag161.xml><?xml version="1.0" encoding="utf-8"?>
<p:tagLst xmlns:p="http://schemas.openxmlformats.org/presentationml/2006/main">
  <p:tag name="KSO_WM_UNIT_INDEX" val="24"/>
  <p:tag name="KSO_WM_UNIT_TYPE" val="i"/>
  <p:tag name="KSO_WM_BEAUTIFY_FLAG" val="#wm#"/>
</p:tagLst>
</file>

<file path=ppt/tags/tag162.xml><?xml version="1.0" encoding="utf-8"?>
<p:tagLst xmlns:p="http://schemas.openxmlformats.org/presentationml/2006/main">
  <p:tag name="KSO_WM_UNIT_INDEX" val="28"/>
  <p:tag name="KSO_WM_UNIT_TYPE" val="i"/>
  <p:tag name="KSO_WM_BEAUTIFY_FLAG" val="#wm#"/>
</p:tagLst>
</file>

<file path=ppt/tags/tag163.xml><?xml version="1.0" encoding="utf-8"?>
<p:tagLst xmlns:p="http://schemas.openxmlformats.org/presentationml/2006/main">
  <p:tag name="KSO_WM_UNIT_INDEX" val="30"/>
  <p:tag name="KSO_WM_UNIT_TYPE" val="i"/>
  <p:tag name="KSO_WM_BEAUTIFY_FLAG" val="#wm#"/>
</p:tagLst>
</file>

<file path=ppt/tags/tag164.xml><?xml version="1.0" encoding="utf-8"?>
<p:tagLst xmlns:p="http://schemas.openxmlformats.org/presentationml/2006/main">
  <p:tag name="KSO_WM_UNIT_INDEX" val="31"/>
  <p:tag name="KSO_WM_UNIT_TYPE" val="i"/>
  <p:tag name="KSO_WM_BEAUTIFY_FLAG" val="#wm#"/>
</p:tagLst>
</file>

<file path=ppt/tags/tag165.xml><?xml version="1.0" encoding="utf-8"?>
<p:tagLst xmlns:p="http://schemas.openxmlformats.org/presentationml/2006/main">
  <p:tag name="KSO_WM_UNIT_INDEX" val="32"/>
  <p:tag name="KSO_WM_UNIT_TYPE" val="i"/>
  <p:tag name="KSO_WM_BEAUTIFY_FLAG" val="#wm#"/>
</p:tagLst>
</file>

<file path=ppt/tags/tag166.xml><?xml version="1.0" encoding="utf-8"?>
<p:tagLst xmlns:p="http://schemas.openxmlformats.org/presentationml/2006/main">
  <p:tag name="KSO_WM_UNIT_INDEX" val="33"/>
  <p:tag name="KSO_WM_UNIT_TYPE" val="i"/>
  <p:tag name="KSO_WM_BEAUTIFY_FLAG" val="#wm#"/>
</p:tagLst>
</file>

<file path=ppt/tags/tag167.xml><?xml version="1.0" encoding="utf-8"?>
<p:tagLst xmlns:p="http://schemas.openxmlformats.org/presentationml/2006/main">
  <p:tag name="KSO_WM_UNIT_INDEX" val="34"/>
  <p:tag name="KSO_WM_UNIT_TYPE" val="i"/>
  <p:tag name="KSO_WM_BEAUTIFY_FLAG" val="#wm#"/>
</p:tagLst>
</file>

<file path=ppt/tags/tag168.xml><?xml version="1.0" encoding="utf-8"?>
<p:tagLst xmlns:p="http://schemas.openxmlformats.org/presentationml/2006/main">
  <p:tag name="KSO_WM_UNIT_INDEX" val="35"/>
  <p:tag name="KSO_WM_UNIT_TYPE" val="i"/>
  <p:tag name="KSO_WM_BEAUTIFY_FLAG" val="#wm#"/>
</p:tagLst>
</file>

<file path=ppt/tags/tag169.xml><?xml version="1.0" encoding="utf-8"?>
<p:tagLst xmlns:p="http://schemas.openxmlformats.org/presentationml/2006/main">
  <p:tag name="KSO_WM_UNIT_INDEX" val="36"/>
  <p:tag name="KSO_WM_UNIT_TYPE" val="i"/>
  <p:tag name="KSO_WM_BEAUTIFY_FLAG" val="#wm#"/>
</p:tagLst>
</file>

<file path=ppt/tags/tag170.xml><?xml version="1.0" encoding="utf-8"?>
<p:tagLst xmlns:p="http://schemas.openxmlformats.org/presentationml/2006/main">
  <p:tag name="KSO_WM_UNIT_INDEX" val="18"/>
  <p:tag name="KSO_WM_UNIT_TYPE" val="f"/>
  <p:tag name="KSO_WM_UNIT_SUBTYPE" val="a"/>
  <p:tag name="KSO_WM_BEAUTIFY_FLAG" val="#wm#"/>
</p:tagLst>
</file>

<file path=ppt/tags/tag171.xml><?xml version="1.0" encoding="utf-8"?>
<p:tagLst xmlns:p="http://schemas.openxmlformats.org/presentationml/2006/main">
  <p:tag name="KSO_WM_UNIT_TEXT" val="首播节目分类观众触达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72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174.xml><?xml version="1.0" encoding="utf-8"?>
<p:tagLst xmlns:p="http://schemas.openxmlformats.org/presentationml/2006/main">
  <p:tag name="KSO_WM_SLIDE_TYPE" val="text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75.xml><?xml version="1.0" encoding="utf-8"?>
<p:tagLst xmlns:p="http://schemas.openxmlformats.org/presentationml/2006/main">
  <p:tag name="resource_record_key" val="{&quot;65&quot;:[20233187],&quot;71&quot;:[76235680130]}"/>
  <p:tag name="commondata" val="eyJoZGlkIjoiNGZjNGFhZGZkNTNjYjM2NzZhZGNmODIwMGViZDJiM2YifQ=="/>
</p:tagLst>
</file>

<file path=ppt/theme/theme1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13252C"/>
      </a:dk2>
      <a:lt2>
        <a:srgbClr val="FDFEFB"/>
      </a:lt2>
      <a:accent1>
        <a:srgbClr val="5B805B"/>
      </a:accent1>
      <a:accent2>
        <a:srgbClr val="A9C683"/>
      </a:accent2>
      <a:accent3>
        <a:srgbClr val="A9D3A9"/>
      </a:accent3>
      <a:accent4>
        <a:srgbClr val="66A4A4"/>
      </a:accent4>
      <a:accent5>
        <a:srgbClr val="537E85"/>
      </a:accent5>
      <a:accent6>
        <a:srgbClr val="52717B"/>
      </a:accent6>
      <a:hlink>
        <a:srgbClr val="8F9456"/>
      </a:hlink>
      <a:folHlink>
        <a:srgbClr val="6DA4F2"/>
      </a:folHlink>
    </a:clrScheme>
    <a:fontScheme name="">
      <a:majorFont>
        <a:latin typeface="Franklin Gothic Medium"/>
        <a:ea typeface="微软雅黑"/>
        <a:cs typeface=""/>
      </a:majorFont>
      <a:minorFont>
        <a:latin typeface="Franklin Gothic Medium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2913</Words>
  <Application>WPS 演示</Application>
  <PresentationFormat>宽屏</PresentationFormat>
  <Paragraphs>711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Times New Roman</vt:lpstr>
      <vt:lpstr>等线</vt:lpstr>
      <vt:lpstr>Arial Unicode MS</vt:lpstr>
      <vt:lpstr>Franklin Gothic Medium</vt:lpstr>
      <vt:lpstr>Calibri</vt:lpstr>
      <vt:lpstr>1_Office 主题​​</vt:lpstr>
      <vt:lpstr>2026年2月10日 农业农村频道收视日报</vt:lpstr>
      <vt:lpstr>PowerPoint 演示文稿</vt:lpstr>
      <vt:lpstr>2月10日，市场份额0.756%，较前一个月均值基本持平</vt:lpstr>
      <vt:lpstr>央视台组排名第11位，与前一日保持不变</vt:lpstr>
      <vt:lpstr>上星频道排名第19位，较前一日上升3位</vt:lpstr>
      <vt:lpstr>2月10日，频道市场份额0.756%，收视率0.044%</vt:lpstr>
      <vt:lpstr>2月10日栏目收视率排名</vt:lpstr>
      <vt:lpstr>2月10日栏目收视份额排名</vt:lpstr>
      <vt:lpstr>分分钟收视率</vt:lpstr>
      <vt:lpstr>分分钟市场份额</vt:lpstr>
      <vt:lpstr>栏目首播收视率</vt:lpstr>
      <vt:lpstr>栏目首播市场份额</vt:lpstr>
      <vt:lpstr>频道分类观众规模</vt:lpstr>
      <vt:lpstr>感谢观看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刘露</dc:creator>
  <cp:lastModifiedBy>RUIZE YANG</cp:lastModifiedBy>
  <cp:revision>235</cp:revision>
  <dcterms:created xsi:type="dcterms:W3CDTF">2023-07-27T04:28:00Z</dcterms:created>
  <dcterms:modified xsi:type="dcterms:W3CDTF">2026-02-21T09:51:59Z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2052-12.1.0.16120</vt:lpwstr>
  </property>
  <property fmtid="{D5CDD505-2E9C-101B-9397-08002B2CF9AE}" pid="3" name="ICV">
    <vt:lpwstr>FC73D8DBD0E24AFC99A76DC0505ABF34_13</vt:lpwstr>
  </property>
</Properties>
</file>