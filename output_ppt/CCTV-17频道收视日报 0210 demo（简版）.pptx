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75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
均值</c:v>
                </c:pt>
                <c:pt idx="1">
                  <c:v>2月9日</c:v>
                </c:pt>
                <c:pt idx="2">
                  <c:v>2月10日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0.785</c:v>
                </c:pt>
                <c:pt idx="1">
                  <c:v>0.713</c:v>
                </c:pt>
                <c:pt idx="2">
                  <c:v>0.756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2月9日</c:v>
                </c:pt>
                <c:pt idx="2">
                  <c:v>2月10日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5.73</c:v>
                </c:pt>
                <c:pt idx="1">
                  <c:v>6</c:v>
                </c:pt>
                <c:pt idx="2">
                  <c:v>5.78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2月9日</c:v>
                </c:pt>
                <c:pt idx="2">
                  <c:v>2月10日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0.045</c:v>
                </c:pt>
                <c:pt idx="1">
                  <c:v>0.043</c:v>
                </c:pt>
                <c:pt idx="2">
                  <c:v>0.044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Sheet1!$A$2:$A$33</c:f>
              <c:strCache>
                <c:ptCount val="32"/>
                <c:pt idx="0">
                  <c:v>国歌05:53</c:v>
                </c:pt>
                <c:pt idx="1">
                  <c:v>乡理乡亲乡村反诈指南05:56</c:v>
                </c:pt>
                <c:pt idx="2">
                  <c:v>田园帮帮团06:06</c:v>
                </c:pt>
                <c:pt idx="3">
                  <c:v>乡理乡亲06:32</c:v>
                </c:pt>
                <c:pt idx="4">
                  <c:v>谁知盘中餐07:00</c:v>
                </c:pt>
                <c:pt idx="5">
                  <c:v>三农群英汇07:26</c:v>
                </c:pt>
                <c:pt idx="6">
                  <c:v>中国三农报道07:55</c:v>
                </c:pt>
                <c:pt idx="7">
                  <c:v>共富经-策马扬鞭向新程08:25</c:v>
                </c:pt>
                <c:pt idx="8">
                  <c:v>农人秀-家乡年货开箱记09:24</c:v>
                </c:pt>
                <c:pt idx="9">
                  <c:v>我哥我嫂10:21</c:v>
                </c:pt>
                <c:pt idx="10">
                  <c:v>我哥我嫂11:11</c:v>
                </c:pt>
                <c:pt idx="11">
                  <c:v>中国三农报道12:00</c:v>
                </c:pt>
                <c:pt idx="12">
                  <c:v>乡村达人秀12:31</c:v>
                </c:pt>
                <c:pt idx="13">
                  <c:v>田野欢歌12:37</c:v>
                </c:pt>
                <c:pt idx="14">
                  <c:v>乡村达人秀13:30</c:v>
                </c:pt>
                <c:pt idx="15">
                  <c:v>六姊妹13:40</c:v>
                </c:pt>
                <c:pt idx="16">
                  <c:v>六姊妹14:30</c:v>
                </c:pt>
                <c:pt idx="17">
                  <c:v>六姊妹15:22</c:v>
                </c:pt>
                <c:pt idx="18">
                  <c:v>六姊妹16:14</c:v>
                </c:pt>
                <c:pt idx="19">
                  <c:v>群英汇-马背长歌17:04</c:v>
                </c:pt>
                <c:pt idx="20">
                  <c:v>中国三农报道18:00</c:v>
                </c:pt>
                <c:pt idx="21">
                  <c:v>振兴路上新观察18:36</c:v>
                </c:pt>
                <c:pt idx="22">
                  <c:v>我哥我嫂18:56</c:v>
                </c:pt>
                <c:pt idx="23">
                  <c:v>我哥我嫂19:51</c:v>
                </c:pt>
                <c:pt idx="24">
                  <c:v>共富经-策马扬鞭向新程20:46</c:v>
                </c:pt>
                <c:pt idx="25">
                  <c:v>农人秀-家乡年货开箱记21:50</c:v>
                </c:pt>
                <c:pt idx="26">
                  <c:v>盘中餐-食暖幸福年22:47</c:v>
                </c:pt>
                <c:pt idx="27">
                  <c:v>群英汇-马背长歌23:46</c:v>
                </c:pt>
                <c:pt idx="28">
                  <c:v>欢乐农家院麻辣酸甜咸00:38</c:v>
                </c:pt>
                <c:pt idx="29">
                  <c:v>欢乐农家院麻辣酸甜咸01:01</c:v>
                </c:pt>
                <c:pt idx="30">
                  <c:v>欢乐农家院麻辣酸甜咸01:24</c:v>
                </c:pt>
                <c:pt idx="31">
                  <c:v>再见01:48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0.036</c:v>
                </c:pt>
                <c:pt idx="3">
                  <c:v>0.647</c:v>
                </c:pt>
                <c:pt idx="4">
                  <c:v>0.214</c:v>
                </c:pt>
                <c:pt idx="5">
                  <c:v>0.463</c:v>
                </c:pt>
                <c:pt idx="6">
                  <c:v>0.838</c:v>
                </c:pt>
                <c:pt idx="7">
                  <c:v>0.638</c:v>
                </c:pt>
                <c:pt idx="8">
                  <c:v>0.998</c:v>
                </c:pt>
                <c:pt idx="9">
                  <c:v>1.102</c:v>
                </c:pt>
                <c:pt idx="10">
                  <c:v>0.845</c:v>
                </c:pt>
                <c:pt idx="11">
                  <c:v>0.231</c:v>
                </c:pt>
                <c:pt idx="12">
                  <c:v>0.231</c:v>
                </c:pt>
                <c:pt idx="13">
                  <c:v>0.364</c:v>
                </c:pt>
                <c:pt idx="14">
                  <c:v>0.699</c:v>
                </c:pt>
                <c:pt idx="15">
                  <c:v>0.817</c:v>
                </c:pt>
                <c:pt idx="16">
                  <c:v>1.122</c:v>
                </c:pt>
                <c:pt idx="17">
                  <c:v>0.651</c:v>
                </c:pt>
                <c:pt idx="18">
                  <c:v>0.374</c:v>
                </c:pt>
                <c:pt idx="19">
                  <c:v>0.191</c:v>
                </c:pt>
                <c:pt idx="20">
                  <c:v>0.532</c:v>
                </c:pt>
                <c:pt idx="21">
                  <c:v>0.466</c:v>
                </c:pt>
                <c:pt idx="22">
                  <c:v>0.981</c:v>
                </c:pt>
                <c:pt idx="23">
                  <c:v>1.097</c:v>
                </c:pt>
                <c:pt idx="24">
                  <c:v>0.814</c:v>
                </c:pt>
                <c:pt idx="25">
                  <c:v>0.777</c:v>
                </c:pt>
                <c:pt idx="26">
                  <c:v>0.902</c:v>
                </c:pt>
                <c:pt idx="27">
                  <c:v>2.286</c:v>
                </c:pt>
                <c:pt idx="28">
                  <c:v>0.03</c:v>
                </c:pt>
                <c:pt idx="29">
                  <c:v>0.012</c:v>
                </c:pt>
                <c:pt idx="30">
                  <c:v>0</c:v>
                </c:pt>
                <c:pt idx="31">
                  <c:v>0.256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lineChart>
        <c:grouping val="standard"/>
        <c:varyColors val="0"/>
        <c:ser>
          <c:idx val="0"/>
          <c:order val="1"/>
          <c:tx>
            <c:strRef>
              <c:f>Sheet1!$C$1</c:f>
              <c:strCache>
                <c:ptCount val="1"/>
                <c:pt idx="0">
                  <c:v>收视率</c:v>
                </c:pt>
              </c:strCache>
            </c:strRef>
          </c:tx>
          <c:spPr>
            <a:ln w="31750" cap="rnd">
              <a:solidFill>
                <a:srgbClr val="ED7D31"/>
              </a:solidFill>
              <a:round/>
            </a:ln>
            <a:effectLst>
              <a:outerShdw blurRad="50800" dist="38100" dir="5400000" algn="t" rotWithShape="0">
                <a:schemeClr val="tx2">
                  <a:alpha val="40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Sheet1!$A$2:$A$33</c:f>
              <c:strCache>
                <c:ptCount val="32"/>
                <c:pt idx="0">
                  <c:v>国歌05:53</c:v>
                </c:pt>
                <c:pt idx="1">
                  <c:v>乡理乡亲乡村反诈指南05:56</c:v>
                </c:pt>
                <c:pt idx="2">
                  <c:v>田园帮帮团06:06</c:v>
                </c:pt>
                <c:pt idx="3">
                  <c:v>乡理乡亲06:32</c:v>
                </c:pt>
                <c:pt idx="4">
                  <c:v>谁知盘中餐07:00</c:v>
                </c:pt>
                <c:pt idx="5">
                  <c:v>三农群英汇07:26</c:v>
                </c:pt>
                <c:pt idx="6">
                  <c:v>中国三农报道07:55</c:v>
                </c:pt>
                <c:pt idx="7">
                  <c:v>共富经-策马扬鞭向新程08:25</c:v>
                </c:pt>
                <c:pt idx="8">
                  <c:v>农人秀-家乡年货开箱记09:24</c:v>
                </c:pt>
                <c:pt idx="9">
                  <c:v>我哥我嫂10:21</c:v>
                </c:pt>
                <c:pt idx="10">
                  <c:v>我哥我嫂11:11</c:v>
                </c:pt>
                <c:pt idx="11">
                  <c:v>中国三农报道12:00</c:v>
                </c:pt>
                <c:pt idx="12">
                  <c:v>乡村达人秀12:31</c:v>
                </c:pt>
                <c:pt idx="13">
                  <c:v>田野欢歌12:37</c:v>
                </c:pt>
                <c:pt idx="14">
                  <c:v>乡村达人秀13:30</c:v>
                </c:pt>
                <c:pt idx="15">
                  <c:v>六姊妹13:40</c:v>
                </c:pt>
                <c:pt idx="16">
                  <c:v>六姊妹14:30</c:v>
                </c:pt>
                <c:pt idx="17">
                  <c:v>六姊妹15:22</c:v>
                </c:pt>
                <c:pt idx="18">
                  <c:v>六姊妹16:14</c:v>
                </c:pt>
                <c:pt idx="19">
                  <c:v>群英汇-马背长歌17:04</c:v>
                </c:pt>
                <c:pt idx="20">
                  <c:v>中国三农报道18:00</c:v>
                </c:pt>
                <c:pt idx="21">
                  <c:v>振兴路上新观察18:36</c:v>
                </c:pt>
                <c:pt idx="22">
                  <c:v>我哥我嫂18:56</c:v>
                </c:pt>
                <c:pt idx="23">
                  <c:v>我哥我嫂19:51</c:v>
                </c:pt>
                <c:pt idx="24">
                  <c:v>共富经-策马扬鞭向新程20:46</c:v>
                </c:pt>
                <c:pt idx="25">
                  <c:v>农人秀-家乡年货开箱记21:50</c:v>
                </c:pt>
                <c:pt idx="26">
                  <c:v>盘中餐-食暖幸福年22:47</c:v>
                </c:pt>
                <c:pt idx="27">
                  <c:v>群英汇-马背长歌23:46</c:v>
                </c:pt>
                <c:pt idx="28">
                  <c:v>欢乐农家院麻辣酸甜咸00:38</c:v>
                </c:pt>
                <c:pt idx="29">
                  <c:v>欢乐农家院麻辣酸甜咸01:01</c:v>
                </c:pt>
                <c:pt idx="30">
                  <c:v>欢乐农家院麻辣酸甜咸01:24</c:v>
                </c:pt>
                <c:pt idx="31">
                  <c:v>再见01:48</c:v>
                </c:pt>
              </c:strCache>
            </c:strRef>
          </c:cat>
          <c:val>
            <c:numRef>
              <c:f>Sheet1!$C$2:$C$33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0.0002</c:v>
                </c:pt>
                <c:pt idx="3">
                  <c:v>0.005</c:v>
                </c:pt>
                <c:pt idx="4">
                  <c:v>0.0024</c:v>
                </c:pt>
                <c:pt idx="5">
                  <c:v>0.007</c:v>
                </c:pt>
                <c:pt idx="6">
                  <c:v>0.0169</c:v>
                </c:pt>
                <c:pt idx="7">
                  <c:v>0.0178</c:v>
                </c:pt>
                <c:pt idx="8">
                  <c:v>0.0397</c:v>
                </c:pt>
                <c:pt idx="9">
                  <c:v>0.0517</c:v>
                </c:pt>
                <c:pt idx="10">
                  <c:v>0.0483</c:v>
                </c:pt>
                <c:pt idx="11">
                  <c:v>0.0158</c:v>
                </c:pt>
                <c:pt idx="12">
                  <c:v>0.0163</c:v>
                </c:pt>
                <c:pt idx="13">
                  <c:v>0.0243</c:v>
                </c:pt>
                <c:pt idx="14">
                  <c:v>0.0423</c:v>
                </c:pt>
                <c:pt idx="15">
                  <c:v>0.0455</c:v>
                </c:pt>
                <c:pt idx="16">
                  <c:v>0.0594</c:v>
                </c:pt>
                <c:pt idx="17">
                  <c:v>0.0354</c:v>
                </c:pt>
                <c:pt idx="18">
                  <c:v>0.0231</c:v>
                </c:pt>
                <c:pt idx="19">
                  <c:v>0.0151</c:v>
                </c:pt>
                <c:pt idx="20">
                  <c:v>0.0581</c:v>
                </c:pt>
                <c:pt idx="21">
                  <c:v>0.0628</c:v>
                </c:pt>
                <c:pt idx="22">
                  <c:v>0.1696</c:v>
                </c:pt>
                <c:pt idx="23">
                  <c:v>0.22</c:v>
                </c:pt>
                <c:pt idx="24">
                  <c:v>0.1418</c:v>
                </c:pt>
                <c:pt idx="25">
                  <c:v>0.0755</c:v>
                </c:pt>
                <c:pt idx="26">
                  <c:v>0.044</c:v>
                </c:pt>
                <c:pt idx="27">
                  <c:v>0.0522</c:v>
                </c:pt>
                <c:pt idx="28">
                  <c:v>0.0004</c:v>
                </c:pt>
                <c:pt idx="29">
                  <c:v>0.0001</c:v>
                </c:pt>
                <c:pt idx="30">
                  <c:v>0</c:v>
                </c:pt>
                <c:pt idx="31">
                  <c:v>0.0014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76924160"/>
        <c:axId val="-1476923072"/>
      </c:line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我哥我嫂19:51</c:v>
                </c:pt>
                <c:pt idx="1">
                  <c:v>我哥我嫂18:56</c:v>
                </c:pt>
                <c:pt idx="2">
                  <c:v>共富经-策马扬鞭向新程20:46</c:v>
                </c:pt>
                <c:pt idx="3">
                  <c:v>农人秀-家乡年货开箱记21:50</c:v>
                </c:pt>
                <c:pt idx="4">
                  <c:v>振兴路上新观察18:36</c:v>
                </c:pt>
                <c:pt idx="5">
                  <c:v>六姊妹14:30</c:v>
                </c:pt>
                <c:pt idx="6">
                  <c:v>中国三农报道18:00</c:v>
                </c:pt>
                <c:pt idx="7">
                  <c:v>群英汇-马背长歌23:46</c:v>
                </c:pt>
                <c:pt idx="8">
                  <c:v>我哥我嫂10:21</c:v>
                </c:pt>
                <c:pt idx="9">
                  <c:v>我哥我嫂11:11</c:v>
                </c:pt>
                <c:pt idx="10">
                  <c:v>六姊妹13:40</c:v>
                </c:pt>
                <c:pt idx="11">
                  <c:v>盘中餐-食暖幸福年22:47</c:v>
                </c:pt>
                <c:pt idx="12">
                  <c:v>乡村达人秀13:30</c:v>
                </c:pt>
                <c:pt idx="13">
                  <c:v>农人秀-家乡年货开箱记09:24</c:v>
                </c:pt>
                <c:pt idx="14">
                  <c:v>六姊妹15:22</c:v>
                </c:pt>
                <c:pt idx="15">
                  <c:v>田野欢歌12:37</c:v>
                </c:pt>
                <c:pt idx="16">
                  <c:v>六姊妹16:14</c:v>
                </c:pt>
                <c:pt idx="17">
                  <c:v>共富经-策马扬鞭向新程08:25</c:v>
                </c:pt>
                <c:pt idx="18">
                  <c:v>中国三农报道07:55</c:v>
                </c:pt>
                <c:pt idx="19">
                  <c:v>乡村达人秀12:31</c:v>
                </c:pt>
                <c:pt idx="20">
                  <c:v>中国三农报道12:00</c:v>
                </c:pt>
                <c:pt idx="21">
                  <c:v>群英汇-马背长歌17:04</c:v>
                </c:pt>
                <c:pt idx="22">
                  <c:v>三农群英汇07:26</c:v>
                </c:pt>
                <c:pt idx="23">
                  <c:v>乡理乡亲06:32</c:v>
                </c:pt>
                <c:pt idx="24">
                  <c:v>谁知盘中餐07:00</c:v>
                </c:pt>
                <c:pt idx="25">
                  <c:v>田园帮帮团06:06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0.22</c:v>
                </c:pt>
                <c:pt idx="1">
                  <c:v>0.1696</c:v>
                </c:pt>
                <c:pt idx="2">
                  <c:v>0.1418</c:v>
                </c:pt>
                <c:pt idx="3">
                  <c:v>0.0755</c:v>
                </c:pt>
                <c:pt idx="4">
                  <c:v>0.0628</c:v>
                </c:pt>
                <c:pt idx="5">
                  <c:v>0.0594</c:v>
                </c:pt>
                <c:pt idx="6">
                  <c:v>0.0581</c:v>
                </c:pt>
                <c:pt idx="7">
                  <c:v>0.0522</c:v>
                </c:pt>
                <c:pt idx="8">
                  <c:v>0.0517</c:v>
                </c:pt>
                <c:pt idx="9">
                  <c:v>0.0483</c:v>
                </c:pt>
                <c:pt idx="10">
                  <c:v>0.0455</c:v>
                </c:pt>
                <c:pt idx="11">
                  <c:v>0.044</c:v>
                </c:pt>
                <c:pt idx="12">
                  <c:v>0.0423</c:v>
                </c:pt>
                <c:pt idx="13">
                  <c:v>0.0397</c:v>
                </c:pt>
                <c:pt idx="14">
                  <c:v>0.0354</c:v>
                </c:pt>
                <c:pt idx="15">
                  <c:v>0.0243</c:v>
                </c:pt>
                <c:pt idx="16">
                  <c:v>0.0231</c:v>
                </c:pt>
                <c:pt idx="17">
                  <c:v>0.0178</c:v>
                </c:pt>
                <c:pt idx="18">
                  <c:v>0.0169</c:v>
                </c:pt>
                <c:pt idx="19">
                  <c:v>0.0163</c:v>
                </c:pt>
                <c:pt idx="20">
                  <c:v>0.0158</c:v>
                </c:pt>
                <c:pt idx="21">
                  <c:v>0.0151</c:v>
                </c:pt>
                <c:pt idx="22">
                  <c:v>0.007</c:v>
                </c:pt>
                <c:pt idx="23">
                  <c:v>0.005</c:v>
                </c:pt>
                <c:pt idx="24">
                  <c:v>0.0024</c:v>
                </c:pt>
                <c:pt idx="25">
                  <c:v>0.0002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群英汇-马背长歌23:46</c:v>
                </c:pt>
                <c:pt idx="1">
                  <c:v>六姊妹14:30</c:v>
                </c:pt>
                <c:pt idx="2">
                  <c:v>我哥我嫂10:21</c:v>
                </c:pt>
                <c:pt idx="3">
                  <c:v>我哥我嫂19:51</c:v>
                </c:pt>
                <c:pt idx="4">
                  <c:v>农人秀-家乡年货开箱记09:24</c:v>
                </c:pt>
                <c:pt idx="5">
                  <c:v>我哥我嫂18:56</c:v>
                </c:pt>
                <c:pt idx="6">
                  <c:v>盘中餐-食暖幸福年22:47</c:v>
                </c:pt>
                <c:pt idx="7">
                  <c:v>我哥我嫂11:11</c:v>
                </c:pt>
                <c:pt idx="8">
                  <c:v>中国三农报道07:55</c:v>
                </c:pt>
                <c:pt idx="9">
                  <c:v>六姊妹13:40</c:v>
                </c:pt>
                <c:pt idx="10">
                  <c:v>共富经-策马扬鞭向新程20:46</c:v>
                </c:pt>
                <c:pt idx="11">
                  <c:v>农人秀-家乡年货开箱记21:50</c:v>
                </c:pt>
                <c:pt idx="12">
                  <c:v>乡村达人秀13:30</c:v>
                </c:pt>
                <c:pt idx="13">
                  <c:v>六姊妹15:22</c:v>
                </c:pt>
                <c:pt idx="14">
                  <c:v>乡理乡亲06:32</c:v>
                </c:pt>
                <c:pt idx="15">
                  <c:v>共富经-策马扬鞭向新程08:25</c:v>
                </c:pt>
                <c:pt idx="16">
                  <c:v>中国三农报道18:00</c:v>
                </c:pt>
                <c:pt idx="17">
                  <c:v>振兴路上新观察18:36</c:v>
                </c:pt>
                <c:pt idx="18">
                  <c:v>三农群英汇07:26</c:v>
                </c:pt>
                <c:pt idx="19">
                  <c:v>六姊妹16:14</c:v>
                </c:pt>
                <c:pt idx="20">
                  <c:v>田野欢歌12:37</c:v>
                </c:pt>
                <c:pt idx="21">
                  <c:v>中国三农报道12:00</c:v>
                </c:pt>
                <c:pt idx="22">
                  <c:v>乡村达人秀12:31</c:v>
                </c:pt>
                <c:pt idx="23">
                  <c:v>谁知盘中餐07:00</c:v>
                </c:pt>
                <c:pt idx="24">
                  <c:v>群英汇-马背长歌17:04</c:v>
                </c:pt>
                <c:pt idx="25">
                  <c:v>田园帮帮团06:06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2.286</c:v>
                </c:pt>
                <c:pt idx="1">
                  <c:v>1.122</c:v>
                </c:pt>
                <c:pt idx="2">
                  <c:v>1.102</c:v>
                </c:pt>
                <c:pt idx="3">
                  <c:v>1.097</c:v>
                </c:pt>
                <c:pt idx="4">
                  <c:v>0.998</c:v>
                </c:pt>
                <c:pt idx="5">
                  <c:v>0.981</c:v>
                </c:pt>
                <c:pt idx="6">
                  <c:v>0.902</c:v>
                </c:pt>
                <c:pt idx="7">
                  <c:v>0.845</c:v>
                </c:pt>
                <c:pt idx="8">
                  <c:v>0.838</c:v>
                </c:pt>
                <c:pt idx="9">
                  <c:v>0.817</c:v>
                </c:pt>
                <c:pt idx="10">
                  <c:v>0.814</c:v>
                </c:pt>
                <c:pt idx="11">
                  <c:v>0.777</c:v>
                </c:pt>
                <c:pt idx="12">
                  <c:v>0.699</c:v>
                </c:pt>
                <c:pt idx="13">
                  <c:v>0.651</c:v>
                </c:pt>
                <c:pt idx="14">
                  <c:v>0.647</c:v>
                </c:pt>
                <c:pt idx="15">
                  <c:v>0.638</c:v>
                </c:pt>
                <c:pt idx="16">
                  <c:v>0.532</c:v>
                </c:pt>
                <c:pt idx="17">
                  <c:v>0.466</c:v>
                </c:pt>
                <c:pt idx="18">
                  <c:v>0.463</c:v>
                </c:pt>
                <c:pt idx="19">
                  <c:v>0.374</c:v>
                </c:pt>
                <c:pt idx="20">
                  <c:v>0.364</c:v>
                </c:pt>
                <c:pt idx="21">
                  <c:v>0.231</c:v>
                </c:pt>
                <c:pt idx="22">
                  <c:v>0.231</c:v>
                </c:pt>
                <c:pt idx="23">
                  <c:v>0.214</c:v>
                </c:pt>
                <c:pt idx="24">
                  <c:v>0.191</c:v>
                </c:pt>
                <c:pt idx="25">
                  <c:v>0.036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收视率%-前1个月均值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Sheet1!$A$2:$A$1231</c:f>
              <c:strCache>
                <c:ptCount val="1230"/>
                <c:pt idx="0">
                  <c:v>05:30</c:v>
                </c:pt>
                <c:pt idx="1">
                  <c:v>05:31</c:v>
                </c:pt>
                <c:pt idx="2">
                  <c:v>05:32</c:v>
                </c:pt>
                <c:pt idx="3">
                  <c:v>05:33</c:v>
                </c:pt>
                <c:pt idx="4">
                  <c:v>05:34</c:v>
                </c:pt>
                <c:pt idx="5">
                  <c:v>05:35</c:v>
                </c:pt>
                <c:pt idx="6">
                  <c:v>05:36</c:v>
                </c:pt>
                <c:pt idx="7">
                  <c:v>05:37</c:v>
                </c:pt>
                <c:pt idx="8">
                  <c:v>05:38</c:v>
                </c:pt>
                <c:pt idx="9">
                  <c:v>05:39</c:v>
                </c:pt>
                <c:pt idx="10">
                  <c:v>05:40</c:v>
                </c:pt>
                <c:pt idx="11">
                  <c:v>05:41</c:v>
                </c:pt>
                <c:pt idx="12">
                  <c:v>05:42</c:v>
                </c:pt>
                <c:pt idx="13">
                  <c:v>05:43</c:v>
                </c:pt>
                <c:pt idx="14">
                  <c:v>05:44</c:v>
                </c:pt>
                <c:pt idx="15">
                  <c:v>05:45</c:v>
                </c:pt>
                <c:pt idx="16">
                  <c:v>05:46</c:v>
                </c:pt>
                <c:pt idx="17">
                  <c:v>05:47</c:v>
                </c:pt>
                <c:pt idx="18">
                  <c:v>05:48</c:v>
                </c:pt>
                <c:pt idx="19">
                  <c:v>05:49</c:v>
                </c:pt>
                <c:pt idx="20">
                  <c:v>05:50</c:v>
                </c:pt>
                <c:pt idx="21">
                  <c:v>05:51</c:v>
                </c:pt>
                <c:pt idx="22">
                  <c:v>05:52</c:v>
                </c:pt>
                <c:pt idx="23">
                  <c:v>05:53</c:v>
                </c:pt>
                <c:pt idx="24">
                  <c:v>05:54</c:v>
                </c:pt>
                <c:pt idx="25">
                  <c:v>05:55</c:v>
                </c:pt>
                <c:pt idx="26">
                  <c:v>05:56</c:v>
                </c:pt>
                <c:pt idx="27">
                  <c:v>05:57</c:v>
                </c:pt>
                <c:pt idx="28">
                  <c:v>05:58</c:v>
                </c:pt>
                <c:pt idx="29">
                  <c:v>05:59</c:v>
                </c:pt>
                <c:pt idx="30">
                  <c:v>06:00</c:v>
                </c:pt>
                <c:pt idx="31">
                  <c:v>06:01</c:v>
                </c:pt>
                <c:pt idx="32">
                  <c:v>06:02</c:v>
                </c:pt>
                <c:pt idx="33">
                  <c:v>06:03</c:v>
                </c:pt>
                <c:pt idx="34">
                  <c:v>06:04</c:v>
                </c:pt>
                <c:pt idx="35">
                  <c:v>06:05</c:v>
                </c:pt>
                <c:pt idx="36">
                  <c:v>06:06</c:v>
                </c:pt>
                <c:pt idx="37">
                  <c:v>06:07</c:v>
                </c:pt>
                <c:pt idx="38">
                  <c:v>06:08</c:v>
                </c:pt>
                <c:pt idx="39">
                  <c:v>06:09</c:v>
                </c:pt>
                <c:pt idx="40">
                  <c:v>06:10</c:v>
                </c:pt>
                <c:pt idx="41">
                  <c:v>06:11</c:v>
                </c:pt>
                <c:pt idx="42">
                  <c:v>06:12</c:v>
                </c:pt>
                <c:pt idx="43">
                  <c:v>06:13</c:v>
                </c:pt>
                <c:pt idx="44">
                  <c:v>06:14</c:v>
                </c:pt>
                <c:pt idx="45">
                  <c:v>06:15</c:v>
                </c:pt>
                <c:pt idx="46">
                  <c:v>06:16</c:v>
                </c:pt>
                <c:pt idx="47">
                  <c:v>06:17</c:v>
                </c:pt>
                <c:pt idx="48">
                  <c:v>06:18</c:v>
                </c:pt>
                <c:pt idx="49">
                  <c:v>06:19</c:v>
                </c:pt>
                <c:pt idx="50">
                  <c:v>06:20</c:v>
                </c:pt>
                <c:pt idx="51">
                  <c:v>06:21</c:v>
                </c:pt>
                <c:pt idx="52">
                  <c:v>06:22</c:v>
                </c:pt>
                <c:pt idx="53">
                  <c:v>06:23</c:v>
                </c:pt>
                <c:pt idx="54">
                  <c:v>06:24</c:v>
                </c:pt>
                <c:pt idx="55">
                  <c:v>06:25</c:v>
                </c:pt>
                <c:pt idx="56">
                  <c:v>06:26</c:v>
                </c:pt>
                <c:pt idx="57">
                  <c:v>06:27</c:v>
                </c:pt>
                <c:pt idx="58">
                  <c:v>06:28</c:v>
                </c:pt>
                <c:pt idx="59">
                  <c:v>06:29</c:v>
                </c:pt>
                <c:pt idx="60">
                  <c:v>06:30</c:v>
                </c:pt>
                <c:pt idx="61">
                  <c:v>06:31</c:v>
                </c:pt>
                <c:pt idx="62">
                  <c:v>06:32</c:v>
                </c:pt>
                <c:pt idx="63">
                  <c:v>06:33</c:v>
                </c:pt>
                <c:pt idx="64">
                  <c:v>06:34</c:v>
                </c:pt>
                <c:pt idx="65">
                  <c:v>06:35</c:v>
                </c:pt>
                <c:pt idx="66">
                  <c:v>06:36</c:v>
                </c:pt>
                <c:pt idx="67">
                  <c:v>06:37</c:v>
                </c:pt>
                <c:pt idx="68">
                  <c:v>06:38</c:v>
                </c:pt>
                <c:pt idx="69">
                  <c:v>06:39</c:v>
                </c:pt>
                <c:pt idx="70">
                  <c:v>06:40</c:v>
                </c:pt>
                <c:pt idx="71">
                  <c:v>06:41</c:v>
                </c:pt>
                <c:pt idx="72">
                  <c:v>06:42</c:v>
                </c:pt>
                <c:pt idx="73">
                  <c:v>06:43</c:v>
                </c:pt>
                <c:pt idx="74">
                  <c:v>06:44</c:v>
                </c:pt>
                <c:pt idx="75">
                  <c:v>06:45</c:v>
                </c:pt>
                <c:pt idx="76">
                  <c:v>06:46</c:v>
                </c:pt>
                <c:pt idx="77">
                  <c:v>06:47</c:v>
                </c:pt>
                <c:pt idx="78">
                  <c:v>06:48</c:v>
                </c:pt>
                <c:pt idx="79">
                  <c:v>06:49</c:v>
                </c:pt>
                <c:pt idx="80">
                  <c:v>06:50</c:v>
                </c:pt>
                <c:pt idx="81">
                  <c:v>06:51</c:v>
                </c:pt>
                <c:pt idx="82">
                  <c:v>06:52</c:v>
                </c:pt>
                <c:pt idx="83">
                  <c:v>06:53</c:v>
                </c:pt>
                <c:pt idx="84">
                  <c:v>06:54</c:v>
                </c:pt>
                <c:pt idx="85">
                  <c:v>06:55</c:v>
                </c:pt>
                <c:pt idx="86">
                  <c:v>06:56</c:v>
                </c:pt>
                <c:pt idx="87">
                  <c:v>06:57</c:v>
                </c:pt>
                <c:pt idx="88">
                  <c:v>06:58</c:v>
                </c:pt>
                <c:pt idx="89">
                  <c:v>06:59</c:v>
                </c:pt>
                <c:pt idx="90">
                  <c:v>07:00</c:v>
                </c:pt>
                <c:pt idx="91">
                  <c:v>07:01</c:v>
                </c:pt>
                <c:pt idx="92">
                  <c:v>07:02</c:v>
                </c:pt>
                <c:pt idx="93">
                  <c:v>07:03</c:v>
                </c:pt>
                <c:pt idx="94">
                  <c:v>07:04</c:v>
                </c:pt>
                <c:pt idx="95">
                  <c:v>07:05</c:v>
                </c:pt>
                <c:pt idx="96">
                  <c:v>07:06</c:v>
                </c:pt>
                <c:pt idx="97">
                  <c:v>07:07</c:v>
                </c:pt>
                <c:pt idx="98">
                  <c:v>07:08</c:v>
                </c:pt>
                <c:pt idx="99">
                  <c:v>07:09</c:v>
                </c:pt>
                <c:pt idx="100">
                  <c:v>07:10</c:v>
                </c:pt>
                <c:pt idx="101">
                  <c:v>07:11</c:v>
                </c:pt>
                <c:pt idx="102">
                  <c:v>07:12</c:v>
                </c:pt>
                <c:pt idx="103">
                  <c:v>07:13</c:v>
                </c:pt>
                <c:pt idx="104">
                  <c:v>07:14</c:v>
                </c:pt>
                <c:pt idx="105">
                  <c:v>07:15</c:v>
                </c:pt>
                <c:pt idx="106">
                  <c:v>07:16</c:v>
                </c:pt>
                <c:pt idx="107">
                  <c:v>07:17</c:v>
                </c:pt>
                <c:pt idx="108">
                  <c:v>07:18</c:v>
                </c:pt>
                <c:pt idx="109">
                  <c:v>07:19</c:v>
                </c:pt>
                <c:pt idx="110">
                  <c:v>07:20</c:v>
                </c:pt>
                <c:pt idx="111">
                  <c:v>07:21</c:v>
                </c:pt>
                <c:pt idx="112">
                  <c:v>07:22</c:v>
                </c:pt>
                <c:pt idx="113">
                  <c:v>07:23</c:v>
                </c:pt>
                <c:pt idx="114">
                  <c:v>07:24</c:v>
                </c:pt>
                <c:pt idx="115">
                  <c:v>07:25</c:v>
                </c:pt>
                <c:pt idx="116">
                  <c:v>07:26</c:v>
                </c:pt>
                <c:pt idx="117">
                  <c:v>07:27</c:v>
                </c:pt>
                <c:pt idx="118">
                  <c:v>07:28</c:v>
                </c:pt>
                <c:pt idx="119">
                  <c:v>07:29</c:v>
                </c:pt>
                <c:pt idx="120">
                  <c:v>07:30</c:v>
                </c:pt>
                <c:pt idx="121">
                  <c:v>07:31</c:v>
                </c:pt>
                <c:pt idx="122">
                  <c:v>07:32</c:v>
                </c:pt>
                <c:pt idx="123">
                  <c:v>07:33</c:v>
                </c:pt>
                <c:pt idx="124">
                  <c:v>07:34</c:v>
                </c:pt>
                <c:pt idx="125">
                  <c:v>07:35</c:v>
                </c:pt>
                <c:pt idx="126">
                  <c:v>07:36</c:v>
                </c:pt>
                <c:pt idx="127">
                  <c:v>07:37</c:v>
                </c:pt>
                <c:pt idx="128">
                  <c:v>07:38</c:v>
                </c:pt>
                <c:pt idx="129">
                  <c:v>07:39</c:v>
                </c:pt>
                <c:pt idx="130">
                  <c:v>07:40</c:v>
                </c:pt>
                <c:pt idx="131">
                  <c:v>07:41</c:v>
                </c:pt>
                <c:pt idx="132">
                  <c:v>07:42</c:v>
                </c:pt>
                <c:pt idx="133">
                  <c:v>07:43</c:v>
                </c:pt>
                <c:pt idx="134">
                  <c:v>07:44</c:v>
                </c:pt>
                <c:pt idx="135">
                  <c:v>07:45</c:v>
                </c:pt>
                <c:pt idx="136">
                  <c:v>07:46</c:v>
                </c:pt>
                <c:pt idx="137">
                  <c:v>07:47</c:v>
                </c:pt>
                <c:pt idx="138">
                  <c:v>07:48</c:v>
                </c:pt>
                <c:pt idx="139">
                  <c:v>07:49</c:v>
                </c:pt>
                <c:pt idx="140">
                  <c:v>07:50</c:v>
                </c:pt>
                <c:pt idx="141">
                  <c:v>07:51</c:v>
                </c:pt>
                <c:pt idx="142">
                  <c:v>07:52</c:v>
                </c:pt>
                <c:pt idx="143">
                  <c:v>07:53</c:v>
                </c:pt>
                <c:pt idx="144">
                  <c:v>07:54</c:v>
                </c:pt>
                <c:pt idx="145">
                  <c:v>07:55</c:v>
                </c:pt>
                <c:pt idx="146">
                  <c:v>07:56</c:v>
                </c:pt>
                <c:pt idx="147">
                  <c:v>07:57</c:v>
                </c:pt>
                <c:pt idx="148">
                  <c:v>07:58</c:v>
                </c:pt>
                <c:pt idx="149">
                  <c:v>07:59</c:v>
                </c:pt>
                <c:pt idx="150">
                  <c:v>08:00</c:v>
                </c:pt>
                <c:pt idx="151">
                  <c:v>08:01</c:v>
                </c:pt>
                <c:pt idx="152">
                  <c:v>08:02</c:v>
                </c:pt>
                <c:pt idx="153">
                  <c:v>08:03</c:v>
                </c:pt>
                <c:pt idx="154">
                  <c:v>08:04</c:v>
                </c:pt>
                <c:pt idx="155">
                  <c:v>08:05</c:v>
                </c:pt>
                <c:pt idx="156">
                  <c:v>08:06</c:v>
                </c:pt>
                <c:pt idx="157">
                  <c:v>08:07</c:v>
                </c:pt>
                <c:pt idx="158">
                  <c:v>08:08</c:v>
                </c:pt>
                <c:pt idx="159">
                  <c:v>08:09</c:v>
                </c:pt>
                <c:pt idx="160">
                  <c:v>08:10</c:v>
                </c:pt>
                <c:pt idx="161">
                  <c:v>08:11</c:v>
                </c:pt>
                <c:pt idx="162">
                  <c:v>08:12</c:v>
                </c:pt>
                <c:pt idx="163">
                  <c:v>08:13</c:v>
                </c:pt>
                <c:pt idx="164">
                  <c:v>08:14</c:v>
                </c:pt>
                <c:pt idx="165">
                  <c:v>08:15</c:v>
                </c:pt>
                <c:pt idx="166">
                  <c:v>08:16</c:v>
                </c:pt>
                <c:pt idx="167">
                  <c:v>08:17</c:v>
                </c:pt>
                <c:pt idx="168">
                  <c:v>08:18</c:v>
                </c:pt>
                <c:pt idx="169">
                  <c:v>08:19</c:v>
                </c:pt>
                <c:pt idx="170">
                  <c:v>08:20</c:v>
                </c:pt>
                <c:pt idx="171">
                  <c:v>08:21</c:v>
                </c:pt>
                <c:pt idx="172">
                  <c:v>08:22</c:v>
                </c:pt>
                <c:pt idx="173">
                  <c:v>08:23</c:v>
                </c:pt>
                <c:pt idx="174">
                  <c:v>08:24</c:v>
                </c:pt>
                <c:pt idx="175">
                  <c:v>08:25</c:v>
                </c:pt>
                <c:pt idx="176">
                  <c:v>08:26</c:v>
                </c:pt>
                <c:pt idx="177">
                  <c:v>08:27</c:v>
                </c:pt>
                <c:pt idx="178">
                  <c:v>08:28</c:v>
                </c:pt>
                <c:pt idx="179">
                  <c:v>08:29</c:v>
                </c:pt>
                <c:pt idx="180">
                  <c:v>08:30</c:v>
                </c:pt>
                <c:pt idx="181">
                  <c:v>08:31</c:v>
                </c:pt>
                <c:pt idx="182">
                  <c:v>08:32</c:v>
                </c:pt>
                <c:pt idx="183">
                  <c:v>08:33</c:v>
                </c:pt>
                <c:pt idx="184">
                  <c:v>08:34</c:v>
                </c:pt>
                <c:pt idx="185">
                  <c:v>08:35</c:v>
                </c:pt>
                <c:pt idx="186">
                  <c:v>08:36</c:v>
                </c:pt>
                <c:pt idx="187">
                  <c:v>08:37</c:v>
                </c:pt>
                <c:pt idx="188">
                  <c:v>08:38</c:v>
                </c:pt>
                <c:pt idx="189">
                  <c:v>08:39</c:v>
                </c:pt>
                <c:pt idx="190">
                  <c:v>08:40</c:v>
                </c:pt>
                <c:pt idx="191">
                  <c:v>08:41</c:v>
                </c:pt>
                <c:pt idx="192">
                  <c:v>08:42</c:v>
                </c:pt>
                <c:pt idx="193">
                  <c:v>08:43</c:v>
                </c:pt>
                <c:pt idx="194">
                  <c:v>08:44</c:v>
                </c:pt>
                <c:pt idx="195">
                  <c:v>08:45</c:v>
                </c:pt>
                <c:pt idx="196">
                  <c:v>08:46</c:v>
                </c:pt>
                <c:pt idx="197">
                  <c:v>08:47</c:v>
                </c:pt>
                <c:pt idx="198">
                  <c:v>08:48</c:v>
                </c:pt>
                <c:pt idx="199">
                  <c:v>08:49</c:v>
                </c:pt>
                <c:pt idx="200">
                  <c:v>08:50</c:v>
                </c:pt>
                <c:pt idx="201">
                  <c:v>08:51</c:v>
                </c:pt>
                <c:pt idx="202">
                  <c:v>08:52</c:v>
                </c:pt>
                <c:pt idx="203">
                  <c:v>08:53</c:v>
                </c:pt>
                <c:pt idx="204">
                  <c:v>08:54</c:v>
                </c:pt>
                <c:pt idx="205">
                  <c:v>08:55</c:v>
                </c:pt>
                <c:pt idx="206">
                  <c:v>08:56</c:v>
                </c:pt>
                <c:pt idx="207">
                  <c:v>08:57</c:v>
                </c:pt>
                <c:pt idx="208">
                  <c:v>08:58</c:v>
                </c:pt>
                <c:pt idx="209">
                  <c:v>08:59</c:v>
                </c:pt>
                <c:pt idx="210">
                  <c:v>09:00</c:v>
                </c:pt>
                <c:pt idx="211">
                  <c:v>09:01</c:v>
                </c:pt>
                <c:pt idx="212">
                  <c:v>09:02</c:v>
                </c:pt>
                <c:pt idx="213">
                  <c:v>09:03</c:v>
                </c:pt>
                <c:pt idx="214">
                  <c:v>09:04</c:v>
                </c:pt>
                <c:pt idx="215">
                  <c:v>09:05</c:v>
                </c:pt>
                <c:pt idx="216">
                  <c:v>09:06</c:v>
                </c:pt>
                <c:pt idx="217">
                  <c:v>09:07</c:v>
                </c:pt>
                <c:pt idx="218">
                  <c:v>09:08</c:v>
                </c:pt>
                <c:pt idx="219">
                  <c:v>09:09</c:v>
                </c:pt>
                <c:pt idx="220">
                  <c:v>09:10</c:v>
                </c:pt>
                <c:pt idx="221">
                  <c:v>09:11</c:v>
                </c:pt>
                <c:pt idx="222">
                  <c:v>09:12</c:v>
                </c:pt>
                <c:pt idx="223">
                  <c:v>09:13</c:v>
                </c:pt>
                <c:pt idx="224">
                  <c:v>09:14</c:v>
                </c:pt>
                <c:pt idx="225">
                  <c:v>09:15</c:v>
                </c:pt>
                <c:pt idx="226">
                  <c:v>09:16</c:v>
                </c:pt>
                <c:pt idx="227">
                  <c:v>09:17</c:v>
                </c:pt>
                <c:pt idx="228">
                  <c:v>09:18</c:v>
                </c:pt>
                <c:pt idx="229">
                  <c:v>09:19</c:v>
                </c:pt>
                <c:pt idx="230">
                  <c:v>09:20</c:v>
                </c:pt>
                <c:pt idx="231">
                  <c:v>09:21</c:v>
                </c:pt>
                <c:pt idx="232">
                  <c:v>09:22</c:v>
                </c:pt>
                <c:pt idx="233">
                  <c:v>09:23</c:v>
                </c:pt>
                <c:pt idx="234">
                  <c:v>09:24</c:v>
                </c:pt>
                <c:pt idx="235">
                  <c:v>09:25</c:v>
                </c:pt>
                <c:pt idx="236">
                  <c:v>09:26</c:v>
                </c:pt>
                <c:pt idx="237">
                  <c:v>09:27</c:v>
                </c:pt>
                <c:pt idx="238">
                  <c:v>09:28</c:v>
                </c:pt>
                <c:pt idx="239">
                  <c:v>09:29</c:v>
                </c:pt>
                <c:pt idx="240">
                  <c:v>09:30</c:v>
                </c:pt>
                <c:pt idx="241">
                  <c:v>09:31</c:v>
                </c:pt>
                <c:pt idx="242">
                  <c:v>09:32</c:v>
                </c:pt>
                <c:pt idx="243">
                  <c:v>09:33</c:v>
                </c:pt>
                <c:pt idx="244">
                  <c:v>09:34</c:v>
                </c:pt>
                <c:pt idx="245">
                  <c:v>09:35</c:v>
                </c:pt>
                <c:pt idx="246">
                  <c:v>09:36</c:v>
                </c:pt>
                <c:pt idx="247">
                  <c:v>09:37</c:v>
                </c:pt>
                <c:pt idx="248">
                  <c:v>09:38</c:v>
                </c:pt>
                <c:pt idx="249">
                  <c:v>09:39</c:v>
                </c:pt>
                <c:pt idx="250">
                  <c:v>09:40</c:v>
                </c:pt>
                <c:pt idx="251">
                  <c:v>09:41</c:v>
                </c:pt>
                <c:pt idx="252">
                  <c:v>09:42</c:v>
                </c:pt>
                <c:pt idx="253">
                  <c:v>09:43</c:v>
                </c:pt>
                <c:pt idx="254">
                  <c:v>09:44</c:v>
                </c:pt>
                <c:pt idx="255">
                  <c:v>09:45</c:v>
                </c:pt>
                <c:pt idx="256">
                  <c:v>09:46</c:v>
                </c:pt>
                <c:pt idx="257">
                  <c:v>09:47</c:v>
                </c:pt>
                <c:pt idx="258">
                  <c:v>09:48</c:v>
                </c:pt>
                <c:pt idx="259">
                  <c:v>09:49</c:v>
                </c:pt>
                <c:pt idx="260">
                  <c:v>09:50</c:v>
                </c:pt>
                <c:pt idx="261">
                  <c:v>09:51</c:v>
                </c:pt>
                <c:pt idx="262">
                  <c:v>09:52</c:v>
                </c:pt>
                <c:pt idx="263">
                  <c:v>09:53</c:v>
                </c:pt>
                <c:pt idx="264">
                  <c:v>09:54</c:v>
                </c:pt>
                <c:pt idx="265">
                  <c:v>09:55</c:v>
                </c:pt>
                <c:pt idx="266">
                  <c:v>09:56</c:v>
                </c:pt>
                <c:pt idx="267">
                  <c:v>09:57</c:v>
                </c:pt>
                <c:pt idx="268">
                  <c:v>09:58</c:v>
                </c:pt>
                <c:pt idx="269">
                  <c:v>09:59</c:v>
                </c:pt>
                <c:pt idx="270">
                  <c:v>10:00</c:v>
                </c:pt>
                <c:pt idx="271">
                  <c:v>10:01</c:v>
                </c:pt>
                <c:pt idx="272">
                  <c:v>10:02</c:v>
                </c:pt>
                <c:pt idx="273">
                  <c:v>10:03</c:v>
                </c:pt>
                <c:pt idx="274">
                  <c:v>10:04</c:v>
                </c:pt>
                <c:pt idx="275">
                  <c:v>10:05</c:v>
                </c:pt>
                <c:pt idx="276">
                  <c:v>10:06</c:v>
                </c:pt>
                <c:pt idx="277">
                  <c:v>10:07</c:v>
                </c:pt>
                <c:pt idx="278">
                  <c:v>10:08</c:v>
                </c:pt>
                <c:pt idx="279">
                  <c:v>10:09</c:v>
                </c:pt>
                <c:pt idx="280">
                  <c:v>10:10</c:v>
                </c:pt>
                <c:pt idx="281">
                  <c:v>10:11</c:v>
                </c:pt>
                <c:pt idx="282">
                  <c:v>10:12</c:v>
                </c:pt>
                <c:pt idx="283">
                  <c:v>10:13</c:v>
                </c:pt>
                <c:pt idx="284">
                  <c:v>10:14</c:v>
                </c:pt>
                <c:pt idx="285">
                  <c:v>10:15</c:v>
                </c:pt>
                <c:pt idx="286">
                  <c:v>10:16</c:v>
                </c:pt>
                <c:pt idx="287">
                  <c:v>10:17</c:v>
                </c:pt>
                <c:pt idx="288">
                  <c:v>10:18</c:v>
                </c:pt>
                <c:pt idx="289">
                  <c:v>10:19</c:v>
                </c:pt>
                <c:pt idx="290">
                  <c:v>10:20</c:v>
                </c:pt>
                <c:pt idx="291">
                  <c:v>10:21</c:v>
                </c:pt>
                <c:pt idx="292">
                  <c:v>10:22</c:v>
                </c:pt>
                <c:pt idx="293">
                  <c:v>10:23</c:v>
                </c:pt>
                <c:pt idx="294">
                  <c:v>10:24</c:v>
                </c:pt>
                <c:pt idx="295">
                  <c:v>10:25</c:v>
                </c:pt>
                <c:pt idx="296">
                  <c:v>10:26</c:v>
                </c:pt>
                <c:pt idx="297">
                  <c:v>10:27</c:v>
                </c:pt>
                <c:pt idx="298">
                  <c:v>10:28</c:v>
                </c:pt>
                <c:pt idx="299">
                  <c:v>10:29</c:v>
                </c:pt>
                <c:pt idx="300">
                  <c:v>10:30</c:v>
                </c:pt>
                <c:pt idx="301">
                  <c:v>10:31</c:v>
                </c:pt>
                <c:pt idx="302">
                  <c:v>10:32</c:v>
                </c:pt>
                <c:pt idx="303">
                  <c:v>10:33</c:v>
                </c:pt>
                <c:pt idx="304">
                  <c:v>10:34</c:v>
                </c:pt>
                <c:pt idx="305">
                  <c:v>10:35</c:v>
                </c:pt>
                <c:pt idx="306">
                  <c:v>10:36</c:v>
                </c:pt>
                <c:pt idx="307">
                  <c:v>10:37</c:v>
                </c:pt>
                <c:pt idx="308">
                  <c:v>10:38</c:v>
                </c:pt>
                <c:pt idx="309">
                  <c:v>10:39</c:v>
                </c:pt>
                <c:pt idx="310">
                  <c:v>10:40</c:v>
                </c:pt>
                <c:pt idx="311">
                  <c:v>10:41</c:v>
                </c:pt>
                <c:pt idx="312">
                  <c:v>10:42</c:v>
                </c:pt>
                <c:pt idx="313">
                  <c:v>10:43</c:v>
                </c:pt>
                <c:pt idx="314">
                  <c:v>10:44</c:v>
                </c:pt>
                <c:pt idx="315">
                  <c:v>10:45</c:v>
                </c:pt>
                <c:pt idx="316">
                  <c:v>10:46</c:v>
                </c:pt>
                <c:pt idx="317">
                  <c:v>10:47</c:v>
                </c:pt>
                <c:pt idx="318">
                  <c:v>10:48</c:v>
                </c:pt>
                <c:pt idx="319">
                  <c:v>10:49</c:v>
                </c:pt>
                <c:pt idx="320">
                  <c:v>10:50</c:v>
                </c:pt>
                <c:pt idx="321">
                  <c:v>10:51</c:v>
                </c:pt>
                <c:pt idx="322">
                  <c:v>10:52</c:v>
                </c:pt>
                <c:pt idx="323">
                  <c:v>10:53</c:v>
                </c:pt>
                <c:pt idx="324">
                  <c:v>10:54</c:v>
                </c:pt>
                <c:pt idx="325">
                  <c:v>10:55</c:v>
                </c:pt>
                <c:pt idx="326">
                  <c:v>10:56</c:v>
                </c:pt>
                <c:pt idx="327">
                  <c:v>10:57</c:v>
                </c:pt>
                <c:pt idx="328">
                  <c:v>10:58</c:v>
                </c:pt>
                <c:pt idx="329">
                  <c:v>10:59</c:v>
                </c:pt>
                <c:pt idx="330">
                  <c:v>11:00</c:v>
                </c:pt>
                <c:pt idx="331">
                  <c:v>11:01</c:v>
                </c:pt>
                <c:pt idx="332">
                  <c:v>11:02</c:v>
                </c:pt>
                <c:pt idx="333">
                  <c:v>11:03</c:v>
                </c:pt>
                <c:pt idx="334">
                  <c:v>11:04</c:v>
                </c:pt>
                <c:pt idx="335">
                  <c:v>11:05</c:v>
                </c:pt>
                <c:pt idx="336">
                  <c:v>11:06</c:v>
                </c:pt>
                <c:pt idx="337">
                  <c:v>11:07</c:v>
                </c:pt>
                <c:pt idx="338">
                  <c:v>11:08</c:v>
                </c:pt>
                <c:pt idx="339">
                  <c:v>11:09</c:v>
                </c:pt>
                <c:pt idx="340">
                  <c:v>11:10</c:v>
                </c:pt>
                <c:pt idx="341">
                  <c:v>11:11</c:v>
                </c:pt>
                <c:pt idx="342">
                  <c:v>11:12</c:v>
                </c:pt>
                <c:pt idx="343">
                  <c:v>11:13</c:v>
                </c:pt>
                <c:pt idx="344">
                  <c:v>11:14</c:v>
                </c:pt>
                <c:pt idx="345">
                  <c:v>11:15</c:v>
                </c:pt>
                <c:pt idx="346">
                  <c:v>11:16</c:v>
                </c:pt>
                <c:pt idx="347">
                  <c:v>11:17</c:v>
                </c:pt>
                <c:pt idx="348">
                  <c:v>11:18</c:v>
                </c:pt>
                <c:pt idx="349">
                  <c:v>11:19</c:v>
                </c:pt>
                <c:pt idx="350">
                  <c:v>11:20</c:v>
                </c:pt>
                <c:pt idx="351">
                  <c:v>11:21</c:v>
                </c:pt>
                <c:pt idx="352">
                  <c:v>11:22</c:v>
                </c:pt>
                <c:pt idx="353">
                  <c:v>11:23</c:v>
                </c:pt>
                <c:pt idx="354">
                  <c:v>11:24</c:v>
                </c:pt>
                <c:pt idx="355">
                  <c:v>11:25</c:v>
                </c:pt>
                <c:pt idx="356">
                  <c:v>11:26</c:v>
                </c:pt>
                <c:pt idx="357">
                  <c:v>11:27</c:v>
                </c:pt>
                <c:pt idx="358">
                  <c:v>11:28</c:v>
                </c:pt>
                <c:pt idx="359">
                  <c:v>11:29</c:v>
                </c:pt>
                <c:pt idx="360">
                  <c:v>11:30</c:v>
                </c:pt>
                <c:pt idx="361">
                  <c:v>11:31</c:v>
                </c:pt>
                <c:pt idx="362">
                  <c:v>11:32</c:v>
                </c:pt>
                <c:pt idx="363">
                  <c:v>11:33</c:v>
                </c:pt>
                <c:pt idx="364">
                  <c:v>11:34</c:v>
                </c:pt>
                <c:pt idx="365">
                  <c:v>11:35</c:v>
                </c:pt>
                <c:pt idx="366">
                  <c:v>11:36</c:v>
                </c:pt>
                <c:pt idx="367">
                  <c:v>11:37</c:v>
                </c:pt>
                <c:pt idx="368">
                  <c:v>11:38</c:v>
                </c:pt>
                <c:pt idx="369">
                  <c:v>11:39</c:v>
                </c:pt>
                <c:pt idx="370">
                  <c:v>11:40</c:v>
                </c:pt>
                <c:pt idx="371">
                  <c:v>11:41</c:v>
                </c:pt>
                <c:pt idx="372">
                  <c:v>11:42</c:v>
                </c:pt>
                <c:pt idx="373">
                  <c:v>11:43</c:v>
                </c:pt>
                <c:pt idx="374">
                  <c:v>11:44</c:v>
                </c:pt>
                <c:pt idx="375">
                  <c:v>11:45</c:v>
                </c:pt>
                <c:pt idx="376">
                  <c:v>11:46</c:v>
                </c:pt>
                <c:pt idx="377">
                  <c:v>11:47</c:v>
                </c:pt>
                <c:pt idx="378">
                  <c:v>11:48</c:v>
                </c:pt>
                <c:pt idx="379">
                  <c:v>11:49</c:v>
                </c:pt>
                <c:pt idx="380">
                  <c:v>11:50</c:v>
                </c:pt>
                <c:pt idx="381">
                  <c:v>11:51</c:v>
                </c:pt>
                <c:pt idx="382">
                  <c:v>11:52</c:v>
                </c:pt>
                <c:pt idx="383">
                  <c:v>11:53</c:v>
                </c:pt>
                <c:pt idx="384">
                  <c:v>11:54</c:v>
                </c:pt>
                <c:pt idx="385">
                  <c:v>11:55</c:v>
                </c:pt>
                <c:pt idx="386">
                  <c:v>11:56</c:v>
                </c:pt>
                <c:pt idx="387">
                  <c:v>11:57</c:v>
                </c:pt>
                <c:pt idx="388">
                  <c:v>11:58</c:v>
                </c:pt>
                <c:pt idx="389">
                  <c:v>11:59</c:v>
                </c:pt>
                <c:pt idx="390">
                  <c:v>12:00</c:v>
                </c:pt>
                <c:pt idx="391">
                  <c:v>12:01</c:v>
                </c:pt>
                <c:pt idx="392">
                  <c:v>12:02</c:v>
                </c:pt>
                <c:pt idx="393">
                  <c:v>12:03</c:v>
                </c:pt>
                <c:pt idx="394">
                  <c:v>12:04</c:v>
                </c:pt>
                <c:pt idx="395">
                  <c:v>12:05</c:v>
                </c:pt>
                <c:pt idx="396">
                  <c:v>12:06</c:v>
                </c:pt>
                <c:pt idx="397">
                  <c:v>12:07</c:v>
                </c:pt>
                <c:pt idx="398">
                  <c:v>12:08</c:v>
                </c:pt>
                <c:pt idx="399">
                  <c:v>12:09</c:v>
                </c:pt>
                <c:pt idx="400">
                  <c:v>12:10</c:v>
                </c:pt>
                <c:pt idx="401">
                  <c:v>12:11</c:v>
                </c:pt>
                <c:pt idx="402">
                  <c:v>12:12</c:v>
                </c:pt>
                <c:pt idx="403">
                  <c:v>12:13</c:v>
                </c:pt>
                <c:pt idx="404">
                  <c:v>12:14</c:v>
                </c:pt>
                <c:pt idx="405">
                  <c:v>12:15</c:v>
                </c:pt>
                <c:pt idx="406">
                  <c:v>12:16</c:v>
                </c:pt>
                <c:pt idx="407">
                  <c:v>12:17</c:v>
                </c:pt>
                <c:pt idx="408">
                  <c:v>12:18</c:v>
                </c:pt>
                <c:pt idx="409">
                  <c:v>12:19</c:v>
                </c:pt>
                <c:pt idx="410">
                  <c:v>12:20</c:v>
                </c:pt>
                <c:pt idx="411">
                  <c:v>12:21</c:v>
                </c:pt>
                <c:pt idx="412">
                  <c:v>12:22</c:v>
                </c:pt>
                <c:pt idx="413">
                  <c:v>12:23</c:v>
                </c:pt>
                <c:pt idx="414">
                  <c:v>12:24</c:v>
                </c:pt>
                <c:pt idx="415">
                  <c:v>12:25</c:v>
                </c:pt>
                <c:pt idx="416">
                  <c:v>12:26</c:v>
                </c:pt>
                <c:pt idx="417">
                  <c:v>12:27</c:v>
                </c:pt>
                <c:pt idx="418">
                  <c:v>12:28</c:v>
                </c:pt>
                <c:pt idx="419">
                  <c:v>12:29</c:v>
                </c:pt>
                <c:pt idx="420">
                  <c:v>12:30</c:v>
                </c:pt>
                <c:pt idx="421">
                  <c:v>12:31</c:v>
                </c:pt>
                <c:pt idx="422">
                  <c:v>12:32</c:v>
                </c:pt>
                <c:pt idx="423">
                  <c:v>12:33</c:v>
                </c:pt>
                <c:pt idx="424">
                  <c:v>12:34</c:v>
                </c:pt>
                <c:pt idx="425">
                  <c:v>12:35</c:v>
                </c:pt>
                <c:pt idx="426">
                  <c:v>12:36</c:v>
                </c:pt>
                <c:pt idx="427">
                  <c:v>12:37</c:v>
                </c:pt>
                <c:pt idx="428">
                  <c:v>12:38</c:v>
                </c:pt>
                <c:pt idx="429">
                  <c:v>12:39</c:v>
                </c:pt>
                <c:pt idx="430">
                  <c:v>12:40</c:v>
                </c:pt>
                <c:pt idx="431">
                  <c:v>12:41</c:v>
                </c:pt>
                <c:pt idx="432">
                  <c:v>12:42</c:v>
                </c:pt>
                <c:pt idx="433">
                  <c:v>12:43</c:v>
                </c:pt>
                <c:pt idx="434">
                  <c:v>12:44</c:v>
                </c:pt>
                <c:pt idx="435">
                  <c:v>12:45</c:v>
                </c:pt>
                <c:pt idx="436">
                  <c:v>12:46</c:v>
                </c:pt>
                <c:pt idx="437">
                  <c:v>12:47</c:v>
                </c:pt>
                <c:pt idx="438">
                  <c:v>12:48</c:v>
                </c:pt>
                <c:pt idx="439">
                  <c:v>12:49</c:v>
                </c:pt>
                <c:pt idx="440">
                  <c:v>12:50</c:v>
                </c:pt>
                <c:pt idx="441">
                  <c:v>12:51</c:v>
                </c:pt>
                <c:pt idx="442">
                  <c:v>12:52</c:v>
                </c:pt>
                <c:pt idx="443">
                  <c:v>12:53</c:v>
                </c:pt>
                <c:pt idx="444">
                  <c:v>12:54</c:v>
                </c:pt>
                <c:pt idx="445">
                  <c:v>12:55</c:v>
                </c:pt>
                <c:pt idx="446">
                  <c:v>12:56</c:v>
                </c:pt>
                <c:pt idx="447">
                  <c:v>12:57</c:v>
                </c:pt>
                <c:pt idx="448">
                  <c:v>12:58</c:v>
                </c:pt>
                <c:pt idx="449">
                  <c:v>12:59</c:v>
                </c:pt>
                <c:pt idx="450">
                  <c:v>13:00</c:v>
                </c:pt>
                <c:pt idx="451">
                  <c:v>13:01</c:v>
                </c:pt>
                <c:pt idx="452">
                  <c:v>13:02</c:v>
                </c:pt>
                <c:pt idx="453">
                  <c:v>13:03</c:v>
                </c:pt>
                <c:pt idx="454">
                  <c:v>13:04</c:v>
                </c:pt>
                <c:pt idx="455">
                  <c:v>13:05</c:v>
                </c:pt>
                <c:pt idx="456">
                  <c:v>13:06</c:v>
                </c:pt>
                <c:pt idx="457">
                  <c:v>13:07</c:v>
                </c:pt>
                <c:pt idx="458">
                  <c:v>13:08</c:v>
                </c:pt>
                <c:pt idx="459">
                  <c:v>13:09</c:v>
                </c:pt>
                <c:pt idx="460">
                  <c:v>13:10</c:v>
                </c:pt>
                <c:pt idx="461">
                  <c:v>13:11</c:v>
                </c:pt>
                <c:pt idx="462">
                  <c:v>13:12</c:v>
                </c:pt>
                <c:pt idx="463">
                  <c:v>13:13</c:v>
                </c:pt>
                <c:pt idx="464">
                  <c:v>13:14</c:v>
                </c:pt>
                <c:pt idx="465">
                  <c:v>13:15</c:v>
                </c:pt>
                <c:pt idx="466">
                  <c:v>13:16</c:v>
                </c:pt>
                <c:pt idx="467">
                  <c:v>13:17</c:v>
                </c:pt>
                <c:pt idx="468">
                  <c:v>13:18</c:v>
                </c:pt>
                <c:pt idx="469">
                  <c:v>13:19</c:v>
                </c:pt>
                <c:pt idx="470">
                  <c:v>13:20</c:v>
                </c:pt>
                <c:pt idx="471">
                  <c:v>13:21</c:v>
                </c:pt>
                <c:pt idx="472">
                  <c:v>13:22</c:v>
                </c:pt>
                <c:pt idx="473">
                  <c:v>13:23</c:v>
                </c:pt>
                <c:pt idx="474">
                  <c:v>13:24</c:v>
                </c:pt>
                <c:pt idx="475">
                  <c:v>13:25</c:v>
                </c:pt>
                <c:pt idx="476">
                  <c:v>13:26</c:v>
                </c:pt>
                <c:pt idx="477">
                  <c:v>13:27</c:v>
                </c:pt>
                <c:pt idx="478">
                  <c:v>13:28</c:v>
                </c:pt>
                <c:pt idx="479">
                  <c:v>13:29</c:v>
                </c:pt>
                <c:pt idx="480">
                  <c:v>13:30</c:v>
                </c:pt>
                <c:pt idx="481">
                  <c:v>13:31</c:v>
                </c:pt>
                <c:pt idx="482">
                  <c:v>13:32</c:v>
                </c:pt>
                <c:pt idx="483">
                  <c:v>13:33</c:v>
                </c:pt>
                <c:pt idx="484">
                  <c:v>13:34</c:v>
                </c:pt>
                <c:pt idx="485">
                  <c:v>13:35</c:v>
                </c:pt>
                <c:pt idx="486">
                  <c:v>13:36</c:v>
                </c:pt>
                <c:pt idx="487">
                  <c:v>13:37</c:v>
                </c:pt>
                <c:pt idx="488">
                  <c:v>13:38</c:v>
                </c:pt>
                <c:pt idx="489">
                  <c:v>13:39</c:v>
                </c:pt>
                <c:pt idx="490">
                  <c:v>13:40</c:v>
                </c:pt>
                <c:pt idx="491">
                  <c:v>13:41</c:v>
                </c:pt>
                <c:pt idx="492">
                  <c:v>13:42</c:v>
                </c:pt>
                <c:pt idx="493">
                  <c:v>13:43</c:v>
                </c:pt>
                <c:pt idx="494">
                  <c:v>13:44</c:v>
                </c:pt>
                <c:pt idx="495">
                  <c:v>13:45</c:v>
                </c:pt>
                <c:pt idx="496">
                  <c:v>13:46</c:v>
                </c:pt>
                <c:pt idx="497">
                  <c:v>13:47</c:v>
                </c:pt>
                <c:pt idx="498">
                  <c:v>13:48</c:v>
                </c:pt>
                <c:pt idx="499">
                  <c:v>13:49</c:v>
                </c:pt>
                <c:pt idx="500">
                  <c:v>13:50</c:v>
                </c:pt>
                <c:pt idx="501">
                  <c:v>13:51</c:v>
                </c:pt>
                <c:pt idx="502">
                  <c:v>13:52</c:v>
                </c:pt>
                <c:pt idx="503">
                  <c:v>13:53</c:v>
                </c:pt>
                <c:pt idx="504">
                  <c:v>13:54</c:v>
                </c:pt>
                <c:pt idx="505">
                  <c:v>13:55</c:v>
                </c:pt>
                <c:pt idx="506">
                  <c:v>13:56</c:v>
                </c:pt>
                <c:pt idx="507">
                  <c:v>13:57</c:v>
                </c:pt>
                <c:pt idx="508">
                  <c:v>13:58</c:v>
                </c:pt>
                <c:pt idx="509">
                  <c:v>13:59</c:v>
                </c:pt>
                <c:pt idx="510">
                  <c:v>14:00</c:v>
                </c:pt>
                <c:pt idx="511">
                  <c:v>14:01</c:v>
                </c:pt>
                <c:pt idx="512">
                  <c:v>14:02</c:v>
                </c:pt>
                <c:pt idx="513">
                  <c:v>14:03</c:v>
                </c:pt>
                <c:pt idx="514">
                  <c:v>14:04</c:v>
                </c:pt>
                <c:pt idx="515">
                  <c:v>14:05</c:v>
                </c:pt>
                <c:pt idx="516">
                  <c:v>14:06</c:v>
                </c:pt>
                <c:pt idx="517">
                  <c:v>14:07</c:v>
                </c:pt>
                <c:pt idx="518">
                  <c:v>14:08</c:v>
                </c:pt>
                <c:pt idx="519">
                  <c:v>14:09</c:v>
                </c:pt>
                <c:pt idx="520">
                  <c:v>14:10</c:v>
                </c:pt>
                <c:pt idx="521">
                  <c:v>14:11</c:v>
                </c:pt>
                <c:pt idx="522">
                  <c:v>14:12</c:v>
                </c:pt>
                <c:pt idx="523">
                  <c:v>14:13</c:v>
                </c:pt>
                <c:pt idx="524">
                  <c:v>14:14</c:v>
                </c:pt>
                <c:pt idx="525">
                  <c:v>14:15</c:v>
                </c:pt>
                <c:pt idx="526">
                  <c:v>14:16</c:v>
                </c:pt>
                <c:pt idx="527">
                  <c:v>14:17</c:v>
                </c:pt>
                <c:pt idx="528">
                  <c:v>14:18</c:v>
                </c:pt>
                <c:pt idx="529">
                  <c:v>14:19</c:v>
                </c:pt>
                <c:pt idx="530">
                  <c:v>14:20</c:v>
                </c:pt>
                <c:pt idx="531">
                  <c:v>14:21</c:v>
                </c:pt>
                <c:pt idx="532">
                  <c:v>14:22</c:v>
                </c:pt>
                <c:pt idx="533">
                  <c:v>14:23</c:v>
                </c:pt>
                <c:pt idx="534">
                  <c:v>14:24</c:v>
                </c:pt>
                <c:pt idx="535">
                  <c:v>14:25</c:v>
                </c:pt>
                <c:pt idx="536">
                  <c:v>14:26</c:v>
                </c:pt>
                <c:pt idx="537">
                  <c:v>14:27</c:v>
                </c:pt>
                <c:pt idx="538">
                  <c:v>14:28</c:v>
                </c:pt>
                <c:pt idx="539">
                  <c:v>14:29</c:v>
                </c:pt>
                <c:pt idx="540">
                  <c:v>14:30</c:v>
                </c:pt>
                <c:pt idx="541">
                  <c:v>14:31</c:v>
                </c:pt>
                <c:pt idx="542">
                  <c:v>14:32</c:v>
                </c:pt>
                <c:pt idx="543">
                  <c:v>14:33</c:v>
                </c:pt>
                <c:pt idx="544">
                  <c:v>14:34</c:v>
                </c:pt>
                <c:pt idx="545">
                  <c:v>14:35</c:v>
                </c:pt>
                <c:pt idx="546">
                  <c:v>14:36</c:v>
                </c:pt>
                <c:pt idx="547">
                  <c:v>14:37</c:v>
                </c:pt>
                <c:pt idx="548">
                  <c:v>14:38</c:v>
                </c:pt>
                <c:pt idx="549">
                  <c:v>14:39</c:v>
                </c:pt>
                <c:pt idx="550">
                  <c:v>14:40</c:v>
                </c:pt>
                <c:pt idx="551">
                  <c:v>14:41</c:v>
                </c:pt>
                <c:pt idx="552">
                  <c:v>14:42</c:v>
                </c:pt>
                <c:pt idx="553">
                  <c:v>14:43</c:v>
                </c:pt>
                <c:pt idx="554">
                  <c:v>14:44</c:v>
                </c:pt>
                <c:pt idx="555">
                  <c:v>14:45</c:v>
                </c:pt>
                <c:pt idx="556">
                  <c:v>14:46</c:v>
                </c:pt>
                <c:pt idx="557">
                  <c:v>14:47</c:v>
                </c:pt>
                <c:pt idx="558">
                  <c:v>14:48</c:v>
                </c:pt>
                <c:pt idx="559">
                  <c:v>14:49</c:v>
                </c:pt>
                <c:pt idx="560">
                  <c:v>14:50</c:v>
                </c:pt>
                <c:pt idx="561">
                  <c:v>14:51</c:v>
                </c:pt>
                <c:pt idx="562">
                  <c:v>14:52</c:v>
                </c:pt>
                <c:pt idx="563">
                  <c:v>14:53</c:v>
                </c:pt>
                <c:pt idx="564">
                  <c:v>14:54</c:v>
                </c:pt>
                <c:pt idx="565">
                  <c:v>14:55</c:v>
                </c:pt>
                <c:pt idx="566">
                  <c:v>14:56</c:v>
                </c:pt>
                <c:pt idx="567">
                  <c:v>14:57</c:v>
                </c:pt>
                <c:pt idx="568">
                  <c:v>14:58</c:v>
                </c:pt>
                <c:pt idx="569">
                  <c:v>14:59</c:v>
                </c:pt>
                <c:pt idx="570">
                  <c:v>15:00</c:v>
                </c:pt>
                <c:pt idx="571">
                  <c:v>15:01</c:v>
                </c:pt>
                <c:pt idx="572">
                  <c:v>15:02</c:v>
                </c:pt>
                <c:pt idx="573">
                  <c:v>15:03</c:v>
                </c:pt>
                <c:pt idx="574">
                  <c:v>15:04</c:v>
                </c:pt>
                <c:pt idx="575">
                  <c:v>15:05</c:v>
                </c:pt>
                <c:pt idx="576">
                  <c:v>15:06</c:v>
                </c:pt>
                <c:pt idx="577">
                  <c:v>15:07</c:v>
                </c:pt>
                <c:pt idx="578">
                  <c:v>15:08</c:v>
                </c:pt>
                <c:pt idx="579">
                  <c:v>15:09</c:v>
                </c:pt>
                <c:pt idx="580">
                  <c:v>15:10</c:v>
                </c:pt>
                <c:pt idx="581">
                  <c:v>15:11</c:v>
                </c:pt>
                <c:pt idx="582">
                  <c:v>15:12</c:v>
                </c:pt>
                <c:pt idx="583">
                  <c:v>15:13</c:v>
                </c:pt>
                <c:pt idx="584">
                  <c:v>15:14</c:v>
                </c:pt>
                <c:pt idx="585">
                  <c:v>15:15</c:v>
                </c:pt>
                <c:pt idx="586">
                  <c:v>15:16</c:v>
                </c:pt>
                <c:pt idx="587">
                  <c:v>15:17</c:v>
                </c:pt>
                <c:pt idx="588">
                  <c:v>15:18</c:v>
                </c:pt>
                <c:pt idx="589">
                  <c:v>15:19</c:v>
                </c:pt>
                <c:pt idx="590">
                  <c:v>15:20</c:v>
                </c:pt>
                <c:pt idx="591">
                  <c:v>15:21</c:v>
                </c:pt>
                <c:pt idx="592">
                  <c:v>15:22</c:v>
                </c:pt>
                <c:pt idx="593">
                  <c:v>15:23</c:v>
                </c:pt>
                <c:pt idx="594">
                  <c:v>15:24</c:v>
                </c:pt>
                <c:pt idx="595">
                  <c:v>15:25</c:v>
                </c:pt>
                <c:pt idx="596">
                  <c:v>15:26</c:v>
                </c:pt>
                <c:pt idx="597">
                  <c:v>15:27</c:v>
                </c:pt>
                <c:pt idx="598">
                  <c:v>15:28</c:v>
                </c:pt>
                <c:pt idx="599">
                  <c:v>15:29</c:v>
                </c:pt>
                <c:pt idx="600">
                  <c:v>15:30</c:v>
                </c:pt>
                <c:pt idx="601">
                  <c:v>15:31</c:v>
                </c:pt>
                <c:pt idx="602">
                  <c:v>15:32</c:v>
                </c:pt>
                <c:pt idx="603">
                  <c:v>15:33</c:v>
                </c:pt>
                <c:pt idx="604">
                  <c:v>15:34</c:v>
                </c:pt>
                <c:pt idx="605">
                  <c:v>15:35</c:v>
                </c:pt>
                <c:pt idx="606">
                  <c:v>15:36</c:v>
                </c:pt>
                <c:pt idx="607">
                  <c:v>15:37</c:v>
                </c:pt>
                <c:pt idx="608">
                  <c:v>15:38</c:v>
                </c:pt>
                <c:pt idx="609">
                  <c:v>15:39</c:v>
                </c:pt>
                <c:pt idx="610">
                  <c:v>15:40</c:v>
                </c:pt>
                <c:pt idx="611">
                  <c:v>15:41</c:v>
                </c:pt>
                <c:pt idx="612">
                  <c:v>15:42</c:v>
                </c:pt>
                <c:pt idx="613">
                  <c:v>15:43</c:v>
                </c:pt>
                <c:pt idx="614">
                  <c:v>15:44</c:v>
                </c:pt>
                <c:pt idx="615">
                  <c:v>15:45</c:v>
                </c:pt>
                <c:pt idx="616">
                  <c:v>15:46</c:v>
                </c:pt>
                <c:pt idx="617">
                  <c:v>15:47</c:v>
                </c:pt>
                <c:pt idx="618">
                  <c:v>15:48</c:v>
                </c:pt>
                <c:pt idx="619">
                  <c:v>15:49</c:v>
                </c:pt>
                <c:pt idx="620">
                  <c:v>15:50</c:v>
                </c:pt>
                <c:pt idx="621">
                  <c:v>15:51</c:v>
                </c:pt>
                <c:pt idx="622">
                  <c:v>15:52</c:v>
                </c:pt>
                <c:pt idx="623">
                  <c:v>15:53</c:v>
                </c:pt>
                <c:pt idx="624">
                  <c:v>15:54</c:v>
                </c:pt>
                <c:pt idx="625">
                  <c:v>15:55</c:v>
                </c:pt>
                <c:pt idx="626">
                  <c:v>15:56</c:v>
                </c:pt>
                <c:pt idx="627">
                  <c:v>15:57</c:v>
                </c:pt>
                <c:pt idx="628">
                  <c:v>15:58</c:v>
                </c:pt>
                <c:pt idx="629">
                  <c:v>15:59</c:v>
                </c:pt>
                <c:pt idx="630">
                  <c:v>16:00</c:v>
                </c:pt>
                <c:pt idx="631">
                  <c:v>16:01</c:v>
                </c:pt>
                <c:pt idx="632">
                  <c:v>16:02</c:v>
                </c:pt>
                <c:pt idx="633">
                  <c:v>16:03</c:v>
                </c:pt>
                <c:pt idx="634">
                  <c:v>16:04</c:v>
                </c:pt>
                <c:pt idx="635">
                  <c:v>16:05</c:v>
                </c:pt>
                <c:pt idx="636">
                  <c:v>16:06</c:v>
                </c:pt>
                <c:pt idx="637">
                  <c:v>16:07</c:v>
                </c:pt>
                <c:pt idx="638">
                  <c:v>16:08</c:v>
                </c:pt>
                <c:pt idx="639">
                  <c:v>16:09</c:v>
                </c:pt>
                <c:pt idx="640">
                  <c:v>16:10</c:v>
                </c:pt>
                <c:pt idx="641">
                  <c:v>16:11</c:v>
                </c:pt>
                <c:pt idx="642">
                  <c:v>16:12</c:v>
                </c:pt>
                <c:pt idx="643">
                  <c:v>16:13</c:v>
                </c:pt>
                <c:pt idx="644">
                  <c:v>16:14</c:v>
                </c:pt>
                <c:pt idx="645">
                  <c:v>16:15</c:v>
                </c:pt>
                <c:pt idx="646">
                  <c:v>16:16</c:v>
                </c:pt>
                <c:pt idx="647">
                  <c:v>16:17</c:v>
                </c:pt>
                <c:pt idx="648">
                  <c:v>16:18</c:v>
                </c:pt>
                <c:pt idx="649">
                  <c:v>16:19</c:v>
                </c:pt>
                <c:pt idx="650">
                  <c:v>16:20</c:v>
                </c:pt>
                <c:pt idx="651">
                  <c:v>16:21</c:v>
                </c:pt>
                <c:pt idx="652">
                  <c:v>16:22</c:v>
                </c:pt>
                <c:pt idx="653">
                  <c:v>16:23</c:v>
                </c:pt>
                <c:pt idx="654">
                  <c:v>16:24</c:v>
                </c:pt>
                <c:pt idx="655">
                  <c:v>16:25</c:v>
                </c:pt>
                <c:pt idx="656">
                  <c:v>16:26</c:v>
                </c:pt>
                <c:pt idx="657">
                  <c:v>16:27</c:v>
                </c:pt>
                <c:pt idx="658">
                  <c:v>16:28</c:v>
                </c:pt>
                <c:pt idx="659">
                  <c:v>16:29</c:v>
                </c:pt>
                <c:pt idx="660">
                  <c:v>16:30</c:v>
                </c:pt>
                <c:pt idx="661">
                  <c:v>16:31</c:v>
                </c:pt>
                <c:pt idx="662">
                  <c:v>16:32</c:v>
                </c:pt>
                <c:pt idx="663">
                  <c:v>16:33</c:v>
                </c:pt>
                <c:pt idx="664">
                  <c:v>16:34</c:v>
                </c:pt>
                <c:pt idx="665">
                  <c:v>16:35</c:v>
                </c:pt>
                <c:pt idx="666">
                  <c:v>16:36</c:v>
                </c:pt>
                <c:pt idx="667">
                  <c:v>16:37</c:v>
                </c:pt>
                <c:pt idx="668">
                  <c:v>16:38</c:v>
                </c:pt>
                <c:pt idx="669">
                  <c:v>16:39</c:v>
                </c:pt>
                <c:pt idx="670">
                  <c:v>16:40</c:v>
                </c:pt>
                <c:pt idx="671">
                  <c:v>16:41</c:v>
                </c:pt>
                <c:pt idx="672">
                  <c:v>16:42</c:v>
                </c:pt>
                <c:pt idx="673">
                  <c:v>16:43</c:v>
                </c:pt>
                <c:pt idx="674">
                  <c:v>16:44</c:v>
                </c:pt>
                <c:pt idx="675">
                  <c:v>16:45</c:v>
                </c:pt>
                <c:pt idx="676">
                  <c:v>16:46</c:v>
                </c:pt>
                <c:pt idx="677">
                  <c:v>16:47</c:v>
                </c:pt>
                <c:pt idx="678">
                  <c:v>16:48</c:v>
                </c:pt>
                <c:pt idx="679">
                  <c:v>16:49</c:v>
                </c:pt>
                <c:pt idx="680">
                  <c:v>16:50</c:v>
                </c:pt>
                <c:pt idx="681">
                  <c:v>16:51</c:v>
                </c:pt>
                <c:pt idx="682">
                  <c:v>16:52</c:v>
                </c:pt>
                <c:pt idx="683">
                  <c:v>16:53</c:v>
                </c:pt>
                <c:pt idx="684">
                  <c:v>16:54</c:v>
                </c:pt>
                <c:pt idx="685">
                  <c:v>16:55</c:v>
                </c:pt>
                <c:pt idx="686">
                  <c:v>16:56</c:v>
                </c:pt>
                <c:pt idx="687">
                  <c:v>16:57</c:v>
                </c:pt>
                <c:pt idx="688">
                  <c:v>16:58</c:v>
                </c:pt>
                <c:pt idx="689">
                  <c:v>16:59</c:v>
                </c:pt>
                <c:pt idx="690">
                  <c:v>17:00</c:v>
                </c:pt>
                <c:pt idx="691">
                  <c:v>17:01</c:v>
                </c:pt>
                <c:pt idx="692">
                  <c:v>17:02</c:v>
                </c:pt>
                <c:pt idx="693">
                  <c:v>17:03</c:v>
                </c:pt>
                <c:pt idx="694">
                  <c:v>17:04</c:v>
                </c:pt>
                <c:pt idx="695">
                  <c:v>17:05</c:v>
                </c:pt>
                <c:pt idx="696">
                  <c:v>17:06</c:v>
                </c:pt>
                <c:pt idx="697">
                  <c:v>17:07</c:v>
                </c:pt>
                <c:pt idx="698">
                  <c:v>17:08</c:v>
                </c:pt>
                <c:pt idx="699">
                  <c:v>17:09</c:v>
                </c:pt>
                <c:pt idx="700">
                  <c:v>17:10</c:v>
                </c:pt>
                <c:pt idx="701">
                  <c:v>17:11</c:v>
                </c:pt>
                <c:pt idx="702">
                  <c:v>17:12</c:v>
                </c:pt>
                <c:pt idx="703">
                  <c:v>17:13</c:v>
                </c:pt>
                <c:pt idx="704">
                  <c:v>17:14</c:v>
                </c:pt>
                <c:pt idx="705">
                  <c:v>17:15</c:v>
                </c:pt>
                <c:pt idx="706">
                  <c:v>17:16</c:v>
                </c:pt>
                <c:pt idx="707">
                  <c:v>17:17</c:v>
                </c:pt>
                <c:pt idx="708">
                  <c:v>17:18</c:v>
                </c:pt>
                <c:pt idx="709">
                  <c:v>17:19</c:v>
                </c:pt>
                <c:pt idx="710">
                  <c:v>17:20</c:v>
                </c:pt>
                <c:pt idx="711">
                  <c:v>17:21</c:v>
                </c:pt>
                <c:pt idx="712">
                  <c:v>17:22</c:v>
                </c:pt>
                <c:pt idx="713">
                  <c:v>17:23</c:v>
                </c:pt>
                <c:pt idx="714">
                  <c:v>17:24</c:v>
                </c:pt>
                <c:pt idx="715">
                  <c:v>17:25</c:v>
                </c:pt>
                <c:pt idx="716">
                  <c:v>17:26</c:v>
                </c:pt>
                <c:pt idx="717">
                  <c:v>17:27</c:v>
                </c:pt>
                <c:pt idx="718">
                  <c:v>17:28</c:v>
                </c:pt>
                <c:pt idx="719">
                  <c:v>17:29</c:v>
                </c:pt>
                <c:pt idx="720">
                  <c:v>17:30</c:v>
                </c:pt>
                <c:pt idx="721">
                  <c:v>17:31</c:v>
                </c:pt>
                <c:pt idx="722">
                  <c:v>17:32</c:v>
                </c:pt>
                <c:pt idx="723">
                  <c:v>17:33</c:v>
                </c:pt>
                <c:pt idx="724">
                  <c:v>17:34</c:v>
                </c:pt>
                <c:pt idx="725">
                  <c:v>17:35</c:v>
                </c:pt>
                <c:pt idx="726">
                  <c:v>17:36</c:v>
                </c:pt>
                <c:pt idx="727">
                  <c:v>17:37</c:v>
                </c:pt>
                <c:pt idx="728">
                  <c:v>17:38</c:v>
                </c:pt>
                <c:pt idx="729">
                  <c:v>17:39</c:v>
                </c:pt>
                <c:pt idx="730">
                  <c:v>17:40</c:v>
                </c:pt>
                <c:pt idx="731">
                  <c:v>17:41</c:v>
                </c:pt>
                <c:pt idx="732">
                  <c:v>17:42</c:v>
                </c:pt>
                <c:pt idx="733">
                  <c:v>17:43</c:v>
                </c:pt>
                <c:pt idx="734">
                  <c:v>17:44</c:v>
                </c:pt>
                <c:pt idx="735">
                  <c:v>17:45</c:v>
                </c:pt>
                <c:pt idx="736">
                  <c:v>17:46</c:v>
                </c:pt>
                <c:pt idx="737">
                  <c:v>17:47</c:v>
                </c:pt>
                <c:pt idx="738">
                  <c:v>17:48</c:v>
                </c:pt>
                <c:pt idx="739">
                  <c:v>17:49</c:v>
                </c:pt>
                <c:pt idx="740">
                  <c:v>17:50</c:v>
                </c:pt>
                <c:pt idx="741">
                  <c:v>17:51</c:v>
                </c:pt>
                <c:pt idx="742">
                  <c:v>17:52</c:v>
                </c:pt>
                <c:pt idx="743">
                  <c:v>17:53</c:v>
                </c:pt>
                <c:pt idx="744">
                  <c:v>17:54</c:v>
                </c:pt>
                <c:pt idx="745">
                  <c:v>17:55</c:v>
                </c:pt>
                <c:pt idx="746">
                  <c:v>17:56</c:v>
                </c:pt>
                <c:pt idx="747">
                  <c:v>17:57</c:v>
                </c:pt>
                <c:pt idx="748">
                  <c:v>17:58</c:v>
                </c:pt>
                <c:pt idx="749">
                  <c:v>17:59</c:v>
                </c:pt>
                <c:pt idx="750">
                  <c:v>18:00</c:v>
                </c:pt>
                <c:pt idx="751">
                  <c:v>18:01</c:v>
                </c:pt>
                <c:pt idx="752">
                  <c:v>18:02</c:v>
                </c:pt>
                <c:pt idx="753">
                  <c:v>18:03</c:v>
                </c:pt>
                <c:pt idx="754">
                  <c:v>18:04</c:v>
                </c:pt>
                <c:pt idx="755">
                  <c:v>18:05</c:v>
                </c:pt>
                <c:pt idx="756">
                  <c:v>18:06</c:v>
                </c:pt>
                <c:pt idx="757">
                  <c:v>18:07</c:v>
                </c:pt>
                <c:pt idx="758">
                  <c:v>18:08</c:v>
                </c:pt>
                <c:pt idx="759">
                  <c:v>18:09</c:v>
                </c:pt>
                <c:pt idx="760">
                  <c:v>18:10</c:v>
                </c:pt>
                <c:pt idx="761">
                  <c:v>18:11</c:v>
                </c:pt>
                <c:pt idx="762">
                  <c:v>18:12</c:v>
                </c:pt>
                <c:pt idx="763">
                  <c:v>18:13</c:v>
                </c:pt>
                <c:pt idx="764">
                  <c:v>18:14</c:v>
                </c:pt>
                <c:pt idx="765">
                  <c:v>18:15</c:v>
                </c:pt>
                <c:pt idx="766">
                  <c:v>18:16</c:v>
                </c:pt>
                <c:pt idx="767">
                  <c:v>18:17</c:v>
                </c:pt>
                <c:pt idx="768">
                  <c:v>18:18</c:v>
                </c:pt>
                <c:pt idx="769">
                  <c:v>18:19</c:v>
                </c:pt>
                <c:pt idx="770">
                  <c:v>18:20</c:v>
                </c:pt>
                <c:pt idx="771">
                  <c:v>18:21</c:v>
                </c:pt>
                <c:pt idx="772">
                  <c:v>18:22</c:v>
                </c:pt>
                <c:pt idx="773">
                  <c:v>18:23</c:v>
                </c:pt>
                <c:pt idx="774">
                  <c:v>18:24</c:v>
                </c:pt>
                <c:pt idx="775">
                  <c:v>18:25</c:v>
                </c:pt>
                <c:pt idx="776">
                  <c:v>18:26</c:v>
                </c:pt>
                <c:pt idx="777">
                  <c:v>18:27</c:v>
                </c:pt>
                <c:pt idx="778">
                  <c:v>18:28</c:v>
                </c:pt>
                <c:pt idx="779">
                  <c:v>18:29</c:v>
                </c:pt>
                <c:pt idx="780">
                  <c:v>18:30</c:v>
                </c:pt>
                <c:pt idx="781">
                  <c:v>18:31</c:v>
                </c:pt>
                <c:pt idx="782">
                  <c:v>18:32</c:v>
                </c:pt>
                <c:pt idx="783">
                  <c:v>18:33</c:v>
                </c:pt>
                <c:pt idx="784">
                  <c:v>18:34</c:v>
                </c:pt>
                <c:pt idx="785">
                  <c:v>18:35</c:v>
                </c:pt>
                <c:pt idx="786">
                  <c:v>18:36</c:v>
                </c:pt>
                <c:pt idx="787">
                  <c:v>18:37</c:v>
                </c:pt>
                <c:pt idx="788">
                  <c:v>18:38</c:v>
                </c:pt>
                <c:pt idx="789">
                  <c:v>18:39</c:v>
                </c:pt>
                <c:pt idx="790">
                  <c:v>18:40</c:v>
                </c:pt>
                <c:pt idx="791">
                  <c:v>18:41</c:v>
                </c:pt>
                <c:pt idx="792">
                  <c:v>18:42</c:v>
                </c:pt>
                <c:pt idx="793">
                  <c:v>18:43</c:v>
                </c:pt>
                <c:pt idx="794">
                  <c:v>18:44</c:v>
                </c:pt>
                <c:pt idx="795">
                  <c:v>18:45</c:v>
                </c:pt>
                <c:pt idx="796">
                  <c:v>18:46</c:v>
                </c:pt>
                <c:pt idx="797">
                  <c:v>18:47</c:v>
                </c:pt>
                <c:pt idx="798">
                  <c:v>18:48</c:v>
                </c:pt>
                <c:pt idx="799">
                  <c:v>18:49</c:v>
                </c:pt>
                <c:pt idx="800">
                  <c:v>18:50</c:v>
                </c:pt>
                <c:pt idx="801">
                  <c:v>18:51</c:v>
                </c:pt>
                <c:pt idx="802">
                  <c:v>18:52</c:v>
                </c:pt>
                <c:pt idx="803">
                  <c:v>18:53</c:v>
                </c:pt>
                <c:pt idx="804">
                  <c:v>18:54</c:v>
                </c:pt>
                <c:pt idx="805">
                  <c:v>18:55</c:v>
                </c:pt>
                <c:pt idx="806">
                  <c:v>18:56</c:v>
                </c:pt>
                <c:pt idx="807">
                  <c:v>18:57</c:v>
                </c:pt>
                <c:pt idx="808">
                  <c:v>18:58</c:v>
                </c:pt>
                <c:pt idx="809">
                  <c:v>18:59</c:v>
                </c:pt>
                <c:pt idx="810">
                  <c:v>19:00</c:v>
                </c:pt>
                <c:pt idx="811">
                  <c:v>19:01</c:v>
                </c:pt>
                <c:pt idx="812">
                  <c:v>19:02</c:v>
                </c:pt>
                <c:pt idx="813">
                  <c:v>19:03</c:v>
                </c:pt>
                <c:pt idx="814">
                  <c:v>19:04</c:v>
                </c:pt>
                <c:pt idx="815">
                  <c:v>19:05</c:v>
                </c:pt>
                <c:pt idx="816">
                  <c:v>19:06</c:v>
                </c:pt>
                <c:pt idx="817">
                  <c:v>19:07</c:v>
                </c:pt>
                <c:pt idx="818">
                  <c:v>19:08</c:v>
                </c:pt>
                <c:pt idx="819">
                  <c:v>19:09</c:v>
                </c:pt>
                <c:pt idx="820">
                  <c:v>19:10</c:v>
                </c:pt>
                <c:pt idx="821">
                  <c:v>19:11</c:v>
                </c:pt>
                <c:pt idx="822">
                  <c:v>19:12</c:v>
                </c:pt>
                <c:pt idx="823">
                  <c:v>19:13</c:v>
                </c:pt>
                <c:pt idx="824">
                  <c:v>19:14</c:v>
                </c:pt>
                <c:pt idx="825">
                  <c:v>19:15</c:v>
                </c:pt>
                <c:pt idx="826">
                  <c:v>19:16</c:v>
                </c:pt>
                <c:pt idx="827">
                  <c:v>19:17</c:v>
                </c:pt>
                <c:pt idx="828">
                  <c:v>19:18</c:v>
                </c:pt>
                <c:pt idx="829">
                  <c:v>19:19</c:v>
                </c:pt>
                <c:pt idx="830">
                  <c:v>19:20</c:v>
                </c:pt>
                <c:pt idx="831">
                  <c:v>19:21</c:v>
                </c:pt>
                <c:pt idx="832">
                  <c:v>19:22</c:v>
                </c:pt>
                <c:pt idx="833">
                  <c:v>19:23</c:v>
                </c:pt>
                <c:pt idx="834">
                  <c:v>19:24</c:v>
                </c:pt>
                <c:pt idx="835">
                  <c:v>19:25</c:v>
                </c:pt>
                <c:pt idx="836">
                  <c:v>19:26</c:v>
                </c:pt>
                <c:pt idx="837">
                  <c:v>19:27</c:v>
                </c:pt>
                <c:pt idx="838">
                  <c:v>19:28</c:v>
                </c:pt>
                <c:pt idx="839">
                  <c:v>19:29</c:v>
                </c:pt>
                <c:pt idx="840">
                  <c:v>19:30</c:v>
                </c:pt>
                <c:pt idx="841">
                  <c:v>19:31</c:v>
                </c:pt>
                <c:pt idx="842">
                  <c:v>19:32</c:v>
                </c:pt>
                <c:pt idx="843">
                  <c:v>19:33</c:v>
                </c:pt>
                <c:pt idx="844">
                  <c:v>19:34</c:v>
                </c:pt>
                <c:pt idx="845">
                  <c:v>19:35</c:v>
                </c:pt>
                <c:pt idx="846">
                  <c:v>19:36</c:v>
                </c:pt>
                <c:pt idx="847">
                  <c:v>19:37</c:v>
                </c:pt>
                <c:pt idx="848">
                  <c:v>19:38</c:v>
                </c:pt>
                <c:pt idx="849">
                  <c:v>19:39</c:v>
                </c:pt>
                <c:pt idx="850">
                  <c:v>19:40</c:v>
                </c:pt>
                <c:pt idx="851">
                  <c:v>19:41</c:v>
                </c:pt>
                <c:pt idx="852">
                  <c:v>19:42</c:v>
                </c:pt>
                <c:pt idx="853">
                  <c:v>19:43</c:v>
                </c:pt>
                <c:pt idx="854">
                  <c:v>19:44</c:v>
                </c:pt>
                <c:pt idx="855">
                  <c:v>19:45</c:v>
                </c:pt>
                <c:pt idx="856">
                  <c:v>19:46</c:v>
                </c:pt>
                <c:pt idx="857">
                  <c:v>19:47</c:v>
                </c:pt>
                <c:pt idx="858">
                  <c:v>19:48</c:v>
                </c:pt>
                <c:pt idx="859">
                  <c:v>19:49</c:v>
                </c:pt>
                <c:pt idx="860">
                  <c:v>19:50</c:v>
                </c:pt>
                <c:pt idx="861">
                  <c:v>19:51</c:v>
                </c:pt>
                <c:pt idx="862">
                  <c:v>19:52</c:v>
                </c:pt>
                <c:pt idx="863">
                  <c:v>19:53</c:v>
                </c:pt>
                <c:pt idx="864">
                  <c:v>19:54</c:v>
                </c:pt>
                <c:pt idx="865">
                  <c:v>19:55</c:v>
                </c:pt>
                <c:pt idx="866">
                  <c:v>19:56</c:v>
                </c:pt>
                <c:pt idx="867">
                  <c:v>19:57</c:v>
                </c:pt>
                <c:pt idx="868">
                  <c:v>19:58</c:v>
                </c:pt>
                <c:pt idx="869">
                  <c:v>19:59</c:v>
                </c:pt>
                <c:pt idx="870">
                  <c:v>20:00</c:v>
                </c:pt>
                <c:pt idx="871">
                  <c:v>20:01</c:v>
                </c:pt>
                <c:pt idx="872">
                  <c:v>20:02</c:v>
                </c:pt>
                <c:pt idx="873">
                  <c:v>20:03</c:v>
                </c:pt>
                <c:pt idx="874">
                  <c:v>20:04</c:v>
                </c:pt>
                <c:pt idx="875">
                  <c:v>20:05</c:v>
                </c:pt>
                <c:pt idx="876">
                  <c:v>20:06</c:v>
                </c:pt>
                <c:pt idx="877">
                  <c:v>20:07</c:v>
                </c:pt>
                <c:pt idx="878">
                  <c:v>20:08</c:v>
                </c:pt>
                <c:pt idx="879">
                  <c:v>20:09</c:v>
                </c:pt>
                <c:pt idx="880">
                  <c:v>20:10</c:v>
                </c:pt>
                <c:pt idx="881">
                  <c:v>20:11</c:v>
                </c:pt>
                <c:pt idx="882">
                  <c:v>20:12</c:v>
                </c:pt>
                <c:pt idx="883">
                  <c:v>20:13</c:v>
                </c:pt>
                <c:pt idx="884">
                  <c:v>20:14</c:v>
                </c:pt>
                <c:pt idx="885">
                  <c:v>20:15</c:v>
                </c:pt>
                <c:pt idx="886">
                  <c:v>20:16</c:v>
                </c:pt>
                <c:pt idx="887">
                  <c:v>20:17</c:v>
                </c:pt>
                <c:pt idx="888">
                  <c:v>20:18</c:v>
                </c:pt>
                <c:pt idx="889">
                  <c:v>20:19</c:v>
                </c:pt>
                <c:pt idx="890">
                  <c:v>20:20</c:v>
                </c:pt>
                <c:pt idx="891">
                  <c:v>20:21</c:v>
                </c:pt>
                <c:pt idx="892">
                  <c:v>20:22</c:v>
                </c:pt>
                <c:pt idx="893">
                  <c:v>20:23</c:v>
                </c:pt>
                <c:pt idx="894">
                  <c:v>20:24</c:v>
                </c:pt>
                <c:pt idx="895">
                  <c:v>20:25</c:v>
                </c:pt>
                <c:pt idx="896">
                  <c:v>20:26</c:v>
                </c:pt>
                <c:pt idx="897">
                  <c:v>20:27</c:v>
                </c:pt>
                <c:pt idx="898">
                  <c:v>20:28</c:v>
                </c:pt>
                <c:pt idx="899">
                  <c:v>20:29</c:v>
                </c:pt>
                <c:pt idx="900">
                  <c:v>20:30</c:v>
                </c:pt>
                <c:pt idx="901">
                  <c:v>20:31</c:v>
                </c:pt>
                <c:pt idx="902">
                  <c:v>20:32</c:v>
                </c:pt>
                <c:pt idx="903">
                  <c:v>20:33</c:v>
                </c:pt>
                <c:pt idx="904">
                  <c:v>20:34</c:v>
                </c:pt>
                <c:pt idx="905">
                  <c:v>20:35</c:v>
                </c:pt>
                <c:pt idx="906">
                  <c:v>20:36</c:v>
                </c:pt>
                <c:pt idx="907">
                  <c:v>20:37</c:v>
                </c:pt>
                <c:pt idx="908">
                  <c:v>20:38</c:v>
                </c:pt>
                <c:pt idx="909">
                  <c:v>20:39</c:v>
                </c:pt>
                <c:pt idx="910">
                  <c:v>20:40</c:v>
                </c:pt>
                <c:pt idx="911">
                  <c:v>20:41</c:v>
                </c:pt>
                <c:pt idx="912">
                  <c:v>20:42</c:v>
                </c:pt>
                <c:pt idx="913">
                  <c:v>20:43</c:v>
                </c:pt>
                <c:pt idx="914">
                  <c:v>20:44</c:v>
                </c:pt>
                <c:pt idx="915">
                  <c:v>20:45</c:v>
                </c:pt>
                <c:pt idx="916">
                  <c:v>20:46</c:v>
                </c:pt>
                <c:pt idx="917">
                  <c:v>20:47</c:v>
                </c:pt>
                <c:pt idx="918">
                  <c:v>20:48</c:v>
                </c:pt>
                <c:pt idx="919">
                  <c:v>20:49</c:v>
                </c:pt>
                <c:pt idx="920">
                  <c:v>20:50</c:v>
                </c:pt>
                <c:pt idx="921">
                  <c:v>20:51</c:v>
                </c:pt>
                <c:pt idx="922">
                  <c:v>20:52</c:v>
                </c:pt>
                <c:pt idx="923">
                  <c:v>20:53</c:v>
                </c:pt>
                <c:pt idx="924">
                  <c:v>20:54</c:v>
                </c:pt>
                <c:pt idx="925">
                  <c:v>20:55</c:v>
                </c:pt>
                <c:pt idx="926">
                  <c:v>20:56</c:v>
                </c:pt>
                <c:pt idx="927">
                  <c:v>20:57</c:v>
                </c:pt>
                <c:pt idx="928">
                  <c:v>20:58</c:v>
                </c:pt>
                <c:pt idx="929">
                  <c:v>20:59</c:v>
                </c:pt>
                <c:pt idx="930">
                  <c:v>21:00</c:v>
                </c:pt>
                <c:pt idx="931">
                  <c:v>21:01</c:v>
                </c:pt>
                <c:pt idx="932">
                  <c:v>21:02</c:v>
                </c:pt>
                <c:pt idx="933">
                  <c:v>21:03</c:v>
                </c:pt>
                <c:pt idx="934">
                  <c:v>21:04</c:v>
                </c:pt>
                <c:pt idx="935">
                  <c:v>21:05</c:v>
                </c:pt>
                <c:pt idx="936">
                  <c:v>21:06</c:v>
                </c:pt>
                <c:pt idx="937">
                  <c:v>21:07</c:v>
                </c:pt>
                <c:pt idx="938">
                  <c:v>21:08</c:v>
                </c:pt>
                <c:pt idx="939">
                  <c:v>21:09</c:v>
                </c:pt>
                <c:pt idx="940">
                  <c:v>21:10</c:v>
                </c:pt>
                <c:pt idx="941">
                  <c:v>21:11</c:v>
                </c:pt>
                <c:pt idx="942">
                  <c:v>21:12</c:v>
                </c:pt>
                <c:pt idx="943">
                  <c:v>21:13</c:v>
                </c:pt>
                <c:pt idx="944">
                  <c:v>21:14</c:v>
                </c:pt>
                <c:pt idx="945">
                  <c:v>21:15</c:v>
                </c:pt>
                <c:pt idx="946">
                  <c:v>21:16</c:v>
                </c:pt>
                <c:pt idx="947">
                  <c:v>21:17</c:v>
                </c:pt>
                <c:pt idx="948">
                  <c:v>21:18</c:v>
                </c:pt>
                <c:pt idx="949">
                  <c:v>21:19</c:v>
                </c:pt>
                <c:pt idx="950">
                  <c:v>21:20</c:v>
                </c:pt>
                <c:pt idx="951">
                  <c:v>21:21</c:v>
                </c:pt>
                <c:pt idx="952">
                  <c:v>21:22</c:v>
                </c:pt>
                <c:pt idx="953">
                  <c:v>21:23</c:v>
                </c:pt>
                <c:pt idx="954">
                  <c:v>21:24</c:v>
                </c:pt>
                <c:pt idx="955">
                  <c:v>21:25</c:v>
                </c:pt>
                <c:pt idx="956">
                  <c:v>21:26</c:v>
                </c:pt>
                <c:pt idx="957">
                  <c:v>21:27</c:v>
                </c:pt>
                <c:pt idx="958">
                  <c:v>21:28</c:v>
                </c:pt>
                <c:pt idx="959">
                  <c:v>21:29</c:v>
                </c:pt>
                <c:pt idx="960">
                  <c:v>21:30</c:v>
                </c:pt>
                <c:pt idx="961">
                  <c:v>21:31</c:v>
                </c:pt>
                <c:pt idx="962">
                  <c:v>21:32</c:v>
                </c:pt>
                <c:pt idx="963">
                  <c:v>21:33</c:v>
                </c:pt>
                <c:pt idx="964">
                  <c:v>21:34</c:v>
                </c:pt>
                <c:pt idx="965">
                  <c:v>21:35</c:v>
                </c:pt>
                <c:pt idx="966">
                  <c:v>21:36</c:v>
                </c:pt>
                <c:pt idx="967">
                  <c:v>21:37</c:v>
                </c:pt>
                <c:pt idx="968">
                  <c:v>21:38</c:v>
                </c:pt>
                <c:pt idx="969">
                  <c:v>21:39</c:v>
                </c:pt>
                <c:pt idx="970">
                  <c:v>21:40</c:v>
                </c:pt>
                <c:pt idx="971">
                  <c:v>21:41</c:v>
                </c:pt>
                <c:pt idx="972">
                  <c:v>21:42</c:v>
                </c:pt>
                <c:pt idx="973">
                  <c:v>21:43</c:v>
                </c:pt>
                <c:pt idx="974">
                  <c:v>21:44</c:v>
                </c:pt>
                <c:pt idx="975">
                  <c:v>21:45</c:v>
                </c:pt>
                <c:pt idx="976">
                  <c:v>21:46</c:v>
                </c:pt>
                <c:pt idx="977">
                  <c:v>21:47</c:v>
                </c:pt>
                <c:pt idx="978">
                  <c:v>21:48</c:v>
                </c:pt>
                <c:pt idx="979">
                  <c:v>21:49</c:v>
                </c:pt>
                <c:pt idx="980">
                  <c:v>21:50</c:v>
                </c:pt>
                <c:pt idx="981">
                  <c:v>21:51</c:v>
                </c:pt>
                <c:pt idx="982">
                  <c:v>21:52</c:v>
                </c:pt>
                <c:pt idx="983">
                  <c:v>21:53</c:v>
                </c:pt>
                <c:pt idx="984">
                  <c:v>21:54</c:v>
                </c:pt>
                <c:pt idx="985">
                  <c:v>21:55</c:v>
                </c:pt>
                <c:pt idx="986">
                  <c:v>21:56</c:v>
                </c:pt>
                <c:pt idx="987">
                  <c:v>21:57</c:v>
                </c:pt>
                <c:pt idx="988">
                  <c:v>21:58</c:v>
                </c:pt>
                <c:pt idx="989">
                  <c:v>21:59</c:v>
                </c:pt>
                <c:pt idx="990">
                  <c:v>22:00</c:v>
                </c:pt>
                <c:pt idx="991">
                  <c:v>22:01</c:v>
                </c:pt>
                <c:pt idx="992">
                  <c:v>22:02</c:v>
                </c:pt>
                <c:pt idx="993">
                  <c:v>22:03</c:v>
                </c:pt>
                <c:pt idx="994">
                  <c:v>22:04</c:v>
                </c:pt>
                <c:pt idx="995">
                  <c:v>22:05</c:v>
                </c:pt>
                <c:pt idx="996">
                  <c:v>22:06</c:v>
                </c:pt>
                <c:pt idx="997">
                  <c:v>22:07</c:v>
                </c:pt>
                <c:pt idx="998">
                  <c:v>22:08</c:v>
                </c:pt>
                <c:pt idx="999">
                  <c:v>22:09</c:v>
                </c:pt>
                <c:pt idx="1000">
                  <c:v>22:10</c:v>
                </c:pt>
                <c:pt idx="1001">
                  <c:v>22:11</c:v>
                </c:pt>
                <c:pt idx="1002">
                  <c:v>22:12</c:v>
                </c:pt>
                <c:pt idx="1003">
                  <c:v>22:13</c:v>
                </c:pt>
                <c:pt idx="1004">
                  <c:v>22:14</c:v>
                </c:pt>
                <c:pt idx="1005">
                  <c:v>22:15</c:v>
                </c:pt>
                <c:pt idx="1006">
                  <c:v>22:16</c:v>
                </c:pt>
                <c:pt idx="1007">
                  <c:v>22:17</c:v>
                </c:pt>
                <c:pt idx="1008">
                  <c:v>22:18</c:v>
                </c:pt>
                <c:pt idx="1009">
                  <c:v>22:19</c:v>
                </c:pt>
                <c:pt idx="1010">
                  <c:v>22:20</c:v>
                </c:pt>
                <c:pt idx="1011">
                  <c:v>22:21</c:v>
                </c:pt>
                <c:pt idx="1012">
                  <c:v>22:22</c:v>
                </c:pt>
                <c:pt idx="1013">
                  <c:v>22:23</c:v>
                </c:pt>
                <c:pt idx="1014">
                  <c:v>22:24</c:v>
                </c:pt>
                <c:pt idx="1015">
                  <c:v>22:25</c:v>
                </c:pt>
                <c:pt idx="1016">
                  <c:v>22:26</c:v>
                </c:pt>
                <c:pt idx="1017">
                  <c:v>22:27</c:v>
                </c:pt>
                <c:pt idx="1018">
                  <c:v>22:28</c:v>
                </c:pt>
                <c:pt idx="1019">
                  <c:v>22:29</c:v>
                </c:pt>
                <c:pt idx="1020">
                  <c:v>22:30</c:v>
                </c:pt>
                <c:pt idx="1021">
                  <c:v>22:31</c:v>
                </c:pt>
                <c:pt idx="1022">
                  <c:v>22:32</c:v>
                </c:pt>
                <c:pt idx="1023">
                  <c:v>22:33</c:v>
                </c:pt>
                <c:pt idx="1024">
                  <c:v>22:34</c:v>
                </c:pt>
                <c:pt idx="1025">
                  <c:v>22:35</c:v>
                </c:pt>
                <c:pt idx="1026">
                  <c:v>22:36</c:v>
                </c:pt>
                <c:pt idx="1027">
                  <c:v>22:37</c:v>
                </c:pt>
                <c:pt idx="1028">
                  <c:v>22:38</c:v>
                </c:pt>
                <c:pt idx="1029">
                  <c:v>22:39</c:v>
                </c:pt>
                <c:pt idx="1030">
                  <c:v>22:40</c:v>
                </c:pt>
                <c:pt idx="1031">
                  <c:v>22:41</c:v>
                </c:pt>
                <c:pt idx="1032">
                  <c:v>22:42</c:v>
                </c:pt>
                <c:pt idx="1033">
                  <c:v>22:43</c:v>
                </c:pt>
                <c:pt idx="1034">
                  <c:v>22:44</c:v>
                </c:pt>
                <c:pt idx="1035">
                  <c:v>22:45</c:v>
                </c:pt>
                <c:pt idx="1036">
                  <c:v>22:46</c:v>
                </c:pt>
                <c:pt idx="1037">
                  <c:v>22:47</c:v>
                </c:pt>
                <c:pt idx="1038">
                  <c:v>22:48</c:v>
                </c:pt>
                <c:pt idx="1039">
                  <c:v>22:49</c:v>
                </c:pt>
                <c:pt idx="1040">
                  <c:v>22:50</c:v>
                </c:pt>
                <c:pt idx="1041">
                  <c:v>22:51</c:v>
                </c:pt>
                <c:pt idx="1042">
                  <c:v>22:52</c:v>
                </c:pt>
                <c:pt idx="1043">
                  <c:v>22:53</c:v>
                </c:pt>
                <c:pt idx="1044">
                  <c:v>22:54</c:v>
                </c:pt>
                <c:pt idx="1045">
                  <c:v>22:55</c:v>
                </c:pt>
                <c:pt idx="1046">
                  <c:v>22:56</c:v>
                </c:pt>
                <c:pt idx="1047">
                  <c:v>22:57</c:v>
                </c:pt>
                <c:pt idx="1048">
                  <c:v>22:58</c:v>
                </c:pt>
                <c:pt idx="1049">
                  <c:v>22:59</c:v>
                </c:pt>
                <c:pt idx="1050">
                  <c:v>23:00</c:v>
                </c:pt>
                <c:pt idx="1051">
                  <c:v>23:01</c:v>
                </c:pt>
                <c:pt idx="1052">
                  <c:v>23:02</c:v>
                </c:pt>
                <c:pt idx="1053">
                  <c:v>23:03</c:v>
                </c:pt>
                <c:pt idx="1054">
                  <c:v>23:04</c:v>
                </c:pt>
                <c:pt idx="1055">
                  <c:v>23:05</c:v>
                </c:pt>
                <c:pt idx="1056">
                  <c:v>23:06</c:v>
                </c:pt>
                <c:pt idx="1057">
                  <c:v>23:07</c:v>
                </c:pt>
                <c:pt idx="1058">
                  <c:v>23:08</c:v>
                </c:pt>
                <c:pt idx="1059">
                  <c:v>23:09</c:v>
                </c:pt>
                <c:pt idx="1060">
                  <c:v>23:10</c:v>
                </c:pt>
                <c:pt idx="1061">
                  <c:v>23:11</c:v>
                </c:pt>
                <c:pt idx="1062">
                  <c:v>23:12</c:v>
                </c:pt>
                <c:pt idx="1063">
                  <c:v>23:13</c:v>
                </c:pt>
                <c:pt idx="1064">
                  <c:v>23:14</c:v>
                </c:pt>
                <c:pt idx="1065">
                  <c:v>23:15</c:v>
                </c:pt>
                <c:pt idx="1066">
                  <c:v>23:16</c:v>
                </c:pt>
                <c:pt idx="1067">
                  <c:v>23:17</c:v>
                </c:pt>
                <c:pt idx="1068">
                  <c:v>23:18</c:v>
                </c:pt>
                <c:pt idx="1069">
                  <c:v>23:19</c:v>
                </c:pt>
                <c:pt idx="1070">
                  <c:v>23:20</c:v>
                </c:pt>
                <c:pt idx="1071">
                  <c:v>23:21</c:v>
                </c:pt>
                <c:pt idx="1072">
                  <c:v>23:22</c:v>
                </c:pt>
                <c:pt idx="1073">
                  <c:v>23:23</c:v>
                </c:pt>
                <c:pt idx="1074">
                  <c:v>23:24</c:v>
                </c:pt>
                <c:pt idx="1075">
                  <c:v>23:25</c:v>
                </c:pt>
                <c:pt idx="1076">
                  <c:v>23:26</c:v>
                </c:pt>
                <c:pt idx="1077">
                  <c:v>23:27</c:v>
                </c:pt>
                <c:pt idx="1078">
                  <c:v>23:28</c:v>
                </c:pt>
                <c:pt idx="1079">
                  <c:v>23:29</c:v>
                </c:pt>
                <c:pt idx="1080">
                  <c:v>23:30</c:v>
                </c:pt>
                <c:pt idx="1081">
                  <c:v>23:31</c:v>
                </c:pt>
                <c:pt idx="1082">
                  <c:v>23:32</c:v>
                </c:pt>
                <c:pt idx="1083">
                  <c:v>23:33</c:v>
                </c:pt>
                <c:pt idx="1084">
                  <c:v>23:34</c:v>
                </c:pt>
                <c:pt idx="1085">
                  <c:v>23:35</c:v>
                </c:pt>
                <c:pt idx="1086">
                  <c:v>23:36</c:v>
                </c:pt>
                <c:pt idx="1087">
                  <c:v>23:37</c:v>
                </c:pt>
                <c:pt idx="1088">
                  <c:v>23:38</c:v>
                </c:pt>
                <c:pt idx="1089">
                  <c:v>23:39</c:v>
                </c:pt>
                <c:pt idx="1090">
                  <c:v>23:40</c:v>
                </c:pt>
                <c:pt idx="1091">
                  <c:v>23:41</c:v>
                </c:pt>
                <c:pt idx="1092">
                  <c:v>23:42</c:v>
                </c:pt>
                <c:pt idx="1093">
                  <c:v>23:43</c:v>
                </c:pt>
                <c:pt idx="1094">
                  <c:v>23:44</c:v>
                </c:pt>
                <c:pt idx="1095">
                  <c:v>23:45</c:v>
                </c:pt>
                <c:pt idx="1096">
                  <c:v>23:46</c:v>
                </c:pt>
                <c:pt idx="1097">
                  <c:v>23:47</c:v>
                </c:pt>
                <c:pt idx="1098">
                  <c:v>23:48</c:v>
                </c:pt>
                <c:pt idx="1099">
                  <c:v>23:49</c:v>
                </c:pt>
                <c:pt idx="1100">
                  <c:v>23:50</c:v>
                </c:pt>
                <c:pt idx="1101">
                  <c:v>23:51</c:v>
                </c:pt>
                <c:pt idx="1102">
                  <c:v>23:52</c:v>
                </c:pt>
                <c:pt idx="1103">
                  <c:v>23:53</c:v>
                </c:pt>
                <c:pt idx="1104">
                  <c:v>23:54</c:v>
                </c:pt>
                <c:pt idx="1105">
                  <c:v>23:55</c:v>
                </c:pt>
                <c:pt idx="1106">
                  <c:v>23:56</c:v>
                </c:pt>
                <c:pt idx="1107">
                  <c:v>23:57</c:v>
                </c:pt>
                <c:pt idx="1108">
                  <c:v>23:58</c:v>
                </c:pt>
                <c:pt idx="1109">
                  <c:v>23:59</c:v>
                </c:pt>
                <c:pt idx="1110">
                  <c:v>00:00</c:v>
                </c:pt>
                <c:pt idx="1111">
                  <c:v>00:01</c:v>
                </c:pt>
                <c:pt idx="1112">
                  <c:v>00:02</c:v>
                </c:pt>
                <c:pt idx="1113">
                  <c:v>00:03</c:v>
                </c:pt>
                <c:pt idx="1114">
                  <c:v>00:04</c:v>
                </c:pt>
                <c:pt idx="1115">
                  <c:v>00:05</c:v>
                </c:pt>
                <c:pt idx="1116">
                  <c:v>00:06</c:v>
                </c:pt>
                <c:pt idx="1117">
                  <c:v>00:07</c:v>
                </c:pt>
                <c:pt idx="1118">
                  <c:v>00:08</c:v>
                </c:pt>
                <c:pt idx="1119">
                  <c:v>00:09</c:v>
                </c:pt>
                <c:pt idx="1120">
                  <c:v>00:10</c:v>
                </c:pt>
                <c:pt idx="1121">
                  <c:v>00:11</c:v>
                </c:pt>
                <c:pt idx="1122">
                  <c:v>00:12</c:v>
                </c:pt>
                <c:pt idx="1123">
                  <c:v>00:13</c:v>
                </c:pt>
                <c:pt idx="1124">
                  <c:v>00:14</c:v>
                </c:pt>
                <c:pt idx="1125">
                  <c:v>00:15</c:v>
                </c:pt>
                <c:pt idx="1126">
                  <c:v>00:16</c:v>
                </c:pt>
                <c:pt idx="1127">
                  <c:v>00:17</c:v>
                </c:pt>
                <c:pt idx="1128">
                  <c:v>00:18</c:v>
                </c:pt>
                <c:pt idx="1129">
                  <c:v>00:19</c:v>
                </c:pt>
                <c:pt idx="1130">
                  <c:v>00:20</c:v>
                </c:pt>
                <c:pt idx="1131">
                  <c:v>00:21</c:v>
                </c:pt>
                <c:pt idx="1132">
                  <c:v>00:22</c:v>
                </c:pt>
                <c:pt idx="1133">
                  <c:v>00:23</c:v>
                </c:pt>
                <c:pt idx="1134">
                  <c:v>00:24</c:v>
                </c:pt>
                <c:pt idx="1135">
                  <c:v>00:25</c:v>
                </c:pt>
                <c:pt idx="1136">
                  <c:v>00:26</c:v>
                </c:pt>
                <c:pt idx="1137">
                  <c:v>00:27</c:v>
                </c:pt>
                <c:pt idx="1138">
                  <c:v>00:28</c:v>
                </c:pt>
                <c:pt idx="1139">
                  <c:v>00:29</c:v>
                </c:pt>
                <c:pt idx="1140">
                  <c:v>00:30</c:v>
                </c:pt>
                <c:pt idx="1141">
                  <c:v>00:31</c:v>
                </c:pt>
                <c:pt idx="1142">
                  <c:v>00:32</c:v>
                </c:pt>
                <c:pt idx="1143">
                  <c:v>00:33</c:v>
                </c:pt>
                <c:pt idx="1144">
                  <c:v>00:34</c:v>
                </c:pt>
                <c:pt idx="1145">
                  <c:v>00:35</c:v>
                </c:pt>
                <c:pt idx="1146">
                  <c:v>00:36</c:v>
                </c:pt>
                <c:pt idx="1147">
                  <c:v>00:37</c:v>
                </c:pt>
                <c:pt idx="1148">
                  <c:v>00:38</c:v>
                </c:pt>
                <c:pt idx="1149">
                  <c:v>00:39</c:v>
                </c:pt>
                <c:pt idx="1150">
                  <c:v>00:40</c:v>
                </c:pt>
                <c:pt idx="1151">
                  <c:v>00:41</c:v>
                </c:pt>
                <c:pt idx="1152">
                  <c:v>00:42</c:v>
                </c:pt>
                <c:pt idx="1153">
                  <c:v>00:43</c:v>
                </c:pt>
                <c:pt idx="1154">
                  <c:v>00:44</c:v>
                </c:pt>
                <c:pt idx="1155">
                  <c:v>00:45</c:v>
                </c:pt>
                <c:pt idx="1156">
                  <c:v>00:46</c:v>
                </c:pt>
                <c:pt idx="1157">
                  <c:v>00:47</c:v>
                </c:pt>
                <c:pt idx="1158">
                  <c:v>00:48</c:v>
                </c:pt>
                <c:pt idx="1159">
                  <c:v>00:49</c:v>
                </c:pt>
                <c:pt idx="1160">
                  <c:v>00:50</c:v>
                </c:pt>
                <c:pt idx="1161">
                  <c:v>00:51</c:v>
                </c:pt>
                <c:pt idx="1162">
                  <c:v>00:52</c:v>
                </c:pt>
                <c:pt idx="1163">
                  <c:v>00:53</c:v>
                </c:pt>
                <c:pt idx="1164">
                  <c:v>00:54</c:v>
                </c:pt>
                <c:pt idx="1165">
                  <c:v>00:55</c:v>
                </c:pt>
                <c:pt idx="1166">
                  <c:v>00:56</c:v>
                </c:pt>
                <c:pt idx="1167">
                  <c:v>00:57</c:v>
                </c:pt>
                <c:pt idx="1168">
                  <c:v>00:58</c:v>
                </c:pt>
                <c:pt idx="1169">
                  <c:v>00:59</c:v>
                </c:pt>
                <c:pt idx="1170">
                  <c:v>01:00</c:v>
                </c:pt>
                <c:pt idx="1171">
                  <c:v>01:01</c:v>
                </c:pt>
                <c:pt idx="1172">
                  <c:v>01:02</c:v>
                </c:pt>
                <c:pt idx="1173">
                  <c:v>01:03</c:v>
                </c:pt>
                <c:pt idx="1174">
                  <c:v>01:04</c:v>
                </c:pt>
                <c:pt idx="1175">
                  <c:v>01:05</c:v>
                </c:pt>
                <c:pt idx="1176">
                  <c:v>01:06</c:v>
                </c:pt>
                <c:pt idx="1177">
                  <c:v>01:07</c:v>
                </c:pt>
                <c:pt idx="1178">
                  <c:v>01:08</c:v>
                </c:pt>
                <c:pt idx="1179">
                  <c:v>01:09</c:v>
                </c:pt>
                <c:pt idx="1180">
                  <c:v>01:10</c:v>
                </c:pt>
                <c:pt idx="1181">
                  <c:v>01:11</c:v>
                </c:pt>
                <c:pt idx="1182">
                  <c:v>01:12</c:v>
                </c:pt>
                <c:pt idx="1183">
                  <c:v>01:13</c:v>
                </c:pt>
                <c:pt idx="1184">
                  <c:v>01:14</c:v>
                </c:pt>
                <c:pt idx="1185">
                  <c:v>01:15</c:v>
                </c:pt>
                <c:pt idx="1186">
                  <c:v>01:16</c:v>
                </c:pt>
                <c:pt idx="1187">
                  <c:v>01:17</c:v>
                </c:pt>
                <c:pt idx="1188">
                  <c:v>01:18</c:v>
                </c:pt>
                <c:pt idx="1189">
                  <c:v>01:19</c:v>
                </c:pt>
                <c:pt idx="1190">
                  <c:v>01:20</c:v>
                </c:pt>
                <c:pt idx="1191">
                  <c:v>01:21</c:v>
                </c:pt>
                <c:pt idx="1192">
                  <c:v>01:22</c:v>
                </c:pt>
                <c:pt idx="1193">
                  <c:v>01:23</c:v>
                </c:pt>
                <c:pt idx="1194">
                  <c:v>01:24</c:v>
                </c:pt>
                <c:pt idx="1195">
                  <c:v>01:25</c:v>
                </c:pt>
                <c:pt idx="1196">
                  <c:v>01:26</c:v>
                </c:pt>
                <c:pt idx="1197">
                  <c:v>01:27</c:v>
                </c:pt>
                <c:pt idx="1198">
                  <c:v>01:28</c:v>
                </c:pt>
                <c:pt idx="1199">
                  <c:v>01:29</c:v>
                </c:pt>
                <c:pt idx="1200">
                  <c:v>01:30</c:v>
                </c:pt>
                <c:pt idx="1201">
                  <c:v>01:31</c:v>
                </c:pt>
                <c:pt idx="1202">
                  <c:v>01:32</c:v>
                </c:pt>
                <c:pt idx="1203">
                  <c:v>01:33</c:v>
                </c:pt>
                <c:pt idx="1204">
                  <c:v>01:34</c:v>
                </c:pt>
                <c:pt idx="1205">
                  <c:v>01:35</c:v>
                </c:pt>
                <c:pt idx="1206">
                  <c:v>01:36</c:v>
                </c:pt>
                <c:pt idx="1207">
                  <c:v>01:37</c:v>
                </c:pt>
                <c:pt idx="1208">
                  <c:v>01:38</c:v>
                </c:pt>
                <c:pt idx="1209">
                  <c:v>01:39</c:v>
                </c:pt>
                <c:pt idx="1210">
                  <c:v>01:40</c:v>
                </c:pt>
                <c:pt idx="1211">
                  <c:v>01:41</c:v>
                </c:pt>
                <c:pt idx="1212">
                  <c:v>01:42</c:v>
                </c:pt>
                <c:pt idx="1213">
                  <c:v>01:43</c:v>
                </c:pt>
                <c:pt idx="1214">
                  <c:v>01:44</c:v>
                </c:pt>
                <c:pt idx="1215">
                  <c:v>01:45</c:v>
                </c:pt>
                <c:pt idx="1216">
                  <c:v>01:46</c:v>
                </c:pt>
                <c:pt idx="1217">
                  <c:v>01:47</c:v>
                </c:pt>
                <c:pt idx="1218">
                  <c:v>01:48</c:v>
                </c:pt>
                <c:pt idx="1219">
                  <c:v>01:49</c:v>
                </c:pt>
                <c:pt idx="1220">
                  <c:v>01:50</c:v>
                </c:pt>
                <c:pt idx="1221">
                  <c:v>01:51</c:v>
                </c:pt>
                <c:pt idx="1222">
                  <c:v>01:52</c:v>
                </c:pt>
                <c:pt idx="1223">
                  <c:v>01:53</c:v>
                </c:pt>
                <c:pt idx="1224">
                  <c:v>01:54</c:v>
                </c:pt>
                <c:pt idx="1225">
                  <c:v>01:55</c:v>
                </c:pt>
                <c:pt idx="1226">
                  <c:v>01:56</c:v>
                </c:pt>
                <c:pt idx="1227">
                  <c:v>01:57</c:v>
                </c:pt>
                <c:pt idx="1228">
                  <c:v>01:58</c:v>
                </c:pt>
                <c:pt idx="1229">
                  <c:v>01:59</c:v>
                </c:pt>
              </c:strCache>
            </c:strRef>
          </c:cat>
          <c:val>
            <c:numRef>
              <c:f>Sheet1!$B$2:$B$1231</c:f>
              <c:numCache>
                <c:formatCode>General</c:formatCode>
                <c:ptCount val="1230"/>
                <c:pt idx="0">
                  <c:v>0.000138192534601937</c:v>
                </c:pt>
                <c:pt idx="1">
                  <c:v>0.000110379334849616</c:v>
                </c:pt>
                <c:pt idx="2">
                  <c:v>0.000383602098251382</c:v>
                </c:pt>
                <c:pt idx="3">
                  <c:v>0.000565803132485598</c:v>
                </c:pt>
                <c:pt idx="4">
                  <c:v>0.000433671637438238</c:v>
                </c:pt>
                <c:pt idx="5">
                  <c:v>0.000200130235558997</c:v>
                </c:pt>
                <c:pt idx="6">
                  <c:v>0.00011210583227997</c:v>
                </c:pt>
                <c:pt idx="7">
                  <c:v>0.00028502603333133</c:v>
                </c:pt>
                <c:pt idx="8">
                  <c:v>0.000433872028952464</c:v>
                </c:pt>
                <c:pt idx="9">
                  <c:v>0.000433872028952464</c:v>
                </c:pt>
                <c:pt idx="10">
                  <c:v>0.000138294333980108</c:v>
                </c:pt>
                <c:pt idx="11">
                  <c:v>0.000138294333980108</c:v>
                </c:pt>
                <c:pt idx="12">
                  <c:v>2.79149991304924e-5</c:v>
                </c:pt>
                <c:pt idx="13">
                  <c:v>0.000323492694102849</c:v>
                </c:pt>
                <c:pt idx="14">
                  <c:v>0.000323492694102849</c:v>
                </c:pt>
                <c:pt idx="15">
                  <c:v>0.000324019261946281</c:v>
                </c:pt>
                <c:pt idx="16">
                  <c:v>0.000366950795675317</c:v>
                </c:pt>
                <c:pt idx="17">
                  <c:v>0.000477330130524933</c:v>
                </c:pt>
                <c:pt idx="18">
                  <c:v>0.000477330130524933</c:v>
                </c:pt>
                <c:pt idx="19">
                  <c:v>0.000405957029821972</c:v>
                </c:pt>
                <c:pt idx="20">
                  <c:v>0.000295577694972356</c:v>
                </c:pt>
                <c:pt idx="21">
                  <c:v>0.000336891327363749</c:v>
                </c:pt>
                <c:pt idx="22">
                  <c:v>0.000537633965723216</c:v>
                </c:pt>
                <c:pt idx="23">
                  <c:v>0.000537633965723216</c:v>
                </c:pt>
                <c:pt idx="24">
                  <c:v>0.000565241166623309</c:v>
                </c:pt>
                <c:pt idx="25">
                  <c:v>0.000433142395922914</c:v>
                </c:pt>
                <c:pt idx="26">
                  <c:v>0.000628175365272909</c:v>
                </c:pt>
                <c:pt idx="27">
                  <c:v>0.000817573858269801</c:v>
                </c:pt>
                <c:pt idx="28">
                  <c:v>0.000803693991232042</c:v>
                </c:pt>
                <c:pt idx="29">
                  <c:v>0.000762380354960139</c:v>
                </c:pt>
                <c:pt idx="30">
                  <c:v>0.00104702565392169</c:v>
                </c:pt>
                <c:pt idx="31">
                  <c:v>0.00103853059117682</c:v>
                </c:pt>
                <c:pt idx="32">
                  <c:v>0.00107343765945795</c:v>
                </c:pt>
                <c:pt idx="33">
                  <c:v>0.00115654948943605</c:v>
                </c:pt>
                <c:pt idx="34">
                  <c:v>0.00118446448856654</c:v>
                </c:pt>
                <c:pt idx="35">
                  <c:v>0.00112140179262497</c:v>
                </c:pt>
                <c:pt idx="36">
                  <c:v>0.0012719963871253</c:v>
                </c:pt>
                <c:pt idx="37">
                  <c:v>0.00154427445765274</c:v>
                </c:pt>
                <c:pt idx="38">
                  <c:v>0.0015098487221015</c:v>
                </c:pt>
                <c:pt idx="39">
                  <c:v>0.00163717879719722</c:v>
                </c:pt>
                <c:pt idx="40">
                  <c:v>0.0014621276621862</c:v>
                </c:pt>
                <c:pt idx="41">
                  <c:v>0.00150136390002444</c:v>
                </c:pt>
                <c:pt idx="42">
                  <c:v>0.00159639049282608</c:v>
                </c:pt>
                <c:pt idx="43">
                  <c:v>0.00170768770816115</c:v>
                </c:pt>
                <c:pt idx="44">
                  <c:v>0.00148582607507706</c:v>
                </c:pt>
                <c:pt idx="45">
                  <c:v>0.00197071194803963</c:v>
                </c:pt>
                <c:pt idx="46">
                  <c:v>0.00197071194803963</c:v>
                </c:pt>
                <c:pt idx="47">
                  <c:v>0.00156153942031475</c:v>
                </c:pt>
                <c:pt idx="48">
                  <c:v>0.00172348302439786</c:v>
                </c:pt>
                <c:pt idx="49">
                  <c:v>0.0016463365231175</c:v>
                </c:pt>
                <c:pt idx="50">
                  <c:v>0.00170030527127286</c:v>
                </c:pt>
                <c:pt idx="51">
                  <c:v>0.00184847903049861</c:v>
                </c:pt>
                <c:pt idx="52">
                  <c:v>0.00186367259205629</c:v>
                </c:pt>
                <c:pt idx="53">
                  <c:v>0.00169965136835041</c:v>
                </c:pt>
                <c:pt idx="54">
                  <c:v>0.00204198167193681</c:v>
                </c:pt>
                <c:pt idx="55">
                  <c:v>0.00194170890220751</c:v>
                </c:pt>
                <c:pt idx="56">
                  <c:v>0.00169886439883461</c:v>
                </c:pt>
                <c:pt idx="57">
                  <c:v>0.00177460696819859</c:v>
                </c:pt>
                <c:pt idx="58">
                  <c:v>0.00184761984079766</c:v>
                </c:pt>
                <c:pt idx="59">
                  <c:v>0.0021018819262584</c:v>
                </c:pt>
                <c:pt idx="60">
                  <c:v>0.00225403178677273</c:v>
                </c:pt>
                <c:pt idx="61">
                  <c:v>0.00222038671296711</c:v>
                </c:pt>
                <c:pt idx="62">
                  <c:v>0.0027261057732782</c:v>
                </c:pt>
                <c:pt idx="63">
                  <c:v>0.00267289206773664</c:v>
                </c:pt>
                <c:pt idx="64">
                  <c:v>0.00276602166898859</c:v>
                </c:pt>
                <c:pt idx="65">
                  <c:v>0.00296541339873026</c:v>
                </c:pt>
                <c:pt idx="66">
                  <c:v>0.00328308601553241</c:v>
                </c:pt>
                <c:pt idx="67">
                  <c:v>0.00313397125185778</c:v>
                </c:pt>
                <c:pt idx="68">
                  <c:v>0.00279808441797892</c:v>
                </c:pt>
                <c:pt idx="69">
                  <c:v>0.00304542538942769</c:v>
                </c:pt>
                <c:pt idx="70">
                  <c:v>0.0032142551538224</c:v>
                </c:pt>
                <c:pt idx="71">
                  <c:v>0.00271761559415609</c:v>
                </c:pt>
                <c:pt idx="72">
                  <c:v>0.00321389448363334</c:v>
                </c:pt>
                <c:pt idx="73">
                  <c:v>0.00359477214515209</c:v>
                </c:pt>
                <c:pt idx="74">
                  <c:v>0.0032279164219896</c:v>
                </c:pt>
                <c:pt idx="75">
                  <c:v>0.00344338291712726</c:v>
                </c:pt>
                <c:pt idx="76">
                  <c:v>0.00331583619505788</c:v>
                </c:pt>
                <c:pt idx="77">
                  <c:v>0.0030913166818209</c:v>
                </c:pt>
                <c:pt idx="78">
                  <c:v>0.00330469315328325</c:v>
                </c:pt>
                <c:pt idx="79">
                  <c:v>0.00284233573280896</c:v>
                </c:pt>
                <c:pt idx="80">
                  <c:v>0.00262840420861418</c:v>
                </c:pt>
                <c:pt idx="81">
                  <c:v>0.00278494723218804</c:v>
                </c:pt>
                <c:pt idx="82">
                  <c:v>0.00221808848824973</c:v>
                </c:pt>
                <c:pt idx="83">
                  <c:v>0.00262996284291148</c:v>
                </c:pt>
                <c:pt idx="84">
                  <c:v>0.0025614425210127</c:v>
                </c:pt>
                <c:pt idx="85">
                  <c:v>0.00258003262376102</c:v>
                </c:pt>
                <c:pt idx="86">
                  <c:v>0.00307694573421031</c:v>
                </c:pt>
                <c:pt idx="87">
                  <c:v>0.00385216205613688</c:v>
                </c:pt>
                <c:pt idx="88">
                  <c:v>0.00394758984718161</c:v>
                </c:pt>
                <c:pt idx="89">
                  <c:v>0.00422885013977066</c:v>
                </c:pt>
                <c:pt idx="90">
                  <c:v>0.00531899833586067</c:v>
                </c:pt>
                <c:pt idx="91">
                  <c:v>0.0051266444575352</c:v>
                </c:pt>
                <c:pt idx="92">
                  <c:v>0.00513202535997455</c:v>
                </c:pt>
                <c:pt idx="93">
                  <c:v>0.00544805184278327</c:v>
                </c:pt>
                <c:pt idx="94">
                  <c:v>0.00560706100853471</c:v>
                </c:pt>
                <c:pt idx="95">
                  <c:v>0.00509295429607543</c:v>
                </c:pt>
                <c:pt idx="96">
                  <c:v>0.00505002626062681</c:v>
                </c:pt>
                <c:pt idx="97">
                  <c:v>0.00479142293722058</c:v>
                </c:pt>
                <c:pt idx="98">
                  <c:v>0.00443903476310273</c:v>
                </c:pt>
                <c:pt idx="99">
                  <c:v>0.0046463421274287</c:v>
                </c:pt>
                <c:pt idx="100">
                  <c:v>0.0046717212748869</c:v>
                </c:pt>
                <c:pt idx="101">
                  <c:v>0.00520663451752625</c:v>
                </c:pt>
                <c:pt idx="102">
                  <c:v>0.00527269524560931</c:v>
                </c:pt>
                <c:pt idx="103">
                  <c:v>0.00545723817194812</c:v>
                </c:pt>
                <c:pt idx="104">
                  <c:v>0.00745905294315889</c:v>
                </c:pt>
                <c:pt idx="105">
                  <c:v>0.00789261643658392</c:v>
                </c:pt>
                <c:pt idx="106">
                  <c:v>0.00828783051498855</c:v>
                </c:pt>
                <c:pt idx="107">
                  <c:v>0.00757189407789459</c:v>
                </c:pt>
                <c:pt idx="108">
                  <c:v>0.00755912582584036</c:v>
                </c:pt>
                <c:pt idx="109">
                  <c:v>0.00739452912821434</c:v>
                </c:pt>
                <c:pt idx="110">
                  <c:v>0.00733452384592965</c:v>
                </c:pt>
                <c:pt idx="111">
                  <c:v>0.00715227478261416</c:v>
                </c:pt>
                <c:pt idx="112">
                  <c:v>0.0082513765587161</c:v>
                </c:pt>
                <c:pt idx="113">
                  <c:v>0.00821004085397969</c:v>
                </c:pt>
                <c:pt idx="114">
                  <c:v>0.00844841744595518</c:v>
                </c:pt>
                <c:pt idx="115">
                  <c:v>0.00839857975952327</c:v>
                </c:pt>
                <c:pt idx="116">
                  <c:v>0.00831362806881467</c:v>
                </c:pt>
                <c:pt idx="117">
                  <c:v>0.0088265805117165</c:v>
                </c:pt>
                <c:pt idx="118">
                  <c:v>0.00905806619751578</c:v>
                </c:pt>
                <c:pt idx="119">
                  <c:v>0.00893471939101194</c:v>
                </c:pt>
                <c:pt idx="120">
                  <c:v>0.00957179913918177</c:v>
                </c:pt>
                <c:pt idx="121">
                  <c:v>0.00973497861996293</c:v>
                </c:pt>
                <c:pt idx="122">
                  <c:v>0.00913852284817646</c:v>
                </c:pt>
                <c:pt idx="123">
                  <c:v>0.0102662253115947</c:v>
                </c:pt>
                <c:pt idx="124">
                  <c:v>0.0109500087196163</c:v>
                </c:pt>
                <c:pt idx="125">
                  <c:v>0.0113141947445304</c:v>
                </c:pt>
                <c:pt idx="126">
                  <c:v>0.0114200140213749</c:v>
                </c:pt>
                <c:pt idx="127">
                  <c:v>0.0113973821979016</c:v>
                </c:pt>
                <c:pt idx="128">
                  <c:v>0.0119642065411123</c:v>
                </c:pt>
                <c:pt idx="129">
                  <c:v>0.0111221429542638</c:v>
                </c:pt>
                <c:pt idx="130">
                  <c:v>0.0105068426540432</c:v>
                </c:pt>
                <c:pt idx="131">
                  <c:v>0.0107429198959532</c:v>
                </c:pt>
                <c:pt idx="132">
                  <c:v>0.0119369243698505</c:v>
                </c:pt>
                <c:pt idx="133">
                  <c:v>0.0119994408994292</c:v>
                </c:pt>
                <c:pt idx="134">
                  <c:v>0.0136636805332576</c:v>
                </c:pt>
                <c:pt idx="135">
                  <c:v>0.0130495527681584</c:v>
                </c:pt>
                <c:pt idx="136">
                  <c:v>0.0153648623808598</c:v>
                </c:pt>
                <c:pt idx="137">
                  <c:v>0.0162621413823217</c:v>
                </c:pt>
                <c:pt idx="138">
                  <c:v>0.0161872417355577</c:v>
                </c:pt>
                <c:pt idx="139">
                  <c:v>0.0160156252949188</c:v>
                </c:pt>
                <c:pt idx="140">
                  <c:v>0.0165271881734952</c:v>
                </c:pt>
                <c:pt idx="141">
                  <c:v>0.0152245738155519</c:v>
                </c:pt>
                <c:pt idx="142">
                  <c:v>0.0155361603867883</c:v>
                </c:pt>
                <c:pt idx="143">
                  <c:v>0.0164103852196907</c:v>
                </c:pt>
                <c:pt idx="144">
                  <c:v>0.0159073126579945</c:v>
                </c:pt>
                <c:pt idx="145">
                  <c:v>0.0164039383642375</c:v>
                </c:pt>
                <c:pt idx="146">
                  <c:v>0.0162658652135481</c:v>
                </c:pt>
                <c:pt idx="147">
                  <c:v>0.0164949222390229</c:v>
                </c:pt>
                <c:pt idx="148">
                  <c:v>0.0150011638955524</c:v>
                </c:pt>
                <c:pt idx="149">
                  <c:v>0.0145035507584301</c:v>
                </c:pt>
                <c:pt idx="150">
                  <c:v>0.014979518041946</c:v>
                </c:pt>
                <c:pt idx="151">
                  <c:v>0.0174624865486597</c:v>
                </c:pt>
                <c:pt idx="152">
                  <c:v>0.0180360670589531</c:v>
                </c:pt>
                <c:pt idx="153">
                  <c:v>0.0176634973380715</c:v>
                </c:pt>
                <c:pt idx="154">
                  <c:v>0.0185582902980968</c:v>
                </c:pt>
                <c:pt idx="155">
                  <c:v>0.0192980339440207</c:v>
                </c:pt>
                <c:pt idx="156">
                  <c:v>0.0195915130743136</c:v>
                </c:pt>
                <c:pt idx="157">
                  <c:v>0.0194690069959809</c:v>
                </c:pt>
                <c:pt idx="158">
                  <c:v>0.0207012480590493</c:v>
                </c:pt>
                <c:pt idx="159">
                  <c:v>0.0209866380241389</c:v>
                </c:pt>
                <c:pt idx="160">
                  <c:v>0.0212806729056562</c:v>
                </c:pt>
                <c:pt idx="161">
                  <c:v>0.0222118778852746</c:v>
                </c:pt>
                <c:pt idx="162">
                  <c:v>0.0214580006043737</c:v>
                </c:pt>
                <c:pt idx="163">
                  <c:v>0.0213785677527388</c:v>
                </c:pt>
                <c:pt idx="164">
                  <c:v>0.0216555992218976</c:v>
                </c:pt>
                <c:pt idx="165">
                  <c:v>0.0211524015758187</c:v>
                </c:pt>
                <c:pt idx="166">
                  <c:v>0.0210464818791176</c:v>
                </c:pt>
                <c:pt idx="167">
                  <c:v>0.0203705148849015</c:v>
                </c:pt>
                <c:pt idx="168">
                  <c:v>0.020345283462666</c:v>
                </c:pt>
                <c:pt idx="169">
                  <c:v>0.0204162378562614</c:v>
                </c:pt>
                <c:pt idx="170">
                  <c:v>0.019963195368958</c:v>
                </c:pt>
                <c:pt idx="171">
                  <c:v>0.0209005853549267</c:v>
                </c:pt>
                <c:pt idx="172">
                  <c:v>0.0212459941937899</c:v>
                </c:pt>
                <c:pt idx="173">
                  <c:v>0.0211671876333033</c:v>
                </c:pt>
                <c:pt idx="174">
                  <c:v>0.021251975512132</c:v>
                </c:pt>
                <c:pt idx="175">
                  <c:v>0.0190190345747396</c:v>
                </c:pt>
                <c:pt idx="176">
                  <c:v>0.0182785399801408</c:v>
                </c:pt>
                <c:pt idx="177">
                  <c:v>0.0181671265279874</c:v>
                </c:pt>
                <c:pt idx="178">
                  <c:v>0.0173741484216104</c:v>
                </c:pt>
                <c:pt idx="179">
                  <c:v>0.0159666335054984</c:v>
                </c:pt>
                <c:pt idx="180">
                  <c:v>0.0149059012842675</c:v>
                </c:pt>
                <c:pt idx="181">
                  <c:v>0.0159800877794623</c:v>
                </c:pt>
                <c:pt idx="182">
                  <c:v>0.0173374055031066</c:v>
                </c:pt>
                <c:pt idx="183">
                  <c:v>0.0175409539292256</c:v>
                </c:pt>
                <c:pt idx="184">
                  <c:v>0.0161980043863878</c:v>
                </c:pt>
                <c:pt idx="185">
                  <c:v>0.0158884799030299</c:v>
                </c:pt>
                <c:pt idx="186">
                  <c:v>0.0151829950744286</c:v>
                </c:pt>
                <c:pt idx="187">
                  <c:v>0.0165870206663385</c:v>
                </c:pt>
                <c:pt idx="188">
                  <c:v>0.0156367474934086</c:v>
                </c:pt>
                <c:pt idx="189">
                  <c:v>0.0148662606875102</c:v>
                </c:pt>
                <c:pt idx="190">
                  <c:v>0.0150544581158708</c:v>
                </c:pt>
                <c:pt idx="191">
                  <c:v>0.0157438462988163</c:v>
                </c:pt>
                <c:pt idx="192">
                  <c:v>0.0157111157740777</c:v>
                </c:pt>
                <c:pt idx="193">
                  <c:v>0.0149844049514892</c:v>
                </c:pt>
                <c:pt idx="194">
                  <c:v>0.0142803436572043</c:v>
                </c:pt>
                <c:pt idx="195">
                  <c:v>0.0152183657201628</c:v>
                </c:pt>
                <c:pt idx="196">
                  <c:v>0.0162453338309812</c:v>
                </c:pt>
                <c:pt idx="197">
                  <c:v>0.0172046085470356</c:v>
                </c:pt>
                <c:pt idx="198">
                  <c:v>0.0167443896566207</c:v>
                </c:pt>
                <c:pt idx="199">
                  <c:v>0.0155179897245641</c:v>
                </c:pt>
                <c:pt idx="200">
                  <c:v>0.0145870084563891</c:v>
                </c:pt>
                <c:pt idx="201">
                  <c:v>0.0145167317435456</c:v>
                </c:pt>
                <c:pt idx="202">
                  <c:v>0.0146657484389531</c:v>
                </c:pt>
                <c:pt idx="203">
                  <c:v>0.0150514550701094</c:v>
                </c:pt>
                <c:pt idx="204">
                  <c:v>0.0150943191838451</c:v>
                </c:pt>
                <c:pt idx="205">
                  <c:v>0.0152187155443244</c:v>
                </c:pt>
                <c:pt idx="206">
                  <c:v>0.0141381747710208</c:v>
                </c:pt>
                <c:pt idx="207">
                  <c:v>0.0137285252101719</c:v>
                </c:pt>
                <c:pt idx="208">
                  <c:v>0.0128244796069339</c:v>
                </c:pt>
                <c:pt idx="209">
                  <c:v>0.0129750257357955</c:v>
                </c:pt>
                <c:pt idx="210">
                  <c:v>0.0133644119875195</c:v>
                </c:pt>
                <c:pt idx="211">
                  <c:v>0.013721891764241</c:v>
                </c:pt>
                <c:pt idx="212">
                  <c:v>0.0136378936547165</c:v>
                </c:pt>
                <c:pt idx="213">
                  <c:v>0.0143181063661662</c:v>
                </c:pt>
                <c:pt idx="214">
                  <c:v>0.0148703458796566</c:v>
                </c:pt>
                <c:pt idx="215">
                  <c:v>0.0152643058759471</c:v>
                </c:pt>
                <c:pt idx="216">
                  <c:v>0.0156721573788673</c:v>
                </c:pt>
                <c:pt idx="217">
                  <c:v>0.0158283284419061</c:v>
                </c:pt>
                <c:pt idx="218">
                  <c:v>0.0157086717255879</c:v>
                </c:pt>
                <c:pt idx="219">
                  <c:v>0.0157578972866759</c:v>
                </c:pt>
                <c:pt idx="220">
                  <c:v>0.0151690005247171</c:v>
                </c:pt>
                <c:pt idx="221">
                  <c:v>0.0155085774837062</c:v>
                </c:pt>
                <c:pt idx="222">
                  <c:v>0.0143487048412984</c:v>
                </c:pt>
                <c:pt idx="223">
                  <c:v>0.0160407100105658</c:v>
                </c:pt>
                <c:pt idx="224">
                  <c:v>0.0170899589157974</c:v>
                </c:pt>
                <c:pt idx="225">
                  <c:v>0.017294571804814</c:v>
                </c:pt>
                <c:pt idx="226">
                  <c:v>0.0175810864040007</c:v>
                </c:pt>
                <c:pt idx="227">
                  <c:v>0.0171942913439125</c:v>
                </c:pt>
                <c:pt idx="228">
                  <c:v>0.0162470751597236</c:v>
                </c:pt>
                <c:pt idx="229">
                  <c:v>0.0184790558492144</c:v>
                </c:pt>
                <c:pt idx="230">
                  <c:v>0.0200624763732776</c:v>
                </c:pt>
                <c:pt idx="231">
                  <c:v>0.0196579661530753</c:v>
                </c:pt>
                <c:pt idx="232">
                  <c:v>0.0191908723364274</c:v>
                </c:pt>
                <c:pt idx="233">
                  <c:v>0.0201505875137324</c:v>
                </c:pt>
                <c:pt idx="234">
                  <c:v>0.02098565485018</c:v>
                </c:pt>
                <c:pt idx="235">
                  <c:v>0.02099234762912</c:v>
                </c:pt>
                <c:pt idx="236">
                  <c:v>0.019469910254702</c:v>
                </c:pt>
                <c:pt idx="237">
                  <c:v>0.0195574082278957</c:v>
                </c:pt>
                <c:pt idx="238">
                  <c:v>0.0199038938231145</c:v>
                </c:pt>
                <c:pt idx="239">
                  <c:v>0.0190752972848713</c:v>
                </c:pt>
                <c:pt idx="240">
                  <c:v>0.0195100821709881</c:v>
                </c:pt>
                <c:pt idx="241">
                  <c:v>0.0209179286689808</c:v>
                </c:pt>
                <c:pt idx="242">
                  <c:v>0.0200679120840505</c:v>
                </c:pt>
                <c:pt idx="243">
                  <c:v>0.0212096258609866</c:v>
                </c:pt>
                <c:pt idx="244">
                  <c:v>0.020829358502912</c:v>
                </c:pt>
                <c:pt idx="245">
                  <c:v>0.0194999868671099</c:v>
                </c:pt>
                <c:pt idx="246">
                  <c:v>0.0205896996427327</c:v>
                </c:pt>
                <c:pt idx="247">
                  <c:v>0.0215906361894061</c:v>
                </c:pt>
                <c:pt idx="248">
                  <c:v>0.0221783494188761</c:v>
                </c:pt>
                <c:pt idx="249">
                  <c:v>0.0245918329184254</c:v>
                </c:pt>
                <c:pt idx="250">
                  <c:v>0.0241170244136204</c:v>
                </c:pt>
                <c:pt idx="251">
                  <c:v>0.0240771713356177</c:v>
                </c:pt>
                <c:pt idx="252">
                  <c:v>0.0230213517090306</c:v>
                </c:pt>
                <c:pt idx="253">
                  <c:v>0.0232405074484025</c:v>
                </c:pt>
                <c:pt idx="254">
                  <c:v>0.023273520070749</c:v>
                </c:pt>
                <c:pt idx="255">
                  <c:v>0.0229579884403696</c:v>
                </c:pt>
                <c:pt idx="256">
                  <c:v>0.0236442000760386</c:v>
                </c:pt>
                <c:pt idx="257">
                  <c:v>0.0231783965447297</c:v>
                </c:pt>
                <c:pt idx="258">
                  <c:v>0.0237160098118087</c:v>
                </c:pt>
                <c:pt idx="259">
                  <c:v>0.0246011909252654</c:v>
                </c:pt>
                <c:pt idx="260">
                  <c:v>0.0233264653477818</c:v>
                </c:pt>
                <c:pt idx="261">
                  <c:v>0.0226942391290019</c:v>
                </c:pt>
                <c:pt idx="262">
                  <c:v>0.021178017059962</c:v>
                </c:pt>
                <c:pt idx="263">
                  <c:v>0.0202584679238498</c:v>
                </c:pt>
                <c:pt idx="264">
                  <c:v>0.0208130533496539</c:v>
                </c:pt>
                <c:pt idx="265">
                  <c:v>0.0211746851331554</c:v>
                </c:pt>
                <c:pt idx="266">
                  <c:v>0.0215565675365118</c:v>
                </c:pt>
                <c:pt idx="267">
                  <c:v>0.0226913494989276</c:v>
                </c:pt>
                <c:pt idx="268">
                  <c:v>0.0226883288395281</c:v>
                </c:pt>
                <c:pt idx="269">
                  <c:v>0.0238616276532412</c:v>
                </c:pt>
                <c:pt idx="270">
                  <c:v>0.0254895117444297</c:v>
                </c:pt>
                <c:pt idx="271">
                  <c:v>0.0257725606982907</c:v>
                </c:pt>
                <c:pt idx="272">
                  <c:v>0.0256311825321366</c:v>
                </c:pt>
                <c:pt idx="273">
                  <c:v>0.0258546272292733</c:v>
                </c:pt>
                <c:pt idx="274">
                  <c:v>0.0272233687496434</c:v>
                </c:pt>
                <c:pt idx="275">
                  <c:v>0.027332143454502</c:v>
                </c:pt>
                <c:pt idx="276">
                  <c:v>0.0262091691993798</c:v>
                </c:pt>
                <c:pt idx="277">
                  <c:v>0.026393805948707</c:v>
                </c:pt>
                <c:pt idx="278">
                  <c:v>0.0281978802988306</c:v>
                </c:pt>
                <c:pt idx="279">
                  <c:v>0.0286854544887319</c:v>
                </c:pt>
                <c:pt idx="280">
                  <c:v>0.0283940851998826</c:v>
                </c:pt>
                <c:pt idx="281">
                  <c:v>0.0278639579812686</c:v>
                </c:pt>
                <c:pt idx="282">
                  <c:v>0.028057115804404</c:v>
                </c:pt>
                <c:pt idx="283">
                  <c:v>0.0272863410025214</c:v>
                </c:pt>
                <c:pt idx="284">
                  <c:v>0.0281266287978118</c:v>
                </c:pt>
                <c:pt idx="285">
                  <c:v>0.0276178574965646</c:v>
                </c:pt>
                <c:pt idx="286">
                  <c:v>0.0267718524516871</c:v>
                </c:pt>
                <c:pt idx="287">
                  <c:v>0.0266428430719922</c:v>
                </c:pt>
                <c:pt idx="288">
                  <c:v>0.0261688548683499</c:v>
                </c:pt>
                <c:pt idx="289">
                  <c:v>0.0262087663946052</c:v>
                </c:pt>
                <c:pt idx="290">
                  <c:v>0.0241293414185445</c:v>
                </c:pt>
                <c:pt idx="291">
                  <c:v>0.0208762250142172</c:v>
                </c:pt>
                <c:pt idx="292">
                  <c:v>0.0216847930957253</c:v>
                </c:pt>
                <c:pt idx="293">
                  <c:v>0.0207976765620212</c:v>
                </c:pt>
                <c:pt idx="294">
                  <c:v>0.0222806553977231</c:v>
                </c:pt>
                <c:pt idx="295">
                  <c:v>0.0230015924821297</c:v>
                </c:pt>
                <c:pt idx="296">
                  <c:v>0.0233894520283987</c:v>
                </c:pt>
                <c:pt idx="297">
                  <c:v>0.0253439333600303</c:v>
                </c:pt>
                <c:pt idx="298">
                  <c:v>0.0272073325701058</c:v>
                </c:pt>
                <c:pt idx="299">
                  <c:v>0.0276227113480369</c:v>
                </c:pt>
                <c:pt idx="300">
                  <c:v>0.029607601556927</c:v>
                </c:pt>
                <c:pt idx="301">
                  <c:v>0.0284198384421567</c:v>
                </c:pt>
                <c:pt idx="302">
                  <c:v>0.0309037952683866</c:v>
                </c:pt>
                <c:pt idx="303">
                  <c:v>0.030584763083607</c:v>
                </c:pt>
                <c:pt idx="304">
                  <c:v>0.0315470411131779</c:v>
                </c:pt>
                <c:pt idx="305">
                  <c:v>0.032727810057501</c:v>
                </c:pt>
                <c:pt idx="306">
                  <c:v>0.0330336592781047</c:v>
                </c:pt>
                <c:pt idx="307">
                  <c:v>0.0332943897383908</c:v>
                </c:pt>
                <c:pt idx="308">
                  <c:v>0.0328559337804715</c:v>
                </c:pt>
                <c:pt idx="309">
                  <c:v>0.0330554440617561</c:v>
                </c:pt>
                <c:pt idx="310">
                  <c:v>0.0349975363351405</c:v>
                </c:pt>
                <c:pt idx="311">
                  <c:v>0.037227572966367</c:v>
                </c:pt>
                <c:pt idx="312">
                  <c:v>0.0380282085388899</c:v>
                </c:pt>
                <c:pt idx="313">
                  <c:v>0.0380909117249151</c:v>
                </c:pt>
                <c:pt idx="314">
                  <c:v>0.038853254262358</c:v>
                </c:pt>
                <c:pt idx="315">
                  <c:v>0.0403574709780514</c:v>
                </c:pt>
                <c:pt idx="316">
                  <c:v>0.0413424300340315</c:v>
                </c:pt>
                <c:pt idx="317">
                  <c:v>0.0396688139376541</c:v>
                </c:pt>
                <c:pt idx="318">
                  <c:v>0.0410054408013821</c:v>
                </c:pt>
                <c:pt idx="319">
                  <c:v>0.0423650985273222</c:v>
                </c:pt>
                <c:pt idx="320">
                  <c:v>0.0440433335490525</c:v>
                </c:pt>
                <c:pt idx="321">
                  <c:v>0.0439149496145546</c:v>
                </c:pt>
                <c:pt idx="322">
                  <c:v>0.0452923826252421</c:v>
                </c:pt>
                <c:pt idx="323">
                  <c:v>0.0437963037441174</c:v>
                </c:pt>
                <c:pt idx="324">
                  <c:v>0.0477913357007007</c:v>
                </c:pt>
                <c:pt idx="325">
                  <c:v>0.0477401604875922</c:v>
                </c:pt>
                <c:pt idx="326">
                  <c:v>0.0503226173420747</c:v>
                </c:pt>
                <c:pt idx="327">
                  <c:v>0.0510913824041684</c:v>
                </c:pt>
                <c:pt idx="328">
                  <c:v>0.0515430700033903</c:v>
                </c:pt>
                <c:pt idx="329">
                  <c:v>0.0511303716339171</c:v>
                </c:pt>
                <c:pt idx="330">
                  <c:v>0.0517736329386632</c:v>
                </c:pt>
                <c:pt idx="331">
                  <c:v>0.0515030601372321</c:v>
                </c:pt>
                <c:pt idx="332">
                  <c:v>0.0513720327988267</c:v>
                </c:pt>
                <c:pt idx="333">
                  <c:v>0.0517002144207557</c:v>
                </c:pt>
                <c:pt idx="334">
                  <c:v>0.0515006127456824</c:v>
                </c:pt>
                <c:pt idx="335">
                  <c:v>0.0508681160242607</c:v>
                </c:pt>
                <c:pt idx="336">
                  <c:v>0.0486106369489183</c:v>
                </c:pt>
                <c:pt idx="337">
                  <c:v>0.0450713453969608</c:v>
                </c:pt>
                <c:pt idx="338">
                  <c:v>0.0434954173086832</c:v>
                </c:pt>
                <c:pt idx="339">
                  <c:v>0.0433457758432875</c:v>
                </c:pt>
                <c:pt idx="340">
                  <c:v>0.0424719432524095</c:v>
                </c:pt>
                <c:pt idx="341">
                  <c:v>0.0430226558664193</c:v>
                </c:pt>
                <c:pt idx="342">
                  <c:v>0.0428291823365726</c:v>
                </c:pt>
                <c:pt idx="343">
                  <c:v>0.0438530341062384</c:v>
                </c:pt>
                <c:pt idx="344">
                  <c:v>0.0467534696217626</c:v>
                </c:pt>
                <c:pt idx="345">
                  <c:v>0.0475212135895466</c:v>
                </c:pt>
                <c:pt idx="346">
                  <c:v>0.047499565112715</c:v>
                </c:pt>
                <c:pt idx="347">
                  <c:v>0.0486105089308694</c:v>
                </c:pt>
                <c:pt idx="348">
                  <c:v>0.0496342353755608</c:v>
                </c:pt>
                <c:pt idx="349">
                  <c:v>0.0489519459505876</c:v>
                </c:pt>
                <c:pt idx="350">
                  <c:v>0.0510086607420817</c:v>
                </c:pt>
                <c:pt idx="351">
                  <c:v>0.0538363546365872</c:v>
                </c:pt>
                <c:pt idx="352">
                  <c:v>0.0530269078561105</c:v>
                </c:pt>
                <c:pt idx="353">
                  <c:v>0.0542000021319836</c:v>
                </c:pt>
                <c:pt idx="354">
                  <c:v>0.0528901265002787</c:v>
                </c:pt>
                <c:pt idx="355">
                  <c:v>0.0538221895229071</c:v>
                </c:pt>
                <c:pt idx="356">
                  <c:v>0.0545877295080572</c:v>
                </c:pt>
                <c:pt idx="357">
                  <c:v>0.0564098905771971</c:v>
                </c:pt>
                <c:pt idx="358">
                  <c:v>0.0572097897219161</c:v>
                </c:pt>
                <c:pt idx="359">
                  <c:v>0.0578085115800301</c:v>
                </c:pt>
                <c:pt idx="360">
                  <c:v>0.0562238137548169</c:v>
                </c:pt>
                <c:pt idx="361">
                  <c:v>0.0551105723095437</c:v>
                </c:pt>
                <c:pt idx="362">
                  <c:v>0.0540429089528819</c:v>
                </c:pt>
                <c:pt idx="363">
                  <c:v>0.053050581458956</c:v>
                </c:pt>
                <c:pt idx="364">
                  <c:v>0.0534113623512288</c:v>
                </c:pt>
                <c:pt idx="365">
                  <c:v>0.0546187265155216</c:v>
                </c:pt>
                <c:pt idx="366">
                  <c:v>0.0574063245207071</c:v>
                </c:pt>
                <c:pt idx="367">
                  <c:v>0.05728663255771</c:v>
                </c:pt>
                <c:pt idx="368">
                  <c:v>0.0574977985893687</c:v>
                </c:pt>
                <c:pt idx="369">
                  <c:v>0.0559178544829289</c:v>
                </c:pt>
                <c:pt idx="370">
                  <c:v>0.0581253545358777</c:v>
                </c:pt>
                <c:pt idx="371">
                  <c:v>0.059470133172969</c:v>
                </c:pt>
                <c:pt idx="372">
                  <c:v>0.0600346370289723</c:v>
                </c:pt>
                <c:pt idx="373">
                  <c:v>0.0606960392246644</c:v>
                </c:pt>
                <c:pt idx="374">
                  <c:v>0.0642730422938863</c:v>
                </c:pt>
                <c:pt idx="375">
                  <c:v>0.0621078240995606</c:v>
                </c:pt>
                <c:pt idx="376">
                  <c:v>0.060435827759405</c:v>
                </c:pt>
                <c:pt idx="377">
                  <c:v>0.0618698646624883</c:v>
                </c:pt>
                <c:pt idx="378">
                  <c:v>0.0622052061681946</c:v>
                </c:pt>
                <c:pt idx="379">
                  <c:v>0.0609242029488087</c:v>
                </c:pt>
                <c:pt idx="380">
                  <c:v>0.0609163685391347</c:v>
                </c:pt>
                <c:pt idx="381">
                  <c:v>0.0602045923471451</c:v>
                </c:pt>
                <c:pt idx="382">
                  <c:v>0.0620061100150148</c:v>
                </c:pt>
                <c:pt idx="383">
                  <c:v>0.0598038595169783</c:v>
                </c:pt>
                <c:pt idx="384">
                  <c:v>0.0542824812543889</c:v>
                </c:pt>
                <c:pt idx="385">
                  <c:v>0.041056471480988</c:v>
                </c:pt>
                <c:pt idx="386">
                  <c:v>0.0395566472861295</c:v>
                </c:pt>
                <c:pt idx="387">
                  <c:v>0.0309929336498802</c:v>
                </c:pt>
                <c:pt idx="388">
                  <c:v>0.0276261275867</c:v>
                </c:pt>
                <c:pt idx="389">
                  <c:v>0.0349028951333215</c:v>
                </c:pt>
                <c:pt idx="390">
                  <c:v>0.0339514477100844</c:v>
                </c:pt>
                <c:pt idx="391">
                  <c:v>0.0342009625708063</c:v>
                </c:pt>
                <c:pt idx="392">
                  <c:v>0.0319105956392984</c:v>
                </c:pt>
                <c:pt idx="393">
                  <c:v>0.0315745098671565</c:v>
                </c:pt>
                <c:pt idx="394">
                  <c:v>0.030318706529215</c:v>
                </c:pt>
                <c:pt idx="395">
                  <c:v>0.029889756332462</c:v>
                </c:pt>
                <c:pt idx="396">
                  <c:v>0.0300138928927481</c:v>
                </c:pt>
                <c:pt idx="397">
                  <c:v>0.0296668961023291</c:v>
                </c:pt>
                <c:pt idx="398">
                  <c:v>0.027156895895799</c:v>
                </c:pt>
                <c:pt idx="399">
                  <c:v>0.0278759044905504</c:v>
                </c:pt>
                <c:pt idx="400">
                  <c:v>0.0269000481658926</c:v>
                </c:pt>
                <c:pt idx="401">
                  <c:v>0.0290821644787987</c:v>
                </c:pt>
                <c:pt idx="402">
                  <c:v>0.0274505720473826</c:v>
                </c:pt>
                <c:pt idx="403">
                  <c:v>0.0279585764588167</c:v>
                </c:pt>
                <c:pt idx="404">
                  <c:v>0.0272939166519791</c:v>
                </c:pt>
                <c:pt idx="405">
                  <c:v>0.0281230561900884</c:v>
                </c:pt>
                <c:pt idx="406">
                  <c:v>0.027147718720759</c:v>
                </c:pt>
                <c:pt idx="407">
                  <c:v>0.0280432018140952</c:v>
                </c:pt>
                <c:pt idx="408">
                  <c:v>0.027295657635356</c:v>
                </c:pt>
                <c:pt idx="409">
                  <c:v>0.0259987015121927</c:v>
                </c:pt>
                <c:pt idx="410">
                  <c:v>0.0265333598634849</c:v>
                </c:pt>
                <c:pt idx="411">
                  <c:v>0.0264058199090262</c:v>
                </c:pt>
                <c:pt idx="412">
                  <c:v>0.0296970028740664</c:v>
                </c:pt>
                <c:pt idx="413">
                  <c:v>0.0276197312865406</c:v>
                </c:pt>
                <c:pt idx="414">
                  <c:v>0.0280806868181874</c:v>
                </c:pt>
                <c:pt idx="415">
                  <c:v>0.0238594830501825</c:v>
                </c:pt>
                <c:pt idx="416">
                  <c:v>0.0224439664278179</c:v>
                </c:pt>
                <c:pt idx="417">
                  <c:v>0.0239115455343078</c:v>
                </c:pt>
                <c:pt idx="418">
                  <c:v>0.0233838944075008</c:v>
                </c:pt>
                <c:pt idx="419">
                  <c:v>0.0217177158299213</c:v>
                </c:pt>
                <c:pt idx="420">
                  <c:v>0.020604854535001</c:v>
                </c:pt>
                <c:pt idx="421">
                  <c:v>0.0230296556682636</c:v>
                </c:pt>
                <c:pt idx="422">
                  <c:v>0.024690476905865</c:v>
                </c:pt>
                <c:pt idx="423">
                  <c:v>0.0242130564680944</c:v>
                </c:pt>
                <c:pt idx="424">
                  <c:v>0.0247759157558903</c:v>
                </c:pt>
                <c:pt idx="425">
                  <c:v>0.02715696101853</c:v>
                </c:pt>
                <c:pt idx="426">
                  <c:v>0.0289569679492464</c:v>
                </c:pt>
                <c:pt idx="427">
                  <c:v>0.0290109299899389</c:v>
                </c:pt>
                <c:pt idx="428">
                  <c:v>0.0300070946415265</c:v>
                </c:pt>
                <c:pt idx="429">
                  <c:v>0.0303066387151678</c:v>
                </c:pt>
                <c:pt idx="430">
                  <c:v>0.0287020083128785</c:v>
                </c:pt>
                <c:pt idx="431">
                  <c:v>0.0274108447910597</c:v>
                </c:pt>
                <c:pt idx="432">
                  <c:v>0.0276710014324635</c:v>
                </c:pt>
                <c:pt idx="433">
                  <c:v>0.0274568150906513</c:v>
                </c:pt>
                <c:pt idx="434">
                  <c:v>0.0290992990912249</c:v>
                </c:pt>
                <c:pt idx="435">
                  <c:v>0.0283186357623587</c:v>
                </c:pt>
                <c:pt idx="436">
                  <c:v>0.0291332072578371</c:v>
                </c:pt>
                <c:pt idx="437">
                  <c:v>0.0298762855120003</c:v>
                </c:pt>
                <c:pt idx="438">
                  <c:v>0.0308029156954338</c:v>
                </c:pt>
                <c:pt idx="439">
                  <c:v>0.0317267690009127</c:v>
                </c:pt>
                <c:pt idx="440">
                  <c:v>0.03069797133406</c:v>
                </c:pt>
                <c:pt idx="441">
                  <c:v>0.033023251965642</c:v>
                </c:pt>
                <c:pt idx="442">
                  <c:v>0.0337082277362545</c:v>
                </c:pt>
                <c:pt idx="443">
                  <c:v>0.0323563886806369</c:v>
                </c:pt>
                <c:pt idx="444">
                  <c:v>0.0330656511709094</c:v>
                </c:pt>
                <c:pt idx="445">
                  <c:v>0.0323212200465302</c:v>
                </c:pt>
                <c:pt idx="446">
                  <c:v>0.0309140435730418</c:v>
                </c:pt>
                <c:pt idx="447">
                  <c:v>0.0306265774182975</c:v>
                </c:pt>
                <c:pt idx="448">
                  <c:v>0.0279927390317122</c:v>
                </c:pt>
                <c:pt idx="449">
                  <c:v>0.0301113406506677</c:v>
                </c:pt>
                <c:pt idx="450">
                  <c:v>0.0293076013525327</c:v>
                </c:pt>
                <c:pt idx="451">
                  <c:v>0.0294335691258311</c:v>
                </c:pt>
                <c:pt idx="452">
                  <c:v>0.0300266261678189</c:v>
                </c:pt>
                <c:pt idx="453">
                  <c:v>0.0322621086301903</c:v>
                </c:pt>
                <c:pt idx="454">
                  <c:v>0.0310237552660207</c:v>
                </c:pt>
                <c:pt idx="455">
                  <c:v>0.0297953350159029</c:v>
                </c:pt>
                <c:pt idx="456">
                  <c:v>0.0306249822800358</c:v>
                </c:pt>
                <c:pt idx="457">
                  <c:v>0.0295854485283295</c:v>
                </c:pt>
                <c:pt idx="458">
                  <c:v>0.0279310903511941</c:v>
                </c:pt>
                <c:pt idx="459">
                  <c:v>0.0285838138312101</c:v>
                </c:pt>
                <c:pt idx="460">
                  <c:v>0.0281942412257195</c:v>
                </c:pt>
                <c:pt idx="461">
                  <c:v>0.0292057295950751</c:v>
                </c:pt>
                <c:pt idx="462">
                  <c:v>0.0300098819037278</c:v>
                </c:pt>
                <c:pt idx="463">
                  <c:v>0.0318976995224754</c:v>
                </c:pt>
                <c:pt idx="464">
                  <c:v>0.0324360229074955</c:v>
                </c:pt>
                <c:pt idx="465">
                  <c:v>0.0330838655742506</c:v>
                </c:pt>
                <c:pt idx="466">
                  <c:v>0.0321275773768624</c:v>
                </c:pt>
                <c:pt idx="467">
                  <c:v>0.0323217939275006</c:v>
                </c:pt>
                <c:pt idx="468">
                  <c:v>0.033228664426133</c:v>
                </c:pt>
                <c:pt idx="469">
                  <c:v>0.0311151047858099</c:v>
                </c:pt>
                <c:pt idx="470">
                  <c:v>0.0300528824639817</c:v>
                </c:pt>
                <c:pt idx="471">
                  <c:v>0.0296042769526442</c:v>
                </c:pt>
                <c:pt idx="472">
                  <c:v>0.0306198123532037</c:v>
                </c:pt>
                <c:pt idx="473">
                  <c:v>0.0295474270669123</c:v>
                </c:pt>
                <c:pt idx="474">
                  <c:v>0.0276550962589681</c:v>
                </c:pt>
                <c:pt idx="475">
                  <c:v>0.0278085804389169</c:v>
                </c:pt>
                <c:pt idx="476">
                  <c:v>0.0278681441675872</c:v>
                </c:pt>
                <c:pt idx="477">
                  <c:v>0.0280536402948201</c:v>
                </c:pt>
                <c:pt idx="478">
                  <c:v>0.0299949730280787</c:v>
                </c:pt>
                <c:pt idx="479">
                  <c:v>0.0310872811358422</c:v>
                </c:pt>
                <c:pt idx="480">
                  <c:v>0.0291432736829544</c:v>
                </c:pt>
                <c:pt idx="481">
                  <c:v>0.0291449957372</c:v>
                </c:pt>
                <c:pt idx="482">
                  <c:v>0.0284862914433082</c:v>
                </c:pt>
                <c:pt idx="483">
                  <c:v>0.0277547346893698</c:v>
                </c:pt>
                <c:pt idx="484">
                  <c:v>0.026181216382732</c:v>
                </c:pt>
                <c:pt idx="485">
                  <c:v>0.0266625656746328</c:v>
                </c:pt>
                <c:pt idx="486">
                  <c:v>0.0263026918595036</c:v>
                </c:pt>
                <c:pt idx="487">
                  <c:v>0.0254888859267036</c:v>
                </c:pt>
                <c:pt idx="488">
                  <c:v>0.0249185943820824</c:v>
                </c:pt>
                <c:pt idx="489">
                  <c:v>0.0239181932527572</c:v>
                </c:pt>
                <c:pt idx="490">
                  <c:v>0.024661414216583</c:v>
                </c:pt>
                <c:pt idx="491">
                  <c:v>0.024144311187168</c:v>
                </c:pt>
                <c:pt idx="492">
                  <c:v>0.0246849346285065</c:v>
                </c:pt>
                <c:pt idx="493">
                  <c:v>0.0250017556672295</c:v>
                </c:pt>
                <c:pt idx="494">
                  <c:v>0.0262336591569086</c:v>
                </c:pt>
                <c:pt idx="495">
                  <c:v>0.0260839118467023</c:v>
                </c:pt>
                <c:pt idx="496">
                  <c:v>0.0254450138658285</c:v>
                </c:pt>
                <c:pt idx="497">
                  <c:v>0.0252442290075123</c:v>
                </c:pt>
                <c:pt idx="498">
                  <c:v>0.0245792706807454</c:v>
                </c:pt>
                <c:pt idx="499">
                  <c:v>0.0258985193135838</c:v>
                </c:pt>
                <c:pt idx="500">
                  <c:v>0.0266868038102984</c:v>
                </c:pt>
                <c:pt idx="501">
                  <c:v>0.0281117595421771</c:v>
                </c:pt>
                <c:pt idx="502">
                  <c:v>0.0328702889382839</c:v>
                </c:pt>
                <c:pt idx="503">
                  <c:v>0.0343708949473997</c:v>
                </c:pt>
                <c:pt idx="504">
                  <c:v>0.0354169917603334</c:v>
                </c:pt>
                <c:pt idx="505">
                  <c:v>0.0352380045223981</c:v>
                </c:pt>
                <c:pt idx="506">
                  <c:v>0.0361518426487843</c:v>
                </c:pt>
                <c:pt idx="507">
                  <c:v>0.036423176402847</c:v>
                </c:pt>
                <c:pt idx="508">
                  <c:v>0.036508552202334</c:v>
                </c:pt>
                <c:pt idx="509">
                  <c:v>0.0374105205138524</c:v>
                </c:pt>
                <c:pt idx="510">
                  <c:v>0.0370115670685967</c:v>
                </c:pt>
                <c:pt idx="511">
                  <c:v>0.0376216214771072</c:v>
                </c:pt>
                <c:pt idx="512">
                  <c:v>0.0380648748328288</c:v>
                </c:pt>
                <c:pt idx="513">
                  <c:v>0.0380038501073917</c:v>
                </c:pt>
                <c:pt idx="514">
                  <c:v>0.0365988224434356</c:v>
                </c:pt>
                <c:pt idx="515">
                  <c:v>0.0370426236962279</c:v>
                </c:pt>
                <c:pt idx="516">
                  <c:v>0.0382514090587695</c:v>
                </c:pt>
                <c:pt idx="517">
                  <c:v>0.0396272084365288</c:v>
                </c:pt>
                <c:pt idx="518">
                  <c:v>0.0403044602523247</c:v>
                </c:pt>
                <c:pt idx="519">
                  <c:v>0.0406745163723826</c:v>
                </c:pt>
                <c:pt idx="520">
                  <c:v>0.04140216242522</c:v>
                </c:pt>
                <c:pt idx="521">
                  <c:v>0.0413363511674106</c:v>
                </c:pt>
                <c:pt idx="522">
                  <c:v>0.0411902259724836</c:v>
                </c:pt>
                <c:pt idx="523">
                  <c:v>0.0401631890951345</c:v>
                </c:pt>
                <c:pt idx="524">
                  <c:v>0.0399280180068066</c:v>
                </c:pt>
                <c:pt idx="525">
                  <c:v>0.0425798797048628</c:v>
                </c:pt>
                <c:pt idx="526">
                  <c:v>0.0425054067745805</c:v>
                </c:pt>
                <c:pt idx="527">
                  <c:v>0.0442478412141403</c:v>
                </c:pt>
                <c:pt idx="528">
                  <c:v>0.0446587187238038</c:v>
                </c:pt>
                <c:pt idx="529">
                  <c:v>0.0465675840775172</c:v>
                </c:pt>
                <c:pt idx="530">
                  <c:v>0.0466785345847408</c:v>
                </c:pt>
                <c:pt idx="531">
                  <c:v>0.0469281029577057</c:v>
                </c:pt>
                <c:pt idx="532">
                  <c:v>0.044576241945227</c:v>
                </c:pt>
                <c:pt idx="533">
                  <c:v>0.0419574556872249</c:v>
                </c:pt>
                <c:pt idx="534">
                  <c:v>0.0399161401825647</c:v>
                </c:pt>
                <c:pt idx="535">
                  <c:v>0.0394519908664127</c:v>
                </c:pt>
                <c:pt idx="536">
                  <c:v>0.0385626879831155</c:v>
                </c:pt>
                <c:pt idx="537">
                  <c:v>0.0381958089613666</c:v>
                </c:pt>
                <c:pt idx="538">
                  <c:v>0.0415698733801643</c:v>
                </c:pt>
                <c:pt idx="539">
                  <c:v>0.0430833047566315</c:v>
                </c:pt>
                <c:pt idx="540">
                  <c:v>0.0422324653714895</c:v>
                </c:pt>
                <c:pt idx="541">
                  <c:v>0.0405901832506061</c:v>
                </c:pt>
                <c:pt idx="542">
                  <c:v>0.0391688757576048</c:v>
                </c:pt>
                <c:pt idx="543">
                  <c:v>0.0400615481038888</c:v>
                </c:pt>
                <c:pt idx="544">
                  <c:v>0.0401398156769574</c:v>
                </c:pt>
                <c:pt idx="545">
                  <c:v>0.0426247300269703</c:v>
                </c:pt>
                <c:pt idx="546">
                  <c:v>0.0420202092888455</c:v>
                </c:pt>
                <c:pt idx="547">
                  <c:v>0.0410748240693162</c:v>
                </c:pt>
                <c:pt idx="548">
                  <c:v>0.0407864718853186</c:v>
                </c:pt>
                <c:pt idx="549">
                  <c:v>0.0391635686624795</c:v>
                </c:pt>
                <c:pt idx="550">
                  <c:v>0.039626492264991</c:v>
                </c:pt>
                <c:pt idx="551">
                  <c:v>0.0399951423363139</c:v>
                </c:pt>
                <c:pt idx="552">
                  <c:v>0.0410596962397297</c:v>
                </c:pt>
                <c:pt idx="553">
                  <c:v>0.0445379734660188</c:v>
                </c:pt>
                <c:pt idx="554">
                  <c:v>0.0447762951875726</c:v>
                </c:pt>
                <c:pt idx="555">
                  <c:v>0.0471262063210209</c:v>
                </c:pt>
                <c:pt idx="556">
                  <c:v>0.0464066415714721</c:v>
                </c:pt>
                <c:pt idx="557">
                  <c:v>0.0452815980029603</c:v>
                </c:pt>
                <c:pt idx="558">
                  <c:v>0.046574869658798</c:v>
                </c:pt>
                <c:pt idx="559">
                  <c:v>0.0467544100868205</c:v>
                </c:pt>
                <c:pt idx="560">
                  <c:v>0.0480695156380534</c:v>
                </c:pt>
                <c:pt idx="561">
                  <c:v>0.0514867616817355</c:v>
                </c:pt>
                <c:pt idx="562">
                  <c:v>0.0518093106647333</c:v>
                </c:pt>
                <c:pt idx="563">
                  <c:v>0.0516215115785599</c:v>
                </c:pt>
                <c:pt idx="564">
                  <c:v>0.0482454019753883</c:v>
                </c:pt>
                <c:pt idx="565">
                  <c:v>0.0467469866542767</c:v>
                </c:pt>
                <c:pt idx="566">
                  <c:v>0.0470485409256071</c:v>
                </c:pt>
                <c:pt idx="567">
                  <c:v>0.0485455584401886</c:v>
                </c:pt>
                <c:pt idx="568">
                  <c:v>0.0473671569178502</c:v>
                </c:pt>
                <c:pt idx="569">
                  <c:v>0.0465484646925082</c:v>
                </c:pt>
                <c:pt idx="570">
                  <c:v>0.0463725522470971</c:v>
                </c:pt>
                <c:pt idx="571">
                  <c:v>0.0462007746721307</c:v>
                </c:pt>
                <c:pt idx="572">
                  <c:v>0.0467293981307497</c:v>
                </c:pt>
                <c:pt idx="573">
                  <c:v>0.0485013180101911</c:v>
                </c:pt>
                <c:pt idx="574">
                  <c:v>0.0500769196699063</c:v>
                </c:pt>
                <c:pt idx="575">
                  <c:v>0.0512561048691471</c:v>
                </c:pt>
                <c:pt idx="576">
                  <c:v>0.0510258705665668</c:v>
                </c:pt>
                <c:pt idx="577">
                  <c:v>0.0512296984903514</c:v>
                </c:pt>
                <c:pt idx="578">
                  <c:v>0.0510911193055411</c:v>
                </c:pt>
                <c:pt idx="579">
                  <c:v>0.0515080483319859</c:v>
                </c:pt>
                <c:pt idx="580">
                  <c:v>0.0524345811146001</c:v>
                </c:pt>
                <c:pt idx="581">
                  <c:v>0.051995968973885</c:v>
                </c:pt>
                <c:pt idx="582">
                  <c:v>0.0502535670374831</c:v>
                </c:pt>
                <c:pt idx="583">
                  <c:v>0.0487073576698701</c:v>
                </c:pt>
                <c:pt idx="584">
                  <c:v>0.0464900235955914</c:v>
                </c:pt>
                <c:pt idx="585">
                  <c:v>0.0463184086140245</c:v>
                </c:pt>
                <c:pt idx="586">
                  <c:v>0.0465298398397863</c:v>
                </c:pt>
                <c:pt idx="587">
                  <c:v>0.0467805421290298</c:v>
                </c:pt>
                <c:pt idx="588">
                  <c:v>0.0450730435239772</c:v>
                </c:pt>
                <c:pt idx="589">
                  <c:v>0.0436020478295783</c:v>
                </c:pt>
                <c:pt idx="590">
                  <c:v>0.0440794262258957</c:v>
                </c:pt>
                <c:pt idx="591">
                  <c:v>0.0442902599616597</c:v>
                </c:pt>
                <c:pt idx="592">
                  <c:v>0.0459099127290149</c:v>
                </c:pt>
                <c:pt idx="593">
                  <c:v>0.0436544465987633</c:v>
                </c:pt>
                <c:pt idx="594">
                  <c:v>0.0426344649245342</c:v>
                </c:pt>
                <c:pt idx="595">
                  <c:v>0.0422016226686537</c:v>
                </c:pt>
                <c:pt idx="596">
                  <c:v>0.0424689883366227</c:v>
                </c:pt>
                <c:pt idx="597">
                  <c:v>0.0422521755099297</c:v>
                </c:pt>
                <c:pt idx="598">
                  <c:v>0.0430252682417631</c:v>
                </c:pt>
                <c:pt idx="599">
                  <c:v>0.0458514196798205</c:v>
                </c:pt>
                <c:pt idx="600">
                  <c:v>0.0481132856259743</c:v>
                </c:pt>
                <c:pt idx="601">
                  <c:v>0.0480697577198346</c:v>
                </c:pt>
                <c:pt idx="602">
                  <c:v>0.0492854053154588</c:v>
                </c:pt>
                <c:pt idx="603">
                  <c:v>0.0513434975097577</c:v>
                </c:pt>
                <c:pt idx="604">
                  <c:v>0.0524644349391262</c:v>
                </c:pt>
                <c:pt idx="605">
                  <c:v>0.0527828217794498</c:v>
                </c:pt>
                <c:pt idx="606">
                  <c:v>0.0528670041511456</c:v>
                </c:pt>
                <c:pt idx="607">
                  <c:v>0.0525824634979169</c:v>
                </c:pt>
                <c:pt idx="608">
                  <c:v>0.0539213274295131</c:v>
                </c:pt>
                <c:pt idx="609">
                  <c:v>0.055569389089942</c:v>
                </c:pt>
                <c:pt idx="610">
                  <c:v>0.0544723422576984</c:v>
                </c:pt>
                <c:pt idx="611">
                  <c:v>0.0551369636009137</c:v>
                </c:pt>
                <c:pt idx="612">
                  <c:v>0.0562509791304668</c:v>
                </c:pt>
                <c:pt idx="613">
                  <c:v>0.0574017286921541</c:v>
                </c:pt>
                <c:pt idx="614">
                  <c:v>0.0603208285445968</c:v>
                </c:pt>
                <c:pt idx="615">
                  <c:v>0.0600891418755054</c:v>
                </c:pt>
                <c:pt idx="616">
                  <c:v>0.0584961735953887</c:v>
                </c:pt>
                <c:pt idx="617">
                  <c:v>0.0590690586095055</c:v>
                </c:pt>
                <c:pt idx="618">
                  <c:v>0.0593575639650226</c:v>
                </c:pt>
                <c:pt idx="619">
                  <c:v>0.059460519378384</c:v>
                </c:pt>
                <c:pt idx="620">
                  <c:v>0.0587165329605341</c:v>
                </c:pt>
                <c:pt idx="621">
                  <c:v>0.0580956193308036</c:v>
                </c:pt>
                <c:pt idx="622">
                  <c:v>0.0587046725054582</c:v>
                </c:pt>
                <c:pt idx="623">
                  <c:v>0.0599264434849223</c:v>
                </c:pt>
                <c:pt idx="624">
                  <c:v>0.0599875051528215</c:v>
                </c:pt>
                <c:pt idx="625">
                  <c:v>0.0594958199808995</c:v>
                </c:pt>
                <c:pt idx="626">
                  <c:v>0.0586705702046553</c:v>
                </c:pt>
                <c:pt idx="627">
                  <c:v>0.0587877963359157</c:v>
                </c:pt>
                <c:pt idx="628">
                  <c:v>0.0620968059947093</c:v>
                </c:pt>
                <c:pt idx="629">
                  <c:v>0.0644324842840433</c:v>
                </c:pt>
                <c:pt idx="630">
                  <c:v>0.0641358742490411</c:v>
                </c:pt>
                <c:pt idx="631">
                  <c:v>0.0626114805539449</c:v>
                </c:pt>
                <c:pt idx="632">
                  <c:v>0.0622861851006746</c:v>
                </c:pt>
                <c:pt idx="633">
                  <c:v>0.0608799340824286</c:v>
                </c:pt>
                <c:pt idx="634">
                  <c:v>0.0598389320696394</c:v>
                </c:pt>
                <c:pt idx="635">
                  <c:v>0.0581422264377276</c:v>
                </c:pt>
                <c:pt idx="636">
                  <c:v>0.0554288175577919</c:v>
                </c:pt>
                <c:pt idx="637">
                  <c:v>0.0573312850048145</c:v>
                </c:pt>
                <c:pt idx="638">
                  <c:v>0.0565127681319912</c:v>
                </c:pt>
                <c:pt idx="639">
                  <c:v>0.054979186753432</c:v>
                </c:pt>
                <c:pt idx="640">
                  <c:v>0.0542993013436596</c:v>
                </c:pt>
                <c:pt idx="641">
                  <c:v>0.0512403958787521</c:v>
                </c:pt>
                <c:pt idx="642">
                  <c:v>0.0522892187039057</c:v>
                </c:pt>
                <c:pt idx="643">
                  <c:v>0.0522057787825664</c:v>
                </c:pt>
                <c:pt idx="644">
                  <c:v>0.0523077240213752</c:v>
                </c:pt>
                <c:pt idx="645">
                  <c:v>0.0530312933338185</c:v>
                </c:pt>
                <c:pt idx="646">
                  <c:v>0.0525924859878918</c:v>
                </c:pt>
                <c:pt idx="647">
                  <c:v>0.0527732054702938</c:v>
                </c:pt>
                <c:pt idx="648">
                  <c:v>0.0534312956656019</c:v>
                </c:pt>
                <c:pt idx="649">
                  <c:v>0.0533855715145667</c:v>
                </c:pt>
                <c:pt idx="650">
                  <c:v>0.0515577883149187</c:v>
                </c:pt>
                <c:pt idx="651">
                  <c:v>0.0518674281736215</c:v>
                </c:pt>
                <c:pt idx="652">
                  <c:v>0.0515761690214276</c:v>
                </c:pt>
                <c:pt idx="653">
                  <c:v>0.0541727822894851</c:v>
                </c:pt>
                <c:pt idx="654">
                  <c:v>0.0577789793411891</c:v>
                </c:pt>
                <c:pt idx="655">
                  <c:v>0.0566310564056039</c:v>
                </c:pt>
                <c:pt idx="656">
                  <c:v>0.0581860487038891</c:v>
                </c:pt>
                <c:pt idx="657">
                  <c:v>0.0596056630834937</c:v>
                </c:pt>
                <c:pt idx="658">
                  <c:v>0.0589642900352677</c:v>
                </c:pt>
                <c:pt idx="659">
                  <c:v>0.0602698584397634</c:v>
                </c:pt>
                <c:pt idx="660">
                  <c:v>0.0607502672200402</c:v>
                </c:pt>
                <c:pt idx="661">
                  <c:v>0.0628140285611153</c:v>
                </c:pt>
                <c:pt idx="662">
                  <c:v>0.063859941624105</c:v>
                </c:pt>
                <c:pt idx="663">
                  <c:v>0.065493027990063</c:v>
                </c:pt>
                <c:pt idx="664">
                  <c:v>0.0675402735049526</c:v>
                </c:pt>
                <c:pt idx="665">
                  <c:v>0.0667553207526604</c:v>
                </c:pt>
                <c:pt idx="666">
                  <c:v>0.0660280448695024</c:v>
                </c:pt>
                <c:pt idx="667">
                  <c:v>0.0666195093343655</c:v>
                </c:pt>
                <c:pt idx="668">
                  <c:v>0.0678951773792505</c:v>
                </c:pt>
                <c:pt idx="669">
                  <c:v>0.0717129524797201</c:v>
                </c:pt>
                <c:pt idx="670">
                  <c:v>0.0729332080110908</c:v>
                </c:pt>
                <c:pt idx="671">
                  <c:v>0.0692892263953884</c:v>
                </c:pt>
                <c:pt idx="672">
                  <c:v>0.0689259159689148</c:v>
                </c:pt>
                <c:pt idx="673">
                  <c:v>0.0717853824297587</c:v>
                </c:pt>
                <c:pt idx="674">
                  <c:v>0.0720392224689325</c:v>
                </c:pt>
                <c:pt idx="675">
                  <c:v>0.0735896810889244</c:v>
                </c:pt>
                <c:pt idx="676">
                  <c:v>0.0758688422540824</c:v>
                </c:pt>
                <c:pt idx="677">
                  <c:v>0.0759630930920442</c:v>
                </c:pt>
                <c:pt idx="678">
                  <c:v>0.0748181602607171</c:v>
                </c:pt>
                <c:pt idx="679">
                  <c:v>0.0734349648157755</c:v>
                </c:pt>
                <c:pt idx="680">
                  <c:v>0.0727150543282429</c:v>
                </c:pt>
                <c:pt idx="681">
                  <c:v>0.073241550475359</c:v>
                </c:pt>
                <c:pt idx="682">
                  <c:v>0.0734837147717675</c:v>
                </c:pt>
                <c:pt idx="683">
                  <c:v>0.0737187602867683</c:v>
                </c:pt>
                <c:pt idx="684">
                  <c:v>0.0726146083325148</c:v>
                </c:pt>
                <c:pt idx="685">
                  <c:v>0.0722003425161044</c:v>
                </c:pt>
                <c:pt idx="686">
                  <c:v>0.0687576274697979</c:v>
                </c:pt>
                <c:pt idx="687">
                  <c:v>0.0678123339389761</c:v>
                </c:pt>
                <c:pt idx="688">
                  <c:v>0.0661578397577008</c:v>
                </c:pt>
                <c:pt idx="689">
                  <c:v>0.0632871052250266</c:v>
                </c:pt>
                <c:pt idx="690">
                  <c:v>0.0625759948665897</c:v>
                </c:pt>
                <c:pt idx="691">
                  <c:v>0.0571237792881827</c:v>
                </c:pt>
                <c:pt idx="692">
                  <c:v>0.0503933155288299</c:v>
                </c:pt>
                <c:pt idx="693">
                  <c:v>0.0475547182373703</c:v>
                </c:pt>
                <c:pt idx="694">
                  <c:v>0.0476643934380263</c:v>
                </c:pt>
                <c:pt idx="695">
                  <c:v>0.0467274720004449</c:v>
                </c:pt>
                <c:pt idx="696">
                  <c:v>0.0442884717291842</c:v>
                </c:pt>
                <c:pt idx="697">
                  <c:v>0.0424662805783252</c:v>
                </c:pt>
                <c:pt idx="698">
                  <c:v>0.0431728269594411</c:v>
                </c:pt>
                <c:pt idx="699">
                  <c:v>0.0431948549735049</c:v>
                </c:pt>
                <c:pt idx="700">
                  <c:v>0.044820215832442</c:v>
                </c:pt>
                <c:pt idx="701">
                  <c:v>0.0447455467656255</c:v>
                </c:pt>
                <c:pt idx="702">
                  <c:v>0.0461820013821125</c:v>
                </c:pt>
                <c:pt idx="703">
                  <c:v>0.0463440945371985</c:v>
                </c:pt>
                <c:pt idx="704">
                  <c:v>0.0454203356057405</c:v>
                </c:pt>
                <c:pt idx="705">
                  <c:v>0.0447947654252251</c:v>
                </c:pt>
                <c:pt idx="706">
                  <c:v>0.0453593091728787</c:v>
                </c:pt>
                <c:pt idx="707">
                  <c:v>0.0462439469061792</c:v>
                </c:pt>
                <c:pt idx="708">
                  <c:v>0.0423648819016914</c:v>
                </c:pt>
                <c:pt idx="709">
                  <c:v>0.0438726925912003</c:v>
                </c:pt>
                <c:pt idx="710">
                  <c:v>0.0445727100285391</c:v>
                </c:pt>
                <c:pt idx="711">
                  <c:v>0.0449430395228167</c:v>
                </c:pt>
                <c:pt idx="712">
                  <c:v>0.0430641419875125</c:v>
                </c:pt>
                <c:pt idx="713">
                  <c:v>0.0428107451337079</c:v>
                </c:pt>
                <c:pt idx="714">
                  <c:v>0.0432292262480284</c:v>
                </c:pt>
                <c:pt idx="715">
                  <c:v>0.0422608545438076</c:v>
                </c:pt>
                <c:pt idx="716">
                  <c:v>0.0433485770132393</c:v>
                </c:pt>
                <c:pt idx="717">
                  <c:v>0.0452510582748801</c:v>
                </c:pt>
                <c:pt idx="718">
                  <c:v>0.0460299353270481</c:v>
                </c:pt>
                <c:pt idx="719">
                  <c:v>0.043592719718193</c:v>
                </c:pt>
                <c:pt idx="720">
                  <c:v>0.0439922815654427</c:v>
                </c:pt>
                <c:pt idx="721">
                  <c:v>0.0442193055680643</c:v>
                </c:pt>
                <c:pt idx="722">
                  <c:v>0.041624190704897</c:v>
                </c:pt>
                <c:pt idx="723">
                  <c:v>0.0409814666180561</c:v>
                </c:pt>
                <c:pt idx="724">
                  <c:v>0.0410706159037848</c:v>
                </c:pt>
                <c:pt idx="725">
                  <c:v>0.0421253037018081</c:v>
                </c:pt>
                <c:pt idx="726">
                  <c:v>0.0447862467728555</c:v>
                </c:pt>
                <c:pt idx="727">
                  <c:v>0.0446716712477307</c:v>
                </c:pt>
                <c:pt idx="728">
                  <c:v>0.0449539340722064</c:v>
                </c:pt>
                <c:pt idx="729">
                  <c:v>0.0464244714317222</c:v>
                </c:pt>
                <c:pt idx="730">
                  <c:v>0.0480408321445187</c:v>
                </c:pt>
                <c:pt idx="731">
                  <c:v>0.0498660649483403</c:v>
                </c:pt>
                <c:pt idx="732">
                  <c:v>0.0507720413307349</c:v>
                </c:pt>
                <c:pt idx="733">
                  <c:v>0.0525704961890976</c:v>
                </c:pt>
                <c:pt idx="734">
                  <c:v>0.052729956433177</c:v>
                </c:pt>
                <c:pt idx="735">
                  <c:v>0.0513860737904906</c:v>
                </c:pt>
                <c:pt idx="736">
                  <c:v>0.0518261721978585</c:v>
                </c:pt>
                <c:pt idx="737">
                  <c:v>0.05191639320304</c:v>
                </c:pt>
                <c:pt idx="738">
                  <c:v>0.0529159094206989</c:v>
                </c:pt>
                <c:pt idx="739">
                  <c:v>0.054628631255279</c:v>
                </c:pt>
                <c:pt idx="740">
                  <c:v>0.055308791808784</c:v>
                </c:pt>
                <c:pt idx="741">
                  <c:v>0.0558857969008386</c:v>
                </c:pt>
                <c:pt idx="742">
                  <c:v>0.0569149679814776</c:v>
                </c:pt>
                <c:pt idx="743">
                  <c:v>0.0593147185320656</c:v>
                </c:pt>
                <c:pt idx="744">
                  <c:v>0.0601870404556394</c:v>
                </c:pt>
                <c:pt idx="745">
                  <c:v>0.0611920058106383</c:v>
                </c:pt>
                <c:pt idx="746">
                  <c:v>0.0618012973417838</c:v>
                </c:pt>
                <c:pt idx="747">
                  <c:v>0.0605955968300501</c:v>
                </c:pt>
                <c:pt idx="748">
                  <c:v>0.0568454531331857</c:v>
                </c:pt>
                <c:pt idx="749">
                  <c:v>0.052817930902044</c:v>
                </c:pt>
                <c:pt idx="750">
                  <c:v>0.0560040187711517</c:v>
                </c:pt>
                <c:pt idx="751">
                  <c:v>0.0530675148591399</c:v>
                </c:pt>
                <c:pt idx="752">
                  <c:v>0.0524367674564322</c:v>
                </c:pt>
                <c:pt idx="753">
                  <c:v>0.0522769800697764</c:v>
                </c:pt>
                <c:pt idx="754">
                  <c:v>0.0538263579209646</c:v>
                </c:pt>
                <c:pt idx="755">
                  <c:v>0.0563730206961433</c:v>
                </c:pt>
                <c:pt idx="756">
                  <c:v>0.0570309717829029</c:v>
                </c:pt>
                <c:pt idx="757">
                  <c:v>0.0613215036069353</c:v>
                </c:pt>
                <c:pt idx="758">
                  <c:v>0.0613793078189095</c:v>
                </c:pt>
                <c:pt idx="759">
                  <c:v>0.063653518135349</c:v>
                </c:pt>
                <c:pt idx="760">
                  <c:v>0.0699564965441823</c:v>
                </c:pt>
                <c:pt idx="761">
                  <c:v>0.0720055357242624</c:v>
                </c:pt>
                <c:pt idx="762">
                  <c:v>0.0717222647741437</c:v>
                </c:pt>
                <c:pt idx="763">
                  <c:v>0.0721130063136419</c:v>
                </c:pt>
                <c:pt idx="764">
                  <c:v>0.073283571874102</c:v>
                </c:pt>
                <c:pt idx="765">
                  <c:v>0.0732820122813185</c:v>
                </c:pt>
                <c:pt idx="766">
                  <c:v>0.0796685893088579</c:v>
                </c:pt>
                <c:pt idx="767">
                  <c:v>0.0820649802684784</c:v>
                </c:pt>
                <c:pt idx="768">
                  <c:v>0.083136343707641</c:v>
                </c:pt>
                <c:pt idx="769">
                  <c:v>0.0856597387542327</c:v>
                </c:pt>
                <c:pt idx="770">
                  <c:v>0.085258672821025</c:v>
                </c:pt>
                <c:pt idx="771">
                  <c:v>0.0858996001382669</c:v>
                </c:pt>
                <c:pt idx="772">
                  <c:v>0.0910040028393269</c:v>
                </c:pt>
                <c:pt idx="773">
                  <c:v>0.0916641575594743</c:v>
                </c:pt>
                <c:pt idx="774">
                  <c:v>0.0932001914208134</c:v>
                </c:pt>
                <c:pt idx="775">
                  <c:v>0.0972584029038747</c:v>
                </c:pt>
                <c:pt idx="776">
                  <c:v>0.0991605752458175</c:v>
                </c:pt>
                <c:pt idx="777">
                  <c:v>0.101169453312953</c:v>
                </c:pt>
                <c:pt idx="778">
                  <c:v>0.0995023859043916</c:v>
                </c:pt>
                <c:pt idx="779">
                  <c:v>0.0967590635021528</c:v>
                </c:pt>
                <c:pt idx="780">
                  <c:v>0.0889631189405918</c:v>
                </c:pt>
                <c:pt idx="781">
                  <c:v>0.087003364910682</c:v>
                </c:pt>
                <c:pt idx="782">
                  <c:v>0.0931662627806266</c:v>
                </c:pt>
                <c:pt idx="783">
                  <c:v>0.0916553533325593</c:v>
                </c:pt>
                <c:pt idx="784">
                  <c:v>0.0928621377795935</c:v>
                </c:pt>
                <c:pt idx="785">
                  <c:v>0.0957855728765329</c:v>
                </c:pt>
                <c:pt idx="786">
                  <c:v>0.0962266732007265</c:v>
                </c:pt>
                <c:pt idx="787">
                  <c:v>0.0978176870693763</c:v>
                </c:pt>
                <c:pt idx="788">
                  <c:v>0.101890622203549</c:v>
                </c:pt>
                <c:pt idx="789">
                  <c:v>0.110303689663609</c:v>
                </c:pt>
                <c:pt idx="790">
                  <c:v>0.118643468866746</c:v>
                </c:pt>
                <c:pt idx="791">
                  <c:v>0.12428011658291</c:v>
                </c:pt>
                <c:pt idx="792">
                  <c:v>0.131110755043725</c:v>
                </c:pt>
                <c:pt idx="793">
                  <c:v>0.136176751429836</c:v>
                </c:pt>
                <c:pt idx="794">
                  <c:v>0.143424234415094</c:v>
                </c:pt>
                <c:pt idx="795">
                  <c:v>0.147593941042821</c:v>
                </c:pt>
                <c:pt idx="796">
                  <c:v>0.154470346619685</c:v>
                </c:pt>
                <c:pt idx="797">
                  <c:v>0.158564666410287</c:v>
                </c:pt>
                <c:pt idx="798">
                  <c:v>0.162644494821628</c:v>
                </c:pt>
                <c:pt idx="799">
                  <c:v>0.167550057421128</c:v>
                </c:pt>
                <c:pt idx="800">
                  <c:v>0.172752314805984</c:v>
                </c:pt>
                <c:pt idx="801">
                  <c:v>0.176663613071044</c:v>
                </c:pt>
                <c:pt idx="802">
                  <c:v>0.181775658701857</c:v>
                </c:pt>
                <c:pt idx="803">
                  <c:v>0.180935309951504</c:v>
                </c:pt>
                <c:pt idx="804">
                  <c:v>0.183495601639152</c:v>
                </c:pt>
                <c:pt idx="805">
                  <c:v>0.185354761282603</c:v>
                </c:pt>
                <c:pt idx="806">
                  <c:v>0.186997471749783</c:v>
                </c:pt>
                <c:pt idx="807">
                  <c:v>0.191748380412658</c:v>
                </c:pt>
                <c:pt idx="808">
                  <c:v>0.203382850686709</c:v>
                </c:pt>
                <c:pt idx="809">
                  <c:v>0.207712074369192</c:v>
                </c:pt>
                <c:pt idx="810">
                  <c:v>0.215696606536706</c:v>
                </c:pt>
                <c:pt idx="811">
                  <c:v>0.217450534552336</c:v>
                </c:pt>
                <c:pt idx="812">
                  <c:v>0.221364325533311</c:v>
                </c:pt>
                <c:pt idx="813">
                  <c:v>0.22503374616305</c:v>
                </c:pt>
                <c:pt idx="814">
                  <c:v>0.229347551365693</c:v>
                </c:pt>
                <c:pt idx="815">
                  <c:v>0.230272325873375</c:v>
                </c:pt>
                <c:pt idx="816">
                  <c:v>0.233574222028255</c:v>
                </c:pt>
                <c:pt idx="817">
                  <c:v>0.237067738175392</c:v>
                </c:pt>
                <c:pt idx="818">
                  <c:v>0.241836436341206</c:v>
                </c:pt>
                <c:pt idx="819">
                  <c:v>0.244136356562376</c:v>
                </c:pt>
                <c:pt idx="820">
                  <c:v>0.250130688399076</c:v>
                </c:pt>
                <c:pt idx="821">
                  <c:v>0.252161717166503</c:v>
                </c:pt>
                <c:pt idx="822">
                  <c:v>0.258525591591994</c:v>
                </c:pt>
                <c:pt idx="823">
                  <c:v>0.262838889161746</c:v>
                </c:pt>
                <c:pt idx="824">
                  <c:v>0.267512256403764</c:v>
                </c:pt>
                <c:pt idx="825">
                  <c:v>0.271499787767728</c:v>
                </c:pt>
                <c:pt idx="826">
                  <c:v>0.278353367745876</c:v>
                </c:pt>
                <c:pt idx="827">
                  <c:v>0.279914019008478</c:v>
                </c:pt>
                <c:pt idx="828">
                  <c:v>0.282983825107416</c:v>
                </c:pt>
                <c:pt idx="829">
                  <c:v>0.283462178707123</c:v>
                </c:pt>
                <c:pt idx="830">
                  <c:v>0.281569109857082</c:v>
                </c:pt>
                <c:pt idx="831">
                  <c:v>0.270563815037409</c:v>
                </c:pt>
                <c:pt idx="832">
                  <c:v>0.263762567440669</c:v>
                </c:pt>
                <c:pt idx="833">
                  <c:v>0.254604683319728</c:v>
                </c:pt>
                <c:pt idx="834">
                  <c:v>0.235619495809078</c:v>
                </c:pt>
                <c:pt idx="835">
                  <c:v>0.229204529523849</c:v>
                </c:pt>
                <c:pt idx="836">
                  <c:v>0.216294256349405</c:v>
                </c:pt>
                <c:pt idx="837">
                  <c:v>0.20069620013237</c:v>
                </c:pt>
                <c:pt idx="838">
                  <c:v>0.204088491201401</c:v>
                </c:pt>
                <c:pt idx="839">
                  <c:v>0.196705310295025</c:v>
                </c:pt>
                <c:pt idx="840">
                  <c:v>0.195617985228697</c:v>
                </c:pt>
                <c:pt idx="841">
                  <c:v>0.182782442867756</c:v>
                </c:pt>
                <c:pt idx="842">
                  <c:v>0.176135788609584</c:v>
                </c:pt>
                <c:pt idx="843">
                  <c:v>0.192927753428618</c:v>
                </c:pt>
                <c:pt idx="844">
                  <c:v>0.198211871832609</c:v>
                </c:pt>
                <c:pt idx="845">
                  <c:v>0.200376715014378</c:v>
                </c:pt>
                <c:pt idx="846">
                  <c:v>0.220193813244502</c:v>
                </c:pt>
                <c:pt idx="847">
                  <c:v>0.237975535790126</c:v>
                </c:pt>
                <c:pt idx="848">
                  <c:v>0.254029532770316</c:v>
                </c:pt>
                <c:pt idx="849">
                  <c:v>0.258120302855968</c:v>
                </c:pt>
                <c:pt idx="850">
                  <c:v>0.263066775600115</c:v>
                </c:pt>
                <c:pt idx="851">
                  <c:v>0.269744500517845</c:v>
                </c:pt>
                <c:pt idx="852">
                  <c:v>0.268289848168691</c:v>
                </c:pt>
                <c:pt idx="853">
                  <c:v>0.270816983779271</c:v>
                </c:pt>
                <c:pt idx="854">
                  <c:v>0.275919093688329</c:v>
                </c:pt>
                <c:pt idx="855">
                  <c:v>0.277733460068703</c:v>
                </c:pt>
                <c:pt idx="856">
                  <c:v>0.279590639968713</c:v>
                </c:pt>
                <c:pt idx="857">
                  <c:v>0.283383224904537</c:v>
                </c:pt>
                <c:pt idx="858">
                  <c:v>0.281531048814456</c:v>
                </c:pt>
                <c:pt idx="859">
                  <c:v>0.281723970174789</c:v>
                </c:pt>
                <c:pt idx="860">
                  <c:v>0.285884253680706</c:v>
                </c:pt>
                <c:pt idx="861">
                  <c:v>0.286820393800735</c:v>
                </c:pt>
                <c:pt idx="862">
                  <c:v>0.287047184507052</c:v>
                </c:pt>
                <c:pt idx="863">
                  <c:v>0.286385613679886</c:v>
                </c:pt>
                <c:pt idx="864">
                  <c:v>0.286757259070873</c:v>
                </c:pt>
                <c:pt idx="865">
                  <c:v>0.286594379941622</c:v>
                </c:pt>
                <c:pt idx="866">
                  <c:v>0.289206368724505</c:v>
                </c:pt>
                <c:pt idx="867">
                  <c:v>0.290148060023785</c:v>
                </c:pt>
                <c:pt idx="868">
                  <c:v>0.290021948019663</c:v>
                </c:pt>
                <c:pt idx="869">
                  <c:v>0.297200961410999</c:v>
                </c:pt>
                <c:pt idx="870">
                  <c:v>0.29977775812149</c:v>
                </c:pt>
                <c:pt idx="871">
                  <c:v>0.300802311301231</c:v>
                </c:pt>
                <c:pt idx="872">
                  <c:v>0.30173241297404</c:v>
                </c:pt>
                <c:pt idx="873">
                  <c:v>0.300781641900539</c:v>
                </c:pt>
                <c:pt idx="874">
                  <c:v>0.301920246084531</c:v>
                </c:pt>
                <c:pt idx="875">
                  <c:v>0.304246575136979</c:v>
                </c:pt>
                <c:pt idx="876">
                  <c:v>0.304210178554058</c:v>
                </c:pt>
                <c:pt idx="877">
                  <c:v>0.304589965939522</c:v>
                </c:pt>
                <c:pt idx="878">
                  <c:v>0.304914289216201</c:v>
                </c:pt>
                <c:pt idx="879">
                  <c:v>0.30657509714365</c:v>
                </c:pt>
                <c:pt idx="880">
                  <c:v>0.307970405121644</c:v>
                </c:pt>
                <c:pt idx="881">
                  <c:v>0.308842956026395</c:v>
                </c:pt>
                <c:pt idx="882">
                  <c:v>0.309345109264056</c:v>
                </c:pt>
                <c:pt idx="883">
                  <c:v>0.31135987341404</c:v>
                </c:pt>
                <c:pt idx="884">
                  <c:v>0.314192360142867</c:v>
                </c:pt>
                <c:pt idx="885">
                  <c:v>0.310498035450776</c:v>
                </c:pt>
                <c:pt idx="886">
                  <c:v>0.291873997449875</c:v>
                </c:pt>
                <c:pt idx="887">
                  <c:v>0.284510197242101</c:v>
                </c:pt>
                <c:pt idx="888">
                  <c:v>0.264099310835203</c:v>
                </c:pt>
                <c:pt idx="889">
                  <c:v>0.23005312581857</c:v>
                </c:pt>
                <c:pt idx="890">
                  <c:v>0.207268156607946</c:v>
                </c:pt>
                <c:pt idx="891">
                  <c:v>0.183626307795445</c:v>
                </c:pt>
                <c:pt idx="892">
                  <c:v>0.163362570106983</c:v>
                </c:pt>
                <c:pt idx="893">
                  <c:v>0.150980806102355</c:v>
                </c:pt>
                <c:pt idx="894">
                  <c:v>0.144283060729504</c:v>
                </c:pt>
                <c:pt idx="895">
                  <c:v>0.134877385323246</c:v>
                </c:pt>
                <c:pt idx="896">
                  <c:v>0.132436410337687</c:v>
                </c:pt>
                <c:pt idx="897">
                  <c:v>0.130178880194823</c:v>
                </c:pt>
                <c:pt idx="898">
                  <c:v>0.128561360388994</c:v>
                </c:pt>
                <c:pt idx="899">
                  <c:v>0.121274237334728</c:v>
                </c:pt>
                <c:pt idx="900">
                  <c:v>0.118947755048672</c:v>
                </c:pt>
                <c:pt idx="901">
                  <c:v>0.118370674426357</c:v>
                </c:pt>
                <c:pt idx="902">
                  <c:v>0.113769574090838</c:v>
                </c:pt>
                <c:pt idx="903">
                  <c:v>0.110274799664815</c:v>
                </c:pt>
                <c:pt idx="904">
                  <c:v>0.105235108609001</c:v>
                </c:pt>
                <c:pt idx="905">
                  <c:v>0.102372781187296</c:v>
                </c:pt>
                <c:pt idx="906">
                  <c:v>0.10226914472878</c:v>
                </c:pt>
                <c:pt idx="907">
                  <c:v>0.101798036197821</c:v>
                </c:pt>
                <c:pt idx="908">
                  <c:v>0.0973997715860605</c:v>
                </c:pt>
                <c:pt idx="909">
                  <c:v>0.0919074856986602</c:v>
                </c:pt>
                <c:pt idx="910">
                  <c:v>0.0895658397426208</c:v>
                </c:pt>
                <c:pt idx="911">
                  <c:v>0.0858582306653261</c:v>
                </c:pt>
                <c:pt idx="912">
                  <c:v>0.0832631005595128</c:v>
                </c:pt>
                <c:pt idx="913">
                  <c:v>0.0867646485567093</c:v>
                </c:pt>
                <c:pt idx="914">
                  <c:v>0.0850442230701447</c:v>
                </c:pt>
                <c:pt idx="915">
                  <c:v>0.0832225931187471</c:v>
                </c:pt>
                <c:pt idx="916">
                  <c:v>0.082101924965779</c:v>
                </c:pt>
                <c:pt idx="917">
                  <c:v>0.0816829532384872</c:v>
                </c:pt>
                <c:pt idx="918">
                  <c:v>0.0845781656603018</c:v>
                </c:pt>
                <c:pt idx="919">
                  <c:v>0.0849836605290572</c:v>
                </c:pt>
                <c:pt idx="920">
                  <c:v>0.0833628394951423</c:v>
                </c:pt>
                <c:pt idx="921">
                  <c:v>0.079021214072903</c:v>
                </c:pt>
                <c:pt idx="922">
                  <c:v>0.0802590124309063</c:v>
                </c:pt>
                <c:pt idx="923">
                  <c:v>0.0768075068791707</c:v>
                </c:pt>
                <c:pt idx="924">
                  <c:v>0.0775224950785438</c:v>
                </c:pt>
                <c:pt idx="925">
                  <c:v>0.0771642225484053</c:v>
                </c:pt>
                <c:pt idx="926">
                  <c:v>0.079037098462383</c:v>
                </c:pt>
                <c:pt idx="927">
                  <c:v>0.0782940048103531</c:v>
                </c:pt>
                <c:pt idx="928">
                  <c:v>0.0795105138793588</c:v>
                </c:pt>
                <c:pt idx="929">
                  <c:v>0.0777638559540113</c:v>
                </c:pt>
                <c:pt idx="930">
                  <c:v>0.0803189845755696</c:v>
                </c:pt>
                <c:pt idx="931">
                  <c:v>0.0838876480857531</c:v>
                </c:pt>
                <c:pt idx="932">
                  <c:v>0.0814211388429006</c:v>
                </c:pt>
                <c:pt idx="933">
                  <c:v>0.0798494218538205</c:v>
                </c:pt>
                <c:pt idx="934">
                  <c:v>0.0817241216699282</c:v>
                </c:pt>
                <c:pt idx="935">
                  <c:v>0.082495849703749</c:v>
                </c:pt>
                <c:pt idx="936">
                  <c:v>0.0826758101582527</c:v>
                </c:pt>
                <c:pt idx="937">
                  <c:v>0.08404346331954</c:v>
                </c:pt>
                <c:pt idx="938">
                  <c:v>0.0860520675157507</c:v>
                </c:pt>
                <c:pt idx="939">
                  <c:v>0.083014311393102</c:v>
                </c:pt>
                <c:pt idx="940">
                  <c:v>0.0796204672505458</c:v>
                </c:pt>
                <c:pt idx="941">
                  <c:v>0.0737344696496924</c:v>
                </c:pt>
                <c:pt idx="942">
                  <c:v>0.0760979978988568</c:v>
                </c:pt>
                <c:pt idx="943">
                  <c:v>0.0754595474650463</c:v>
                </c:pt>
                <c:pt idx="944">
                  <c:v>0.0768013858546813</c:v>
                </c:pt>
                <c:pt idx="945">
                  <c:v>0.0812623190383116</c:v>
                </c:pt>
                <c:pt idx="946">
                  <c:v>0.0848936956996719</c:v>
                </c:pt>
                <c:pt idx="947">
                  <c:v>0.0818997484321396</c:v>
                </c:pt>
                <c:pt idx="948">
                  <c:v>0.082506121446689</c:v>
                </c:pt>
                <c:pt idx="949">
                  <c:v>0.0802498751630386</c:v>
                </c:pt>
                <c:pt idx="950">
                  <c:v>0.0797684601818522</c:v>
                </c:pt>
                <c:pt idx="951">
                  <c:v>0.0821700771028797</c:v>
                </c:pt>
                <c:pt idx="952">
                  <c:v>0.0786631036549807</c:v>
                </c:pt>
                <c:pt idx="953">
                  <c:v>0.0783266657963395</c:v>
                </c:pt>
                <c:pt idx="954">
                  <c:v>0.0767769606163104</c:v>
                </c:pt>
                <c:pt idx="955">
                  <c:v>0.0779225032776594</c:v>
                </c:pt>
                <c:pt idx="956">
                  <c:v>0.0730878904461861</c:v>
                </c:pt>
                <c:pt idx="957">
                  <c:v>0.0688167210668325</c:v>
                </c:pt>
                <c:pt idx="958">
                  <c:v>0.0643321119869749</c:v>
                </c:pt>
                <c:pt idx="959">
                  <c:v>0.0628980251029134</c:v>
                </c:pt>
                <c:pt idx="960">
                  <c:v>0.066427310804526</c:v>
                </c:pt>
                <c:pt idx="961">
                  <c:v>0.0641339388365547</c:v>
                </c:pt>
                <c:pt idx="962">
                  <c:v>0.0672711064418157</c:v>
                </c:pt>
                <c:pt idx="963">
                  <c:v>0.0699378887812297</c:v>
                </c:pt>
                <c:pt idx="964">
                  <c:v>0.0684378250191609</c:v>
                </c:pt>
                <c:pt idx="965">
                  <c:v>0.0692683347811302</c:v>
                </c:pt>
                <c:pt idx="966">
                  <c:v>0.0691624643591543</c:v>
                </c:pt>
                <c:pt idx="967">
                  <c:v>0.0707697561942041</c:v>
                </c:pt>
                <c:pt idx="968">
                  <c:v>0.0703930237020055</c:v>
                </c:pt>
                <c:pt idx="969">
                  <c:v>0.06894511282444</c:v>
                </c:pt>
                <c:pt idx="970">
                  <c:v>0.0669710181032618</c:v>
                </c:pt>
                <c:pt idx="971">
                  <c:v>0.0664419860268633</c:v>
                </c:pt>
                <c:pt idx="972">
                  <c:v>0.0678602147847414</c:v>
                </c:pt>
                <c:pt idx="973">
                  <c:v>0.0668897037083904</c:v>
                </c:pt>
                <c:pt idx="974">
                  <c:v>0.0652483008801937</c:v>
                </c:pt>
                <c:pt idx="975">
                  <c:v>0.0637832580755154</c:v>
                </c:pt>
                <c:pt idx="976">
                  <c:v>0.0629344750816623</c:v>
                </c:pt>
                <c:pt idx="977">
                  <c:v>0.0566079184412956</c:v>
                </c:pt>
                <c:pt idx="978">
                  <c:v>0.0551355112033586</c:v>
                </c:pt>
                <c:pt idx="979">
                  <c:v>0.0537412905755142</c:v>
                </c:pt>
                <c:pt idx="980">
                  <c:v>0.0530062007096906</c:v>
                </c:pt>
                <c:pt idx="981">
                  <c:v>0.0564941172798475</c:v>
                </c:pt>
                <c:pt idx="982">
                  <c:v>0.0542531878687441</c:v>
                </c:pt>
                <c:pt idx="983">
                  <c:v>0.0556482503811518</c:v>
                </c:pt>
                <c:pt idx="984">
                  <c:v>0.0534881964946787</c:v>
                </c:pt>
                <c:pt idx="985">
                  <c:v>0.0562383155648907</c:v>
                </c:pt>
                <c:pt idx="986">
                  <c:v>0.0561749049772819</c:v>
                </c:pt>
                <c:pt idx="987">
                  <c:v>0.0577158506338795</c:v>
                </c:pt>
                <c:pt idx="988">
                  <c:v>0.0569662551706036</c:v>
                </c:pt>
                <c:pt idx="989">
                  <c:v>0.0595535456823806</c:v>
                </c:pt>
                <c:pt idx="990">
                  <c:v>0.0574308067249755</c:v>
                </c:pt>
                <c:pt idx="991">
                  <c:v>0.0545295459839205</c:v>
                </c:pt>
                <c:pt idx="992">
                  <c:v>0.0541634119736652</c:v>
                </c:pt>
                <c:pt idx="993">
                  <c:v>0.0512396749729912</c:v>
                </c:pt>
                <c:pt idx="994">
                  <c:v>0.0519099062929551</c:v>
                </c:pt>
                <c:pt idx="995">
                  <c:v>0.0520320449645321</c:v>
                </c:pt>
                <c:pt idx="996">
                  <c:v>0.0521649945527315</c:v>
                </c:pt>
                <c:pt idx="997">
                  <c:v>0.0510807045735419</c:v>
                </c:pt>
                <c:pt idx="998">
                  <c:v>0.0532007593351106</c:v>
                </c:pt>
                <c:pt idx="999">
                  <c:v>0.0527793662001689</c:v>
                </c:pt>
                <c:pt idx="1000">
                  <c:v>0.0498645200083653</c:v>
                </c:pt>
                <c:pt idx="1001">
                  <c:v>0.0490817868461212</c:v>
                </c:pt>
                <c:pt idx="1002">
                  <c:v>0.0480747876067956</c:v>
                </c:pt>
                <c:pt idx="1003">
                  <c:v>0.0498636797380944</c:v>
                </c:pt>
                <c:pt idx="1004">
                  <c:v>0.0494273572073628</c:v>
                </c:pt>
                <c:pt idx="1005">
                  <c:v>0.0498334555110584</c:v>
                </c:pt>
                <c:pt idx="1006">
                  <c:v>0.050202672664697</c:v>
                </c:pt>
                <c:pt idx="1007">
                  <c:v>0.0466582857538015</c:v>
                </c:pt>
                <c:pt idx="1008">
                  <c:v>0.0456289647845551</c:v>
                </c:pt>
                <c:pt idx="1009">
                  <c:v>0.0464103822829202</c:v>
                </c:pt>
                <c:pt idx="1010">
                  <c:v>0.0459906816094493</c:v>
                </c:pt>
                <c:pt idx="1011">
                  <c:v>0.0452483844865734</c:v>
                </c:pt>
                <c:pt idx="1012">
                  <c:v>0.0469279595883563</c:v>
                </c:pt>
                <c:pt idx="1013">
                  <c:v>0.0469712398791065</c:v>
                </c:pt>
                <c:pt idx="1014">
                  <c:v>0.044495174048158</c:v>
                </c:pt>
                <c:pt idx="1015">
                  <c:v>0.0450083501714592</c:v>
                </c:pt>
                <c:pt idx="1016">
                  <c:v>0.0441789713998636</c:v>
                </c:pt>
                <c:pt idx="1017">
                  <c:v>0.0447545694808165</c:v>
                </c:pt>
                <c:pt idx="1018">
                  <c:v>0.0443652499467134</c:v>
                </c:pt>
                <c:pt idx="1019">
                  <c:v>0.0423326638061553</c:v>
                </c:pt>
                <c:pt idx="1020">
                  <c:v>0.0418191865008945</c:v>
                </c:pt>
                <c:pt idx="1021">
                  <c:v>0.0423072229372337</c:v>
                </c:pt>
                <c:pt idx="1022">
                  <c:v>0.0428647968141983</c:v>
                </c:pt>
                <c:pt idx="1023">
                  <c:v>0.04309134047168</c:v>
                </c:pt>
                <c:pt idx="1024">
                  <c:v>0.0442006714642048</c:v>
                </c:pt>
                <c:pt idx="1025">
                  <c:v>0.0430367564472059</c:v>
                </c:pt>
                <c:pt idx="1026">
                  <c:v>0.046609285629044</c:v>
                </c:pt>
                <c:pt idx="1027">
                  <c:v>0.0459523563894133</c:v>
                </c:pt>
                <c:pt idx="1028">
                  <c:v>0.0443143613946935</c:v>
                </c:pt>
                <c:pt idx="1029">
                  <c:v>0.0435267867520452</c:v>
                </c:pt>
                <c:pt idx="1030">
                  <c:v>0.0428578818527361</c:v>
                </c:pt>
                <c:pt idx="1031">
                  <c:v>0.0417886620697876</c:v>
                </c:pt>
                <c:pt idx="1032">
                  <c:v>0.0412080899812281</c:v>
                </c:pt>
                <c:pt idx="1033">
                  <c:v>0.0397795646761855</c:v>
                </c:pt>
                <c:pt idx="1034">
                  <c:v>0.0400689780091246</c:v>
                </c:pt>
                <c:pt idx="1035">
                  <c:v>0.0398672476410866</c:v>
                </c:pt>
                <c:pt idx="1036">
                  <c:v>0.0411848781009515</c:v>
                </c:pt>
                <c:pt idx="1037">
                  <c:v>0.0426222035040458</c:v>
                </c:pt>
                <c:pt idx="1038">
                  <c:v>0.0413907458384832</c:v>
                </c:pt>
                <c:pt idx="1039">
                  <c:v>0.0404196258634329</c:v>
                </c:pt>
                <c:pt idx="1040">
                  <c:v>0.0403592087328434</c:v>
                </c:pt>
                <c:pt idx="1041">
                  <c:v>0.039536320262899</c:v>
                </c:pt>
                <c:pt idx="1042">
                  <c:v>0.0387658632205178</c:v>
                </c:pt>
                <c:pt idx="1043">
                  <c:v>0.0370779869767527</c:v>
                </c:pt>
                <c:pt idx="1044">
                  <c:v>0.0368828918163975</c:v>
                </c:pt>
                <c:pt idx="1045">
                  <c:v>0.0387139848122994</c:v>
                </c:pt>
                <c:pt idx="1046">
                  <c:v>0.040398365437674</c:v>
                </c:pt>
                <c:pt idx="1047">
                  <c:v>0.0389370353504395</c:v>
                </c:pt>
                <c:pt idx="1048">
                  <c:v>0.0379281165931995</c:v>
                </c:pt>
                <c:pt idx="1049">
                  <c:v>0.0373332482762635</c:v>
                </c:pt>
                <c:pt idx="1050">
                  <c:v>0.0367800878050427</c:v>
                </c:pt>
                <c:pt idx="1051">
                  <c:v>0.0374171142000705</c:v>
                </c:pt>
                <c:pt idx="1052">
                  <c:v>0.0347078602295369</c:v>
                </c:pt>
                <c:pt idx="1053">
                  <c:v>0.0332324127977093</c:v>
                </c:pt>
                <c:pt idx="1054">
                  <c:v>0.0335056530001263</c:v>
                </c:pt>
                <c:pt idx="1055">
                  <c:v>0.0321201790434619</c:v>
                </c:pt>
                <c:pt idx="1056">
                  <c:v>0.0301409476747115</c:v>
                </c:pt>
                <c:pt idx="1057">
                  <c:v>0.0290750715415925</c:v>
                </c:pt>
                <c:pt idx="1058">
                  <c:v>0.028850785875693</c:v>
                </c:pt>
                <c:pt idx="1059">
                  <c:v>0.0282082306842009</c:v>
                </c:pt>
                <c:pt idx="1060">
                  <c:v>0.0289047238882631</c:v>
                </c:pt>
                <c:pt idx="1061">
                  <c:v>0.0279140666282425</c:v>
                </c:pt>
                <c:pt idx="1062">
                  <c:v>0.0270276974653825</c:v>
                </c:pt>
                <c:pt idx="1063">
                  <c:v>0.0268683315642799</c:v>
                </c:pt>
                <c:pt idx="1064">
                  <c:v>0.0261949523255074</c:v>
                </c:pt>
                <c:pt idx="1065">
                  <c:v>0.0251125980090971</c:v>
                </c:pt>
                <c:pt idx="1066">
                  <c:v>0.0241750844987109</c:v>
                </c:pt>
                <c:pt idx="1067">
                  <c:v>0.0229023558708529</c:v>
                </c:pt>
                <c:pt idx="1068">
                  <c:v>0.0215096420918902</c:v>
                </c:pt>
                <c:pt idx="1069">
                  <c:v>0.0202543844546502</c:v>
                </c:pt>
                <c:pt idx="1070">
                  <c:v>0.0203719383028025</c:v>
                </c:pt>
                <c:pt idx="1071">
                  <c:v>0.0207612839139377</c:v>
                </c:pt>
                <c:pt idx="1072">
                  <c:v>0.0226343612419441</c:v>
                </c:pt>
                <c:pt idx="1073">
                  <c:v>0.0233740763040259</c:v>
                </c:pt>
                <c:pt idx="1074">
                  <c:v>0.0228978882310912</c:v>
                </c:pt>
                <c:pt idx="1075">
                  <c:v>0.0225962729658932</c:v>
                </c:pt>
                <c:pt idx="1076">
                  <c:v>0.0220542212637762</c:v>
                </c:pt>
                <c:pt idx="1077">
                  <c:v>0.0222948696929961</c:v>
                </c:pt>
                <c:pt idx="1078">
                  <c:v>0.0244473504989097</c:v>
                </c:pt>
                <c:pt idx="1079">
                  <c:v>0.0232387572682152</c:v>
                </c:pt>
                <c:pt idx="1080">
                  <c:v>0.0227415390778333</c:v>
                </c:pt>
                <c:pt idx="1081">
                  <c:v>0.0226093950526168</c:v>
                </c:pt>
                <c:pt idx="1082">
                  <c:v>0.0225195196224377</c:v>
                </c:pt>
                <c:pt idx="1083">
                  <c:v>0.0239332044031471</c:v>
                </c:pt>
                <c:pt idx="1084">
                  <c:v>0.0235127771816527</c:v>
                </c:pt>
                <c:pt idx="1085">
                  <c:v>0.0231921056518331</c:v>
                </c:pt>
                <c:pt idx="1086">
                  <c:v>0.021984687129346</c:v>
                </c:pt>
                <c:pt idx="1087">
                  <c:v>0.0220382382996225</c:v>
                </c:pt>
                <c:pt idx="1088">
                  <c:v>0.0222848858742509</c:v>
                </c:pt>
                <c:pt idx="1089">
                  <c:v>0.022249449841911</c:v>
                </c:pt>
                <c:pt idx="1090">
                  <c:v>0.021951126359636</c:v>
                </c:pt>
                <c:pt idx="1091">
                  <c:v>0.0213075180285765</c:v>
                </c:pt>
                <c:pt idx="1092">
                  <c:v>0.0211972690556043</c:v>
                </c:pt>
                <c:pt idx="1093">
                  <c:v>0.0219201838500643</c:v>
                </c:pt>
                <c:pt idx="1094">
                  <c:v>0.0226744990854058</c:v>
                </c:pt>
                <c:pt idx="1095">
                  <c:v>0.0207455954417431</c:v>
                </c:pt>
                <c:pt idx="1096">
                  <c:v>0.0210718136494203</c:v>
                </c:pt>
                <c:pt idx="1097">
                  <c:v>0.0208581247580393</c:v>
                </c:pt>
                <c:pt idx="1098">
                  <c:v>0.0199754101282451</c:v>
                </c:pt>
                <c:pt idx="1099">
                  <c:v>0.0200183208003485</c:v>
                </c:pt>
                <c:pt idx="1100">
                  <c:v>0.0186222634181225</c:v>
                </c:pt>
                <c:pt idx="1101">
                  <c:v>0.0179985303334737</c:v>
                </c:pt>
                <c:pt idx="1102">
                  <c:v>0.0176697129597111</c:v>
                </c:pt>
                <c:pt idx="1103">
                  <c:v>0.0180519941418121</c:v>
                </c:pt>
                <c:pt idx="1104">
                  <c:v>0.0181078910206755</c:v>
                </c:pt>
                <c:pt idx="1105">
                  <c:v>0.0188583041618889</c:v>
                </c:pt>
                <c:pt idx="1106">
                  <c:v>0.0188915142556652</c:v>
                </c:pt>
                <c:pt idx="1107">
                  <c:v>0.0182005373683448</c:v>
                </c:pt>
                <c:pt idx="1108">
                  <c:v>0.0185245959864308</c:v>
                </c:pt>
                <c:pt idx="1109">
                  <c:v>0.016964733088389</c:v>
                </c:pt>
                <c:pt idx="1110">
                  <c:v>0.0165964318672195</c:v>
                </c:pt>
                <c:pt idx="1111">
                  <c:v>0.0158977649407461</c:v>
                </c:pt>
                <c:pt idx="1112">
                  <c:v>0.0154912082400794</c:v>
                </c:pt>
                <c:pt idx="1113">
                  <c:v>0.0146147963280479</c:v>
                </c:pt>
                <c:pt idx="1114">
                  <c:v>0.0159756588594367</c:v>
                </c:pt>
                <c:pt idx="1115">
                  <c:v>0.0156428455763186</c:v>
                </c:pt>
                <c:pt idx="1116">
                  <c:v>0.0154169707326218</c:v>
                </c:pt>
                <c:pt idx="1117">
                  <c:v>0.0165067800049049</c:v>
                </c:pt>
                <c:pt idx="1118">
                  <c:v>0.0148877870524302</c:v>
                </c:pt>
                <c:pt idx="1119">
                  <c:v>0.015611577189217</c:v>
                </c:pt>
                <c:pt idx="1120">
                  <c:v>0.0149537316057831</c:v>
                </c:pt>
                <c:pt idx="1121">
                  <c:v>0.0159352954321851</c:v>
                </c:pt>
                <c:pt idx="1122">
                  <c:v>0.0159185402599784</c:v>
                </c:pt>
                <c:pt idx="1123">
                  <c:v>0.0180376582313329</c:v>
                </c:pt>
                <c:pt idx="1124">
                  <c:v>0.0172308509626115</c:v>
                </c:pt>
                <c:pt idx="1125">
                  <c:v>0.0165765317234521</c:v>
                </c:pt>
                <c:pt idx="1126">
                  <c:v>0.0168274167381848</c:v>
                </c:pt>
                <c:pt idx="1127">
                  <c:v>0.0154326115967706</c:v>
                </c:pt>
                <c:pt idx="1128">
                  <c:v>0.0157469960628077</c:v>
                </c:pt>
                <c:pt idx="1129">
                  <c:v>0.0155659879014517</c:v>
                </c:pt>
                <c:pt idx="1130">
                  <c:v>0.0147188886146372</c:v>
                </c:pt>
                <c:pt idx="1131">
                  <c:v>0.0165084547440832</c:v>
                </c:pt>
                <c:pt idx="1132">
                  <c:v>0.0167251742910594</c:v>
                </c:pt>
                <c:pt idx="1133">
                  <c:v>0.0162362083559856</c:v>
                </c:pt>
                <c:pt idx="1134">
                  <c:v>0.0166551251352454</c:v>
                </c:pt>
                <c:pt idx="1135">
                  <c:v>0.0171741664564858</c:v>
                </c:pt>
                <c:pt idx="1136">
                  <c:v>0.0153627105833342</c:v>
                </c:pt>
                <c:pt idx="1137">
                  <c:v>0.014422705086569</c:v>
                </c:pt>
                <c:pt idx="1138">
                  <c:v>0.0144900048151612</c:v>
                </c:pt>
                <c:pt idx="1139">
                  <c:v>0.013657458863842</c:v>
                </c:pt>
                <c:pt idx="1140">
                  <c:v>0.0137559394352138</c:v>
                </c:pt>
                <c:pt idx="1141">
                  <c:v>0.0130095354669417</c:v>
                </c:pt>
                <c:pt idx="1142">
                  <c:v>0.0127531373019641</c:v>
                </c:pt>
                <c:pt idx="1143">
                  <c:v>0.0131035077385604</c:v>
                </c:pt>
                <c:pt idx="1144">
                  <c:v>0.0108156749124949</c:v>
                </c:pt>
                <c:pt idx="1145">
                  <c:v>0.0088670150997738</c:v>
                </c:pt>
                <c:pt idx="1146">
                  <c:v>0.00863705564212675</c:v>
                </c:pt>
                <c:pt idx="1147">
                  <c:v>0.00718679220493262</c:v>
                </c:pt>
                <c:pt idx="1148">
                  <c:v>0.00874905715463683</c:v>
                </c:pt>
                <c:pt idx="1149">
                  <c:v>0.00861182630760595</c:v>
                </c:pt>
                <c:pt idx="1150">
                  <c:v>0.00515093844151124</c:v>
                </c:pt>
                <c:pt idx="1151">
                  <c:v>0.00267376818616564</c:v>
                </c:pt>
                <c:pt idx="1152">
                  <c:v>0.0021033909288235</c:v>
                </c:pt>
                <c:pt idx="1153">
                  <c:v>0.00222462906967849</c:v>
                </c:pt>
                <c:pt idx="1154">
                  <c:v>0.0019009590575782</c:v>
                </c:pt>
                <c:pt idx="1155">
                  <c:v>0.00194773498224095</c:v>
                </c:pt>
                <c:pt idx="1156">
                  <c:v>0.00286440326599404</c:v>
                </c:pt>
                <c:pt idx="1157">
                  <c:v>0.00222851629757012</c:v>
                </c:pt>
                <c:pt idx="1158">
                  <c:v>0.00233680941164494</c:v>
                </c:pt>
                <c:pt idx="1159">
                  <c:v>0.00233680941164494</c:v>
                </c:pt>
                <c:pt idx="1160">
                  <c:v>0.00265272288427999</c:v>
                </c:pt>
                <c:pt idx="1161">
                  <c:v>0.00226157735257099</c:v>
                </c:pt>
                <c:pt idx="1162">
                  <c:v>0.00214502606540918</c:v>
                </c:pt>
                <c:pt idx="1163">
                  <c:v>0.00203167657212665</c:v>
                </c:pt>
                <c:pt idx="1164">
                  <c:v>0.00248590873088688</c:v>
                </c:pt>
                <c:pt idx="1165">
                  <c:v>0.00100361807271838</c:v>
                </c:pt>
                <c:pt idx="1166">
                  <c:v>0.00100245721017321</c:v>
                </c:pt>
                <c:pt idx="1167">
                  <c:v>0.000710235380878051</c:v>
                </c:pt>
                <c:pt idx="1168">
                  <c:v>0.000933151040226221</c:v>
                </c:pt>
                <c:pt idx="1169">
                  <c:v>0.000799023569561541</c:v>
                </c:pt>
                <c:pt idx="1170">
                  <c:v>0.00137754886721571</c:v>
                </c:pt>
                <c:pt idx="1171">
                  <c:v>0.0013244382571429</c:v>
                </c:pt>
                <c:pt idx="1172">
                  <c:v>0.00116702908805261</c:v>
                </c:pt>
                <c:pt idx="1173">
                  <c:v>0.000935631028066079</c:v>
                </c:pt>
                <c:pt idx="1174">
                  <c:v>0.000860048294998705</c:v>
                </c:pt>
                <c:pt idx="1175">
                  <c:v>0.00107835490101327</c:v>
                </c:pt>
                <c:pt idx="1176">
                  <c:v>0.00114273900787036</c:v>
                </c:pt>
                <c:pt idx="1177">
                  <c:v>0.00130751494628688</c:v>
                </c:pt>
                <c:pt idx="1178">
                  <c:v>0.00133841098286211</c:v>
                </c:pt>
                <c:pt idx="1179">
                  <c:v>0.00100001513492316</c:v>
                </c:pt>
                <c:pt idx="1180">
                  <c:v>0.00100001513492316</c:v>
                </c:pt>
                <c:pt idx="1181">
                  <c:v>0.00100999989857276</c:v>
                </c:pt>
                <c:pt idx="1182">
                  <c:v>0.000555767739812533</c:v>
                </c:pt>
                <c:pt idx="1183">
                  <c:v>0.000555767739812533</c:v>
                </c:pt>
                <c:pt idx="1184">
                  <c:v>0.00106686471650998</c:v>
                </c:pt>
                <c:pt idx="1185">
                  <c:v>0.00160638575131694</c:v>
                </c:pt>
                <c:pt idx="1186">
                  <c:v>0.00152331695426255</c:v>
                </c:pt>
                <c:pt idx="1187">
                  <c:v>0.00154954843067875</c:v>
                </c:pt>
                <c:pt idx="1188">
                  <c:v>0.00159889968732993</c:v>
                </c:pt>
                <c:pt idx="1189">
                  <c:v>0.00105937865252296</c:v>
                </c:pt>
                <c:pt idx="1190">
                  <c:v>0.0016905608586967</c:v>
                </c:pt>
                <c:pt idx="1191">
                  <c:v>0.00153529175246755</c:v>
                </c:pt>
                <c:pt idx="1192">
                  <c:v>0.00174801555306961</c:v>
                </c:pt>
                <c:pt idx="1193">
                  <c:v>0.00174801555306961</c:v>
                </c:pt>
                <c:pt idx="1194">
                  <c:v>0.00141985824060005</c:v>
                </c:pt>
                <c:pt idx="1195">
                  <c:v>0.00187409046144846</c:v>
                </c:pt>
                <c:pt idx="1196">
                  <c:v>0.00187409046144846</c:v>
                </c:pt>
                <c:pt idx="1197">
                  <c:v>0.00175207745633088</c:v>
                </c:pt>
                <c:pt idx="1198">
                  <c:v>0.00118734773326044</c:v>
                </c:pt>
                <c:pt idx="1199">
                  <c:v>0.000969041142767916</c:v>
                </c:pt>
                <c:pt idx="1200">
                  <c:v>0.000526523764710873</c:v>
                </c:pt>
                <c:pt idx="1201">
                  <c:v>0.000526523764710873</c:v>
                </c:pt>
                <c:pt idx="1202">
                  <c:v>0.000526523764710873</c:v>
                </c:pt>
                <c:pt idx="1203">
                  <c:v>0.000800721634489795</c:v>
                </c:pt>
                <c:pt idx="1204">
                  <c:v>0.000860668742097914</c:v>
                </c:pt>
                <c:pt idx="1205">
                  <c:v>0.000860668742097914</c:v>
                </c:pt>
                <c:pt idx="1206">
                  <c:v>0.00127833196117232</c:v>
                </c:pt>
                <c:pt idx="1207">
                  <c:v>0.00119027871017655</c:v>
                </c:pt>
                <c:pt idx="1208">
                  <c:v>0.000940355115259687</c:v>
                </c:pt>
                <c:pt idx="1209">
                  <c:v>0.00101751878197926</c:v>
                </c:pt>
                <c:pt idx="1210">
                  <c:v>0.000799212175964688</c:v>
                </c:pt>
                <c:pt idx="1211">
                  <c:v>0.00106698684782411</c:v>
                </c:pt>
                <c:pt idx="1212">
                  <c:v>0.00108965047790358</c:v>
                </c:pt>
                <c:pt idx="1213">
                  <c:v>0.0010123848138998</c:v>
                </c:pt>
                <c:pt idx="1214">
                  <c:v>0.000955990740718941</c:v>
                </c:pt>
                <c:pt idx="1215">
                  <c:v>0.000584827394535144</c:v>
                </c:pt>
                <c:pt idx="1216">
                  <c:v>0.000584827394535144</c:v>
                </c:pt>
                <c:pt idx="1217">
                  <c:v>0.000584827394535144</c:v>
                </c:pt>
                <c:pt idx="1218">
                  <c:v>0.00115751721120129</c:v>
                </c:pt>
                <c:pt idx="1219">
                  <c:v>0.00183005597597609</c:v>
                </c:pt>
                <c:pt idx="1220">
                  <c:v>0.00144802412639062</c:v>
                </c:pt>
                <c:pt idx="1221">
                  <c:v>0.00134749803692102</c:v>
                </c:pt>
                <c:pt idx="1222">
                  <c:v>0.00100783826007197</c:v>
                </c:pt>
                <c:pt idx="1223">
                  <c:v>0.000890057743526995</c:v>
                </c:pt>
                <c:pt idx="1224">
                  <c:v>0.00103697602947553</c:v>
                </c:pt>
                <c:pt idx="1225">
                  <c:v>0.00149052427150309</c:v>
                </c:pt>
                <c:pt idx="1226">
                  <c:v>0.000914118144040306</c:v>
                </c:pt>
                <c:pt idx="1227">
                  <c:v>0.000947405075809608</c:v>
                </c:pt>
                <c:pt idx="1228">
                  <c:v>0.000777712910591314</c:v>
                </c:pt>
                <c:pt idx="1229">
                  <c:v>0.000841856844878445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收视率%-2/10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Sheet1!$A$2:$A$1231</c:f>
              <c:strCache>
                <c:ptCount val="1230"/>
                <c:pt idx="0">
                  <c:v>05:30</c:v>
                </c:pt>
                <c:pt idx="1">
                  <c:v>05:31</c:v>
                </c:pt>
                <c:pt idx="2">
                  <c:v>05:32</c:v>
                </c:pt>
                <c:pt idx="3">
                  <c:v>05:33</c:v>
                </c:pt>
                <c:pt idx="4">
                  <c:v>05:34</c:v>
                </c:pt>
                <c:pt idx="5">
                  <c:v>05:35</c:v>
                </c:pt>
                <c:pt idx="6">
                  <c:v>05:36</c:v>
                </c:pt>
                <c:pt idx="7">
                  <c:v>05:37</c:v>
                </c:pt>
                <c:pt idx="8">
                  <c:v>05:38</c:v>
                </c:pt>
                <c:pt idx="9">
                  <c:v>05:39</c:v>
                </c:pt>
                <c:pt idx="10">
                  <c:v>05:40</c:v>
                </c:pt>
                <c:pt idx="11">
                  <c:v>05:41</c:v>
                </c:pt>
                <c:pt idx="12">
                  <c:v>05:42</c:v>
                </c:pt>
                <c:pt idx="13">
                  <c:v>05:43</c:v>
                </c:pt>
                <c:pt idx="14">
                  <c:v>05:44</c:v>
                </c:pt>
                <c:pt idx="15">
                  <c:v>05:45</c:v>
                </c:pt>
                <c:pt idx="16">
                  <c:v>05:46</c:v>
                </c:pt>
                <c:pt idx="17">
                  <c:v>05:47</c:v>
                </c:pt>
                <c:pt idx="18">
                  <c:v>05:48</c:v>
                </c:pt>
                <c:pt idx="19">
                  <c:v>05:49</c:v>
                </c:pt>
                <c:pt idx="20">
                  <c:v>05:50</c:v>
                </c:pt>
                <c:pt idx="21">
                  <c:v>05:51</c:v>
                </c:pt>
                <c:pt idx="22">
                  <c:v>05:52</c:v>
                </c:pt>
                <c:pt idx="23">
                  <c:v>05:53</c:v>
                </c:pt>
                <c:pt idx="24">
                  <c:v>05:54</c:v>
                </c:pt>
                <c:pt idx="25">
                  <c:v>05:55</c:v>
                </c:pt>
                <c:pt idx="26">
                  <c:v>05:56</c:v>
                </c:pt>
                <c:pt idx="27">
                  <c:v>05:57</c:v>
                </c:pt>
                <c:pt idx="28">
                  <c:v>05:58</c:v>
                </c:pt>
                <c:pt idx="29">
                  <c:v>05:59</c:v>
                </c:pt>
                <c:pt idx="30">
                  <c:v>06:00</c:v>
                </c:pt>
                <c:pt idx="31">
                  <c:v>06:01</c:v>
                </c:pt>
                <c:pt idx="32">
                  <c:v>06:02</c:v>
                </c:pt>
                <c:pt idx="33">
                  <c:v>06:03</c:v>
                </c:pt>
                <c:pt idx="34">
                  <c:v>06:04</c:v>
                </c:pt>
                <c:pt idx="35">
                  <c:v>06:05</c:v>
                </c:pt>
                <c:pt idx="36">
                  <c:v>06:06</c:v>
                </c:pt>
                <c:pt idx="37">
                  <c:v>06:07</c:v>
                </c:pt>
                <c:pt idx="38">
                  <c:v>06:08</c:v>
                </c:pt>
                <c:pt idx="39">
                  <c:v>06:09</c:v>
                </c:pt>
                <c:pt idx="40">
                  <c:v>06:10</c:v>
                </c:pt>
                <c:pt idx="41">
                  <c:v>06:11</c:v>
                </c:pt>
                <c:pt idx="42">
                  <c:v>06:12</c:v>
                </c:pt>
                <c:pt idx="43">
                  <c:v>06:13</c:v>
                </c:pt>
                <c:pt idx="44">
                  <c:v>06:14</c:v>
                </c:pt>
                <c:pt idx="45">
                  <c:v>06:15</c:v>
                </c:pt>
                <c:pt idx="46">
                  <c:v>06:16</c:v>
                </c:pt>
                <c:pt idx="47">
                  <c:v>06:17</c:v>
                </c:pt>
                <c:pt idx="48">
                  <c:v>06:18</c:v>
                </c:pt>
                <c:pt idx="49">
                  <c:v>06:19</c:v>
                </c:pt>
                <c:pt idx="50">
                  <c:v>06:20</c:v>
                </c:pt>
                <c:pt idx="51">
                  <c:v>06:21</c:v>
                </c:pt>
                <c:pt idx="52">
                  <c:v>06:22</c:v>
                </c:pt>
                <c:pt idx="53">
                  <c:v>06:23</c:v>
                </c:pt>
                <c:pt idx="54">
                  <c:v>06:24</c:v>
                </c:pt>
                <c:pt idx="55">
                  <c:v>06:25</c:v>
                </c:pt>
                <c:pt idx="56">
                  <c:v>06:26</c:v>
                </c:pt>
                <c:pt idx="57">
                  <c:v>06:27</c:v>
                </c:pt>
                <c:pt idx="58">
                  <c:v>06:28</c:v>
                </c:pt>
                <c:pt idx="59">
                  <c:v>06:29</c:v>
                </c:pt>
                <c:pt idx="60">
                  <c:v>06:30</c:v>
                </c:pt>
                <c:pt idx="61">
                  <c:v>06:31</c:v>
                </c:pt>
                <c:pt idx="62">
                  <c:v>06:32</c:v>
                </c:pt>
                <c:pt idx="63">
                  <c:v>06:33</c:v>
                </c:pt>
                <c:pt idx="64">
                  <c:v>06:34</c:v>
                </c:pt>
                <c:pt idx="65">
                  <c:v>06:35</c:v>
                </c:pt>
                <c:pt idx="66">
                  <c:v>06:36</c:v>
                </c:pt>
                <c:pt idx="67">
                  <c:v>06:37</c:v>
                </c:pt>
                <c:pt idx="68">
                  <c:v>06:38</c:v>
                </c:pt>
                <c:pt idx="69">
                  <c:v>06:39</c:v>
                </c:pt>
                <c:pt idx="70">
                  <c:v>06:40</c:v>
                </c:pt>
                <c:pt idx="71">
                  <c:v>06:41</c:v>
                </c:pt>
                <c:pt idx="72">
                  <c:v>06:42</c:v>
                </c:pt>
                <c:pt idx="73">
                  <c:v>06:43</c:v>
                </c:pt>
                <c:pt idx="74">
                  <c:v>06:44</c:v>
                </c:pt>
                <c:pt idx="75">
                  <c:v>06:45</c:v>
                </c:pt>
                <c:pt idx="76">
                  <c:v>06:46</c:v>
                </c:pt>
                <c:pt idx="77">
                  <c:v>06:47</c:v>
                </c:pt>
                <c:pt idx="78">
                  <c:v>06:48</c:v>
                </c:pt>
                <c:pt idx="79">
                  <c:v>06:49</c:v>
                </c:pt>
                <c:pt idx="80">
                  <c:v>06:50</c:v>
                </c:pt>
                <c:pt idx="81">
                  <c:v>06:51</c:v>
                </c:pt>
                <c:pt idx="82">
                  <c:v>06:52</c:v>
                </c:pt>
                <c:pt idx="83">
                  <c:v>06:53</c:v>
                </c:pt>
                <c:pt idx="84">
                  <c:v>06:54</c:v>
                </c:pt>
                <c:pt idx="85">
                  <c:v>06:55</c:v>
                </c:pt>
                <c:pt idx="86">
                  <c:v>06:56</c:v>
                </c:pt>
                <c:pt idx="87">
                  <c:v>06:57</c:v>
                </c:pt>
                <c:pt idx="88">
                  <c:v>06:58</c:v>
                </c:pt>
                <c:pt idx="89">
                  <c:v>06:59</c:v>
                </c:pt>
                <c:pt idx="90">
                  <c:v>07:00</c:v>
                </c:pt>
                <c:pt idx="91">
                  <c:v>07:01</c:v>
                </c:pt>
                <c:pt idx="92">
                  <c:v>07:02</c:v>
                </c:pt>
                <c:pt idx="93">
                  <c:v>07:03</c:v>
                </c:pt>
                <c:pt idx="94">
                  <c:v>07:04</c:v>
                </c:pt>
                <c:pt idx="95">
                  <c:v>07:05</c:v>
                </c:pt>
                <c:pt idx="96">
                  <c:v>07:06</c:v>
                </c:pt>
                <c:pt idx="97">
                  <c:v>07:07</c:v>
                </c:pt>
                <c:pt idx="98">
                  <c:v>07:08</c:v>
                </c:pt>
                <c:pt idx="99">
                  <c:v>07:09</c:v>
                </c:pt>
                <c:pt idx="100">
                  <c:v>07:10</c:v>
                </c:pt>
                <c:pt idx="101">
                  <c:v>07:11</c:v>
                </c:pt>
                <c:pt idx="102">
                  <c:v>07:12</c:v>
                </c:pt>
                <c:pt idx="103">
                  <c:v>07:13</c:v>
                </c:pt>
                <c:pt idx="104">
                  <c:v>07:14</c:v>
                </c:pt>
                <c:pt idx="105">
                  <c:v>07:15</c:v>
                </c:pt>
                <c:pt idx="106">
                  <c:v>07:16</c:v>
                </c:pt>
                <c:pt idx="107">
                  <c:v>07:17</c:v>
                </c:pt>
                <c:pt idx="108">
                  <c:v>07:18</c:v>
                </c:pt>
                <c:pt idx="109">
                  <c:v>07:19</c:v>
                </c:pt>
                <c:pt idx="110">
                  <c:v>07:20</c:v>
                </c:pt>
                <c:pt idx="111">
                  <c:v>07:21</c:v>
                </c:pt>
                <c:pt idx="112">
                  <c:v>07:22</c:v>
                </c:pt>
                <c:pt idx="113">
                  <c:v>07:23</c:v>
                </c:pt>
                <c:pt idx="114">
                  <c:v>07:24</c:v>
                </c:pt>
                <c:pt idx="115">
                  <c:v>07:25</c:v>
                </c:pt>
                <c:pt idx="116">
                  <c:v>07:26</c:v>
                </c:pt>
                <c:pt idx="117">
                  <c:v>07:27</c:v>
                </c:pt>
                <c:pt idx="118">
                  <c:v>07:28</c:v>
                </c:pt>
                <c:pt idx="119">
                  <c:v>07:29</c:v>
                </c:pt>
                <c:pt idx="120">
                  <c:v>07:30</c:v>
                </c:pt>
                <c:pt idx="121">
                  <c:v>07:31</c:v>
                </c:pt>
                <c:pt idx="122">
                  <c:v>07:32</c:v>
                </c:pt>
                <c:pt idx="123">
                  <c:v>07:33</c:v>
                </c:pt>
                <c:pt idx="124">
                  <c:v>07:34</c:v>
                </c:pt>
                <c:pt idx="125">
                  <c:v>07:35</c:v>
                </c:pt>
                <c:pt idx="126">
                  <c:v>07:36</c:v>
                </c:pt>
                <c:pt idx="127">
                  <c:v>07:37</c:v>
                </c:pt>
                <c:pt idx="128">
                  <c:v>07:38</c:v>
                </c:pt>
                <c:pt idx="129">
                  <c:v>07:39</c:v>
                </c:pt>
                <c:pt idx="130">
                  <c:v>07:40</c:v>
                </c:pt>
                <c:pt idx="131">
                  <c:v>07:41</c:v>
                </c:pt>
                <c:pt idx="132">
                  <c:v>07:42</c:v>
                </c:pt>
                <c:pt idx="133">
                  <c:v>07:43</c:v>
                </c:pt>
                <c:pt idx="134">
                  <c:v>07:44</c:v>
                </c:pt>
                <c:pt idx="135">
                  <c:v>07:45</c:v>
                </c:pt>
                <c:pt idx="136">
                  <c:v>07:46</c:v>
                </c:pt>
                <c:pt idx="137">
                  <c:v>07:47</c:v>
                </c:pt>
                <c:pt idx="138">
                  <c:v>07:48</c:v>
                </c:pt>
                <c:pt idx="139">
                  <c:v>07:49</c:v>
                </c:pt>
                <c:pt idx="140">
                  <c:v>07:50</c:v>
                </c:pt>
                <c:pt idx="141">
                  <c:v>07:51</c:v>
                </c:pt>
                <c:pt idx="142">
                  <c:v>07:52</c:v>
                </c:pt>
                <c:pt idx="143">
                  <c:v>07:53</c:v>
                </c:pt>
                <c:pt idx="144">
                  <c:v>07:54</c:v>
                </c:pt>
                <c:pt idx="145">
                  <c:v>07:55</c:v>
                </c:pt>
                <c:pt idx="146">
                  <c:v>07:56</c:v>
                </c:pt>
                <c:pt idx="147">
                  <c:v>07:57</c:v>
                </c:pt>
                <c:pt idx="148">
                  <c:v>07:58</c:v>
                </c:pt>
                <c:pt idx="149">
                  <c:v>07:59</c:v>
                </c:pt>
                <c:pt idx="150">
                  <c:v>08:00</c:v>
                </c:pt>
                <c:pt idx="151">
                  <c:v>08:01</c:v>
                </c:pt>
                <c:pt idx="152">
                  <c:v>08:02</c:v>
                </c:pt>
                <c:pt idx="153">
                  <c:v>08:03</c:v>
                </c:pt>
                <c:pt idx="154">
                  <c:v>08:04</c:v>
                </c:pt>
                <c:pt idx="155">
                  <c:v>08:05</c:v>
                </c:pt>
                <c:pt idx="156">
                  <c:v>08:06</c:v>
                </c:pt>
                <c:pt idx="157">
                  <c:v>08:07</c:v>
                </c:pt>
                <c:pt idx="158">
                  <c:v>08:08</c:v>
                </c:pt>
                <c:pt idx="159">
                  <c:v>08:09</c:v>
                </c:pt>
                <c:pt idx="160">
                  <c:v>08:10</c:v>
                </c:pt>
                <c:pt idx="161">
                  <c:v>08:11</c:v>
                </c:pt>
                <c:pt idx="162">
                  <c:v>08:12</c:v>
                </c:pt>
                <c:pt idx="163">
                  <c:v>08:13</c:v>
                </c:pt>
                <c:pt idx="164">
                  <c:v>08:14</c:v>
                </c:pt>
                <c:pt idx="165">
                  <c:v>08:15</c:v>
                </c:pt>
                <c:pt idx="166">
                  <c:v>08:16</c:v>
                </c:pt>
                <c:pt idx="167">
                  <c:v>08:17</c:v>
                </c:pt>
                <c:pt idx="168">
                  <c:v>08:18</c:v>
                </c:pt>
                <c:pt idx="169">
                  <c:v>08:19</c:v>
                </c:pt>
                <c:pt idx="170">
                  <c:v>08:20</c:v>
                </c:pt>
                <c:pt idx="171">
                  <c:v>08:21</c:v>
                </c:pt>
                <c:pt idx="172">
                  <c:v>08:22</c:v>
                </c:pt>
                <c:pt idx="173">
                  <c:v>08:23</c:v>
                </c:pt>
                <c:pt idx="174">
                  <c:v>08:24</c:v>
                </c:pt>
                <c:pt idx="175">
                  <c:v>08:25</c:v>
                </c:pt>
                <c:pt idx="176">
                  <c:v>08:26</c:v>
                </c:pt>
                <c:pt idx="177">
                  <c:v>08:27</c:v>
                </c:pt>
                <c:pt idx="178">
                  <c:v>08:28</c:v>
                </c:pt>
                <c:pt idx="179">
                  <c:v>08:29</c:v>
                </c:pt>
                <c:pt idx="180">
                  <c:v>08:30</c:v>
                </c:pt>
                <c:pt idx="181">
                  <c:v>08:31</c:v>
                </c:pt>
                <c:pt idx="182">
                  <c:v>08:32</c:v>
                </c:pt>
                <c:pt idx="183">
                  <c:v>08:33</c:v>
                </c:pt>
                <c:pt idx="184">
                  <c:v>08:34</c:v>
                </c:pt>
                <c:pt idx="185">
                  <c:v>08:35</c:v>
                </c:pt>
                <c:pt idx="186">
                  <c:v>08:36</c:v>
                </c:pt>
                <c:pt idx="187">
                  <c:v>08:37</c:v>
                </c:pt>
                <c:pt idx="188">
                  <c:v>08:38</c:v>
                </c:pt>
                <c:pt idx="189">
                  <c:v>08:39</c:v>
                </c:pt>
                <c:pt idx="190">
                  <c:v>08:40</c:v>
                </c:pt>
                <c:pt idx="191">
                  <c:v>08:41</c:v>
                </c:pt>
                <c:pt idx="192">
                  <c:v>08:42</c:v>
                </c:pt>
                <c:pt idx="193">
                  <c:v>08:43</c:v>
                </c:pt>
                <c:pt idx="194">
                  <c:v>08:44</c:v>
                </c:pt>
                <c:pt idx="195">
                  <c:v>08:45</c:v>
                </c:pt>
                <c:pt idx="196">
                  <c:v>08:46</c:v>
                </c:pt>
                <c:pt idx="197">
                  <c:v>08:47</c:v>
                </c:pt>
                <c:pt idx="198">
                  <c:v>08:48</c:v>
                </c:pt>
                <c:pt idx="199">
                  <c:v>08:49</c:v>
                </c:pt>
                <c:pt idx="200">
                  <c:v>08:50</c:v>
                </c:pt>
                <c:pt idx="201">
                  <c:v>08:51</c:v>
                </c:pt>
                <c:pt idx="202">
                  <c:v>08:52</c:v>
                </c:pt>
                <c:pt idx="203">
                  <c:v>08:53</c:v>
                </c:pt>
                <c:pt idx="204">
                  <c:v>08:54</c:v>
                </c:pt>
                <c:pt idx="205">
                  <c:v>08:55</c:v>
                </c:pt>
                <c:pt idx="206">
                  <c:v>08:56</c:v>
                </c:pt>
                <c:pt idx="207">
                  <c:v>08:57</c:v>
                </c:pt>
                <c:pt idx="208">
                  <c:v>08:58</c:v>
                </c:pt>
                <c:pt idx="209">
                  <c:v>08:59</c:v>
                </c:pt>
                <c:pt idx="210">
                  <c:v>09:00</c:v>
                </c:pt>
                <c:pt idx="211">
                  <c:v>09:01</c:v>
                </c:pt>
                <c:pt idx="212">
                  <c:v>09:02</c:v>
                </c:pt>
                <c:pt idx="213">
                  <c:v>09:03</c:v>
                </c:pt>
                <c:pt idx="214">
                  <c:v>09:04</c:v>
                </c:pt>
                <c:pt idx="215">
                  <c:v>09:05</c:v>
                </c:pt>
                <c:pt idx="216">
                  <c:v>09:06</c:v>
                </c:pt>
                <c:pt idx="217">
                  <c:v>09:07</c:v>
                </c:pt>
                <c:pt idx="218">
                  <c:v>09:08</c:v>
                </c:pt>
                <c:pt idx="219">
                  <c:v>09:09</c:v>
                </c:pt>
                <c:pt idx="220">
                  <c:v>09:10</c:v>
                </c:pt>
                <c:pt idx="221">
                  <c:v>09:11</c:v>
                </c:pt>
                <c:pt idx="222">
                  <c:v>09:12</c:v>
                </c:pt>
                <c:pt idx="223">
                  <c:v>09:13</c:v>
                </c:pt>
                <c:pt idx="224">
                  <c:v>09:14</c:v>
                </c:pt>
                <c:pt idx="225">
                  <c:v>09:15</c:v>
                </c:pt>
                <c:pt idx="226">
                  <c:v>09:16</c:v>
                </c:pt>
                <c:pt idx="227">
                  <c:v>09:17</c:v>
                </c:pt>
                <c:pt idx="228">
                  <c:v>09:18</c:v>
                </c:pt>
                <c:pt idx="229">
                  <c:v>09:19</c:v>
                </c:pt>
                <c:pt idx="230">
                  <c:v>09:20</c:v>
                </c:pt>
                <c:pt idx="231">
                  <c:v>09:21</c:v>
                </c:pt>
                <c:pt idx="232">
                  <c:v>09:22</c:v>
                </c:pt>
                <c:pt idx="233">
                  <c:v>09:23</c:v>
                </c:pt>
                <c:pt idx="234">
                  <c:v>09:24</c:v>
                </c:pt>
                <c:pt idx="235">
                  <c:v>09:25</c:v>
                </c:pt>
                <c:pt idx="236">
                  <c:v>09:26</c:v>
                </c:pt>
                <c:pt idx="237">
                  <c:v>09:27</c:v>
                </c:pt>
                <c:pt idx="238">
                  <c:v>09:28</c:v>
                </c:pt>
                <c:pt idx="239">
                  <c:v>09:29</c:v>
                </c:pt>
                <c:pt idx="240">
                  <c:v>09:30</c:v>
                </c:pt>
                <c:pt idx="241">
                  <c:v>09:31</c:v>
                </c:pt>
                <c:pt idx="242">
                  <c:v>09:32</c:v>
                </c:pt>
                <c:pt idx="243">
                  <c:v>09:33</c:v>
                </c:pt>
                <c:pt idx="244">
                  <c:v>09:34</c:v>
                </c:pt>
                <c:pt idx="245">
                  <c:v>09:35</c:v>
                </c:pt>
                <c:pt idx="246">
                  <c:v>09:36</c:v>
                </c:pt>
                <c:pt idx="247">
                  <c:v>09:37</c:v>
                </c:pt>
                <c:pt idx="248">
                  <c:v>09:38</c:v>
                </c:pt>
                <c:pt idx="249">
                  <c:v>09:39</c:v>
                </c:pt>
                <c:pt idx="250">
                  <c:v>09:40</c:v>
                </c:pt>
                <c:pt idx="251">
                  <c:v>09:41</c:v>
                </c:pt>
                <c:pt idx="252">
                  <c:v>09:42</c:v>
                </c:pt>
                <c:pt idx="253">
                  <c:v>09:43</c:v>
                </c:pt>
                <c:pt idx="254">
                  <c:v>09:44</c:v>
                </c:pt>
                <c:pt idx="255">
                  <c:v>09:45</c:v>
                </c:pt>
                <c:pt idx="256">
                  <c:v>09:46</c:v>
                </c:pt>
                <c:pt idx="257">
                  <c:v>09:47</c:v>
                </c:pt>
                <c:pt idx="258">
                  <c:v>09:48</c:v>
                </c:pt>
                <c:pt idx="259">
                  <c:v>09:49</c:v>
                </c:pt>
                <c:pt idx="260">
                  <c:v>09:50</c:v>
                </c:pt>
                <c:pt idx="261">
                  <c:v>09:51</c:v>
                </c:pt>
                <c:pt idx="262">
                  <c:v>09:52</c:v>
                </c:pt>
                <c:pt idx="263">
                  <c:v>09:53</c:v>
                </c:pt>
                <c:pt idx="264">
                  <c:v>09:54</c:v>
                </c:pt>
                <c:pt idx="265">
                  <c:v>09:55</c:v>
                </c:pt>
                <c:pt idx="266">
                  <c:v>09:56</c:v>
                </c:pt>
                <c:pt idx="267">
                  <c:v>09:57</c:v>
                </c:pt>
                <c:pt idx="268">
                  <c:v>09:58</c:v>
                </c:pt>
                <c:pt idx="269">
                  <c:v>09:59</c:v>
                </c:pt>
                <c:pt idx="270">
                  <c:v>10:00</c:v>
                </c:pt>
                <c:pt idx="271">
                  <c:v>10:01</c:v>
                </c:pt>
                <c:pt idx="272">
                  <c:v>10:02</c:v>
                </c:pt>
                <c:pt idx="273">
                  <c:v>10:03</c:v>
                </c:pt>
                <c:pt idx="274">
                  <c:v>10:04</c:v>
                </c:pt>
                <c:pt idx="275">
                  <c:v>10:05</c:v>
                </c:pt>
                <c:pt idx="276">
                  <c:v>10:06</c:v>
                </c:pt>
                <c:pt idx="277">
                  <c:v>10:07</c:v>
                </c:pt>
                <c:pt idx="278">
                  <c:v>10:08</c:v>
                </c:pt>
                <c:pt idx="279">
                  <c:v>10:09</c:v>
                </c:pt>
                <c:pt idx="280">
                  <c:v>10:10</c:v>
                </c:pt>
                <c:pt idx="281">
                  <c:v>10:11</c:v>
                </c:pt>
                <c:pt idx="282">
                  <c:v>10:12</c:v>
                </c:pt>
                <c:pt idx="283">
                  <c:v>10:13</c:v>
                </c:pt>
                <c:pt idx="284">
                  <c:v>10:14</c:v>
                </c:pt>
                <c:pt idx="285">
                  <c:v>10:15</c:v>
                </c:pt>
                <c:pt idx="286">
                  <c:v>10:16</c:v>
                </c:pt>
                <c:pt idx="287">
                  <c:v>10:17</c:v>
                </c:pt>
                <c:pt idx="288">
                  <c:v>10:18</c:v>
                </c:pt>
                <c:pt idx="289">
                  <c:v>10:19</c:v>
                </c:pt>
                <c:pt idx="290">
                  <c:v>10:20</c:v>
                </c:pt>
                <c:pt idx="291">
                  <c:v>10:21</c:v>
                </c:pt>
                <c:pt idx="292">
                  <c:v>10:22</c:v>
                </c:pt>
                <c:pt idx="293">
                  <c:v>10:23</c:v>
                </c:pt>
                <c:pt idx="294">
                  <c:v>10:24</c:v>
                </c:pt>
                <c:pt idx="295">
                  <c:v>10:25</c:v>
                </c:pt>
                <c:pt idx="296">
                  <c:v>10:26</c:v>
                </c:pt>
                <c:pt idx="297">
                  <c:v>10:27</c:v>
                </c:pt>
                <c:pt idx="298">
                  <c:v>10:28</c:v>
                </c:pt>
                <c:pt idx="299">
                  <c:v>10:29</c:v>
                </c:pt>
                <c:pt idx="300">
                  <c:v>10:30</c:v>
                </c:pt>
                <c:pt idx="301">
                  <c:v>10:31</c:v>
                </c:pt>
                <c:pt idx="302">
                  <c:v>10:32</c:v>
                </c:pt>
                <c:pt idx="303">
                  <c:v>10:33</c:v>
                </c:pt>
                <c:pt idx="304">
                  <c:v>10:34</c:v>
                </c:pt>
                <c:pt idx="305">
                  <c:v>10:35</c:v>
                </c:pt>
                <c:pt idx="306">
                  <c:v>10:36</c:v>
                </c:pt>
                <c:pt idx="307">
                  <c:v>10:37</c:v>
                </c:pt>
                <c:pt idx="308">
                  <c:v>10:38</c:v>
                </c:pt>
                <c:pt idx="309">
                  <c:v>10:39</c:v>
                </c:pt>
                <c:pt idx="310">
                  <c:v>10:40</c:v>
                </c:pt>
                <c:pt idx="311">
                  <c:v>10:41</c:v>
                </c:pt>
                <c:pt idx="312">
                  <c:v>10:42</c:v>
                </c:pt>
                <c:pt idx="313">
                  <c:v>10:43</c:v>
                </c:pt>
                <c:pt idx="314">
                  <c:v>10:44</c:v>
                </c:pt>
                <c:pt idx="315">
                  <c:v>10:45</c:v>
                </c:pt>
                <c:pt idx="316">
                  <c:v>10:46</c:v>
                </c:pt>
                <c:pt idx="317">
                  <c:v>10:47</c:v>
                </c:pt>
                <c:pt idx="318">
                  <c:v>10:48</c:v>
                </c:pt>
                <c:pt idx="319">
                  <c:v>10:49</c:v>
                </c:pt>
                <c:pt idx="320">
                  <c:v>10:50</c:v>
                </c:pt>
                <c:pt idx="321">
                  <c:v>10:51</c:v>
                </c:pt>
                <c:pt idx="322">
                  <c:v>10:52</c:v>
                </c:pt>
                <c:pt idx="323">
                  <c:v>10:53</c:v>
                </c:pt>
                <c:pt idx="324">
                  <c:v>10:54</c:v>
                </c:pt>
                <c:pt idx="325">
                  <c:v>10:55</c:v>
                </c:pt>
                <c:pt idx="326">
                  <c:v>10:56</c:v>
                </c:pt>
                <c:pt idx="327">
                  <c:v>10:57</c:v>
                </c:pt>
                <c:pt idx="328">
                  <c:v>10:58</c:v>
                </c:pt>
                <c:pt idx="329">
                  <c:v>10:59</c:v>
                </c:pt>
                <c:pt idx="330">
                  <c:v>11:00</c:v>
                </c:pt>
                <c:pt idx="331">
                  <c:v>11:01</c:v>
                </c:pt>
                <c:pt idx="332">
                  <c:v>11:02</c:v>
                </c:pt>
                <c:pt idx="333">
                  <c:v>11:03</c:v>
                </c:pt>
                <c:pt idx="334">
                  <c:v>11:04</c:v>
                </c:pt>
                <c:pt idx="335">
                  <c:v>11:05</c:v>
                </c:pt>
                <c:pt idx="336">
                  <c:v>11:06</c:v>
                </c:pt>
                <c:pt idx="337">
                  <c:v>11:07</c:v>
                </c:pt>
                <c:pt idx="338">
                  <c:v>11:08</c:v>
                </c:pt>
                <c:pt idx="339">
                  <c:v>11:09</c:v>
                </c:pt>
                <c:pt idx="340">
                  <c:v>11:10</c:v>
                </c:pt>
                <c:pt idx="341">
                  <c:v>11:11</c:v>
                </c:pt>
                <c:pt idx="342">
                  <c:v>11:12</c:v>
                </c:pt>
                <c:pt idx="343">
                  <c:v>11:13</c:v>
                </c:pt>
                <c:pt idx="344">
                  <c:v>11:14</c:v>
                </c:pt>
                <c:pt idx="345">
                  <c:v>11:15</c:v>
                </c:pt>
                <c:pt idx="346">
                  <c:v>11:16</c:v>
                </c:pt>
                <c:pt idx="347">
                  <c:v>11:17</c:v>
                </c:pt>
                <c:pt idx="348">
                  <c:v>11:18</c:v>
                </c:pt>
                <c:pt idx="349">
                  <c:v>11:19</c:v>
                </c:pt>
                <c:pt idx="350">
                  <c:v>11:20</c:v>
                </c:pt>
                <c:pt idx="351">
                  <c:v>11:21</c:v>
                </c:pt>
                <c:pt idx="352">
                  <c:v>11:22</c:v>
                </c:pt>
                <c:pt idx="353">
                  <c:v>11:23</c:v>
                </c:pt>
                <c:pt idx="354">
                  <c:v>11:24</c:v>
                </c:pt>
                <c:pt idx="355">
                  <c:v>11:25</c:v>
                </c:pt>
                <c:pt idx="356">
                  <c:v>11:26</c:v>
                </c:pt>
                <c:pt idx="357">
                  <c:v>11:27</c:v>
                </c:pt>
                <c:pt idx="358">
                  <c:v>11:28</c:v>
                </c:pt>
                <c:pt idx="359">
                  <c:v>11:29</c:v>
                </c:pt>
                <c:pt idx="360">
                  <c:v>11:30</c:v>
                </c:pt>
                <c:pt idx="361">
                  <c:v>11:31</c:v>
                </c:pt>
                <c:pt idx="362">
                  <c:v>11:32</c:v>
                </c:pt>
                <c:pt idx="363">
                  <c:v>11:33</c:v>
                </c:pt>
                <c:pt idx="364">
                  <c:v>11:34</c:v>
                </c:pt>
                <c:pt idx="365">
                  <c:v>11:35</c:v>
                </c:pt>
                <c:pt idx="366">
                  <c:v>11:36</c:v>
                </c:pt>
                <c:pt idx="367">
                  <c:v>11:37</c:v>
                </c:pt>
                <c:pt idx="368">
                  <c:v>11:38</c:v>
                </c:pt>
                <c:pt idx="369">
                  <c:v>11:39</c:v>
                </c:pt>
                <c:pt idx="370">
                  <c:v>11:40</c:v>
                </c:pt>
                <c:pt idx="371">
                  <c:v>11:41</c:v>
                </c:pt>
                <c:pt idx="372">
                  <c:v>11:42</c:v>
                </c:pt>
                <c:pt idx="373">
                  <c:v>11:43</c:v>
                </c:pt>
                <c:pt idx="374">
                  <c:v>11:44</c:v>
                </c:pt>
                <c:pt idx="375">
                  <c:v>11:45</c:v>
                </c:pt>
                <c:pt idx="376">
                  <c:v>11:46</c:v>
                </c:pt>
                <c:pt idx="377">
                  <c:v>11:47</c:v>
                </c:pt>
                <c:pt idx="378">
                  <c:v>11:48</c:v>
                </c:pt>
                <c:pt idx="379">
                  <c:v>11:49</c:v>
                </c:pt>
                <c:pt idx="380">
                  <c:v>11:50</c:v>
                </c:pt>
                <c:pt idx="381">
                  <c:v>11:51</c:v>
                </c:pt>
                <c:pt idx="382">
                  <c:v>11:52</c:v>
                </c:pt>
                <c:pt idx="383">
                  <c:v>11:53</c:v>
                </c:pt>
                <c:pt idx="384">
                  <c:v>11:54</c:v>
                </c:pt>
                <c:pt idx="385">
                  <c:v>11:55</c:v>
                </c:pt>
                <c:pt idx="386">
                  <c:v>11:56</c:v>
                </c:pt>
                <c:pt idx="387">
                  <c:v>11:57</c:v>
                </c:pt>
                <c:pt idx="388">
                  <c:v>11:58</c:v>
                </c:pt>
                <c:pt idx="389">
                  <c:v>11:59</c:v>
                </c:pt>
                <c:pt idx="390">
                  <c:v>12:00</c:v>
                </c:pt>
                <c:pt idx="391">
                  <c:v>12:01</c:v>
                </c:pt>
                <c:pt idx="392">
                  <c:v>12:02</c:v>
                </c:pt>
                <c:pt idx="393">
                  <c:v>12:03</c:v>
                </c:pt>
                <c:pt idx="394">
                  <c:v>12:04</c:v>
                </c:pt>
                <c:pt idx="395">
                  <c:v>12:05</c:v>
                </c:pt>
                <c:pt idx="396">
                  <c:v>12:06</c:v>
                </c:pt>
                <c:pt idx="397">
                  <c:v>12:07</c:v>
                </c:pt>
                <c:pt idx="398">
                  <c:v>12:08</c:v>
                </c:pt>
                <c:pt idx="399">
                  <c:v>12:09</c:v>
                </c:pt>
                <c:pt idx="400">
                  <c:v>12:10</c:v>
                </c:pt>
                <c:pt idx="401">
                  <c:v>12:11</c:v>
                </c:pt>
                <c:pt idx="402">
                  <c:v>12:12</c:v>
                </c:pt>
                <c:pt idx="403">
                  <c:v>12:13</c:v>
                </c:pt>
                <c:pt idx="404">
                  <c:v>12:14</c:v>
                </c:pt>
                <c:pt idx="405">
                  <c:v>12:15</c:v>
                </c:pt>
                <c:pt idx="406">
                  <c:v>12:16</c:v>
                </c:pt>
                <c:pt idx="407">
                  <c:v>12:17</c:v>
                </c:pt>
                <c:pt idx="408">
                  <c:v>12:18</c:v>
                </c:pt>
                <c:pt idx="409">
                  <c:v>12:19</c:v>
                </c:pt>
                <c:pt idx="410">
                  <c:v>12:20</c:v>
                </c:pt>
                <c:pt idx="411">
                  <c:v>12:21</c:v>
                </c:pt>
                <c:pt idx="412">
                  <c:v>12:22</c:v>
                </c:pt>
                <c:pt idx="413">
                  <c:v>12:23</c:v>
                </c:pt>
                <c:pt idx="414">
                  <c:v>12:24</c:v>
                </c:pt>
                <c:pt idx="415">
                  <c:v>12:25</c:v>
                </c:pt>
                <c:pt idx="416">
                  <c:v>12:26</c:v>
                </c:pt>
                <c:pt idx="417">
                  <c:v>12:27</c:v>
                </c:pt>
                <c:pt idx="418">
                  <c:v>12:28</c:v>
                </c:pt>
                <c:pt idx="419">
                  <c:v>12:29</c:v>
                </c:pt>
                <c:pt idx="420">
                  <c:v>12:30</c:v>
                </c:pt>
                <c:pt idx="421">
                  <c:v>12:31</c:v>
                </c:pt>
                <c:pt idx="422">
                  <c:v>12:32</c:v>
                </c:pt>
                <c:pt idx="423">
                  <c:v>12:33</c:v>
                </c:pt>
                <c:pt idx="424">
                  <c:v>12:34</c:v>
                </c:pt>
                <c:pt idx="425">
                  <c:v>12:35</c:v>
                </c:pt>
                <c:pt idx="426">
                  <c:v>12:36</c:v>
                </c:pt>
                <c:pt idx="427">
                  <c:v>12:37</c:v>
                </c:pt>
                <c:pt idx="428">
                  <c:v>12:38</c:v>
                </c:pt>
                <c:pt idx="429">
                  <c:v>12:39</c:v>
                </c:pt>
                <c:pt idx="430">
                  <c:v>12:40</c:v>
                </c:pt>
                <c:pt idx="431">
                  <c:v>12:41</c:v>
                </c:pt>
                <c:pt idx="432">
                  <c:v>12:42</c:v>
                </c:pt>
                <c:pt idx="433">
                  <c:v>12:43</c:v>
                </c:pt>
                <c:pt idx="434">
                  <c:v>12:44</c:v>
                </c:pt>
                <c:pt idx="435">
                  <c:v>12:45</c:v>
                </c:pt>
                <c:pt idx="436">
                  <c:v>12:46</c:v>
                </c:pt>
                <c:pt idx="437">
                  <c:v>12:47</c:v>
                </c:pt>
                <c:pt idx="438">
                  <c:v>12:48</c:v>
                </c:pt>
                <c:pt idx="439">
                  <c:v>12:49</c:v>
                </c:pt>
                <c:pt idx="440">
                  <c:v>12:50</c:v>
                </c:pt>
                <c:pt idx="441">
                  <c:v>12:51</c:v>
                </c:pt>
                <c:pt idx="442">
                  <c:v>12:52</c:v>
                </c:pt>
                <c:pt idx="443">
                  <c:v>12:53</c:v>
                </c:pt>
                <c:pt idx="444">
                  <c:v>12:54</c:v>
                </c:pt>
                <c:pt idx="445">
                  <c:v>12:55</c:v>
                </c:pt>
                <c:pt idx="446">
                  <c:v>12:56</c:v>
                </c:pt>
                <c:pt idx="447">
                  <c:v>12:57</c:v>
                </c:pt>
                <c:pt idx="448">
                  <c:v>12:58</c:v>
                </c:pt>
                <c:pt idx="449">
                  <c:v>12:59</c:v>
                </c:pt>
                <c:pt idx="450">
                  <c:v>13:00</c:v>
                </c:pt>
                <c:pt idx="451">
                  <c:v>13:01</c:v>
                </c:pt>
                <c:pt idx="452">
                  <c:v>13:02</c:v>
                </c:pt>
                <c:pt idx="453">
                  <c:v>13:03</c:v>
                </c:pt>
                <c:pt idx="454">
                  <c:v>13:04</c:v>
                </c:pt>
                <c:pt idx="455">
                  <c:v>13:05</c:v>
                </c:pt>
                <c:pt idx="456">
                  <c:v>13:06</c:v>
                </c:pt>
                <c:pt idx="457">
                  <c:v>13:07</c:v>
                </c:pt>
                <c:pt idx="458">
                  <c:v>13:08</c:v>
                </c:pt>
                <c:pt idx="459">
                  <c:v>13:09</c:v>
                </c:pt>
                <c:pt idx="460">
                  <c:v>13:10</c:v>
                </c:pt>
                <c:pt idx="461">
                  <c:v>13:11</c:v>
                </c:pt>
                <c:pt idx="462">
                  <c:v>13:12</c:v>
                </c:pt>
                <c:pt idx="463">
                  <c:v>13:13</c:v>
                </c:pt>
                <c:pt idx="464">
                  <c:v>13:14</c:v>
                </c:pt>
                <c:pt idx="465">
                  <c:v>13:15</c:v>
                </c:pt>
                <c:pt idx="466">
                  <c:v>13:16</c:v>
                </c:pt>
                <c:pt idx="467">
                  <c:v>13:17</c:v>
                </c:pt>
                <c:pt idx="468">
                  <c:v>13:18</c:v>
                </c:pt>
                <c:pt idx="469">
                  <c:v>13:19</c:v>
                </c:pt>
                <c:pt idx="470">
                  <c:v>13:20</c:v>
                </c:pt>
                <c:pt idx="471">
                  <c:v>13:21</c:v>
                </c:pt>
                <c:pt idx="472">
                  <c:v>13:22</c:v>
                </c:pt>
                <c:pt idx="473">
                  <c:v>13:23</c:v>
                </c:pt>
                <c:pt idx="474">
                  <c:v>13:24</c:v>
                </c:pt>
                <c:pt idx="475">
                  <c:v>13:25</c:v>
                </c:pt>
                <c:pt idx="476">
                  <c:v>13:26</c:v>
                </c:pt>
                <c:pt idx="477">
                  <c:v>13:27</c:v>
                </c:pt>
                <c:pt idx="478">
                  <c:v>13:28</c:v>
                </c:pt>
                <c:pt idx="479">
                  <c:v>13:29</c:v>
                </c:pt>
                <c:pt idx="480">
                  <c:v>13:30</c:v>
                </c:pt>
                <c:pt idx="481">
                  <c:v>13:31</c:v>
                </c:pt>
                <c:pt idx="482">
                  <c:v>13:32</c:v>
                </c:pt>
                <c:pt idx="483">
                  <c:v>13:33</c:v>
                </c:pt>
                <c:pt idx="484">
                  <c:v>13:34</c:v>
                </c:pt>
                <c:pt idx="485">
                  <c:v>13:35</c:v>
                </c:pt>
                <c:pt idx="486">
                  <c:v>13:36</c:v>
                </c:pt>
                <c:pt idx="487">
                  <c:v>13:37</c:v>
                </c:pt>
                <c:pt idx="488">
                  <c:v>13:38</c:v>
                </c:pt>
                <c:pt idx="489">
                  <c:v>13:39</c:v>
                </c:pt>
                <c:pt idx="490">
                  <c:v>13:40</c:v>
                </c:pt>
                <c:pt idx="491">
                  <c:v>13:41</c:v>
                </c:pt>
                <c:pt idx="492">
                  <c:v>13:42</c:v>
                </c:pt>
                <c:pt idx="493">
                  <c:v>13:43</c:v>
                </c:pt>
                <c:pt idx="494">
                  <c:v>13:44</c:v>
                </c:pt>
                <c:pt idx="495">
                  <c:v>13:45</c:v>
                </c:pt>
                <c:pt idx="496">
                  <c:v>13:46</c:v>
                </c:pt>
                <c:pt idx="497">
                  <c:v>13:47</c:v>
                </c:pt>
                <c:pt idx="498">
                  <c:v>13:48</c:v>
                </c:pt>
                <c:pt idx="499">
                  <c:v>13:49</c:v>
                </c:pt>
                <c:pt idx="500">
                  <c:v>13:50</c:v>
                </c:pt>
                <c:pt idx="501">
                  <c:v>13:51</c:v>
                </c:pt>
                <c:pt idx="502">
                  <c:v>13:52</c:v>
                </c:pt>
                <c:pt idx="503">
                  <c:v>13:53</c:v>
                </c:pt>
                <c:pt idx="504">
                  <c:v>13:54</c:v>
                </c:pt>
                <c:pt idx="505">
                  <c:v>13:55</c:v>
                </c:pt>
                <c:pt idx="506">
                  <c:v>13:56</c:v>
                </c:pt>
                <c:pt idx="507">
                  <c:v>13:57</c:v>
                </c:pt>
                <c:pt idx="508">
                  <c:v>13:58</c:v>
                </c:pt>
                <c:pt idx="509">
                  <c:v>13:59</c:v>
                </c:pt>
                <c:pt idx="510">
                  <c:v>14:00</c:v>
                </c:pt>
                <c:pt idx="511">
                  <c:v>14:01</c:v>
                </c:pt>
                <c:pt idx="512">
                  <c:v>14:02</c:v>
                </c:pt>
                <c:pt idx="513">
                  <c:v>14:03</c:v>
                </c:pt>
                <c:pt idx="514">
                  <c:v>14:04</c:v>
                </c:pt>
                <c:pt idx="515">
                  <c:v>14:05</c:v>
                </c:pt>
                <c:pt idx="516">
                  <c:v>14:06</c:v>
                </c:pt>
                <c:pt idx="517">
                  <c:v>14:07</c:v>
                </c:pt>
                <c:pt idx="518">
                  <c:v>14:08</c:v>
                </c:pt>
                <c:pt idx="519">
                  <c:v>14:09</c:v>
                </c:pt>
                <c:pt idx="520">
                  <c:v>14:10</c:v>
                </c:pt>
                <c:pt idx="521">
                  <c:v>14:11</c:v>
                </c:pt>
                <c:pt idx="522">
                  <c:v>14:12</c:v>
                </c:pt>
                <c:pt idx="523">
                  <c:v>14:13</c:v>
                </c:pt>
                <c:pt idx="524">
                  <c:v>14:14</c:v>
                </c:pt>
                <c:pt idx="525">
                  <c:v>14:15</c:v>
                </c:pt>
                <c:pt idx="526">
                  <c:v>14:16</c:v>
                </c:pt>
                <c:pt idx="527">
                  <c:v>14:17</c:v>
                </c:pt>
                <c:pt idx="528">
                  <c:v>14:18</c:v>
                </c:pt>
                <c:pt idx="529">
                  <c:v>14:19</c:v>
                </c:pt>
                <c:pt idx="530">
                  <c:v>14:20</c:v>
                </c:pt>
                <c:pt idx="531">
                  <c:v>14:21</c:v>
                </c:pt>
                <c:pt idx="532">
                  <c:v>14:22</c:v>
                </c:pt>
                <c:pt idx="533">
                  <c:v>14:23</c:v>
                </c:pt>
                <c:pt idx="534">
                  <c:v>14:24</c:v>
                </c:pt>
                <c:pt idx="535">
                  <c:v>14:25</c:v>
                </c:pt>
                <c:pt idx="536">
                  <c:v>14:26</c:v>
                </c:pt>
                <c:pt idx="537">
                  <c:v>14:27</c:v>
                </c:pt>
                <c:pt idx="538">
                  <c:v>14:28</c:v>
                </c:pt>
                <c:pt idx="539">
                  <c:v>14:29</c:v>
                </c:pt>
                <c:pt idx="540">
                  <c:v>14:30</c:v>
                </c:pt>
                <c:pt idx="541">
                  <c:v>14:31</c:v>
                </c:pt>
                <c:pt idx="542">
                  <c:v>14:32</c:v>
                </c:pt>
                <c:pt idx="543">
                  <c:v>14:33</c:v>
                </c:pt>
                <c:pt idx="544">
                  <c:v>14:34</c:v>
                </c:pt>
                <c:pt idx="545">
                  <c:v>14:35</c:v>
                </c:pt>
                <c:pt idx="546">
                  <c:v>14:36</c:v>
                </c:pt>
                <c:pt idx="547">
                  <c:v>14:37</c:v>
                </c:pt>
                <c:pt idx="548">
                  <c:v>14:38</c:v>
                </c:pt>
                <c:pt idx="549">
                  <c:v>14:39</c:v>
                </c:pt>
                <c:pt idx="550">
                  <c:v>14:40</c:v>
                </c:pt>
                <c:pt idx="551">
                  <c:v>14:41</c:v>
                </c:pt>
                <c:pt idx="552">
                  <c:v>14:42</c:v>
                </c:pt>
                <c:pt idx="553">
                  <c:v>14:43</c:v>
                </c:pt>
                <c:pt idx="554">
                  <c:v>14:44</c:v>
                </c:pt>
                <c:pt idx="555">
                  <c:v>14:45</c:v>
                </c:pt>
                <c:pt idx="556">
                  <c:v>14:46</c:v>
                </c:pt>
                <c:pt idx="557">
                  <c:v>14:47</c:v>
                </c:pt>
                <c:pt idx="558">
                  <c:v>14:48</c:v>
                </c:pt>
                <c:pt idx="559">
                  <c:v>14:49</c:v>
                </c:pt>
                <c:pt idx="560">
                  <c:v>14:50</c:v>
                </c:pt>
                <c:pt idx="561">
                  <c:v>14:51</c:v>
                </c:pt>
                <c:pt idx="562">
                  <c:v>14:52</c:v>
                </c:pt>
                <c:pt idx="563">
                  <c:v>14:53</c:v>
                </c:pt>
                <c:pt idx="564">
                  <c:v>14:54</c:v>
                </c:pt>
                <c:pt idx="565">
                  <c:v>14:55</c:v>
                </c:pt>
                <c:pt idx="566">
                  <c:v>14:56</c:v>
                </c:pt>
                <c:pt idx="567">
                  <c:v>14:57</c:v>
                </c:pt>
                <c:pt idx="568">
                  <c:v>14:58</c:v>
                </c:pt>
                <c:pt idx="569">
                  <c:v>14:59</c:v>
                </c:pt>
                <c:pt idx="570">
                  <c:v>15:00</c:v>
                </c:pt>
                <c:pt idx="571">
                  <c:v>15:01</c:v>
                </c:pt>
                <c:pt idx="572">
                  <c:v>15:02</c:v>
                </c:pt>
                <c:pt idx="573">
                  <c:v>15:03</c:v>
                </c:pt>
                <c:pt idx="574">
                  <c:v>15:04</c:v>
                </c:pt>
                <c:pt idx="575">
                  <c:v>15:05</c:v>
                </c:pt>
                <c:pt idx="576">
                  <c:v>15:06</c:v>
                </c:pt>
                <c:pt idx="577">
                  <c:v>15:07</c:v>
                </c:pt>
                <c:pt idx="578">
                  <c:v>15:08</c:v>
                </c:pt>
                <c:pt idx="579">
                  <c:v>15:09</c:v>
                </c:pt>
                <c:pt idx="580">
                  <c:v>15:10</c:v>
                </c:pt>
                <c:pt idx="581">
                  <c:v>15:11</c:v>
                </c:pt>
                <c:pt idx="582">
                  <c:v>15:12</c:v>
                </c:pt>
                <c:pt idx="583">
                  <c:v>15:13</c:v>
                </c:pt>
                <c:pt idx="584">
                  <c:v>15:14</c:v>
                </c:pt>
                <c:pt idx="585">
                  <c:v>15:15</c:v>
                </c:pt>
                <c:pt idx="586">
                  <c:v>15:16</c:v>
                </c:pt>
                <c:pt idx="587">
                  <c:v>15:17</c:v>
                </c:pt>
                <c:pt idx="588">
                  <c:v>15:18</c:v>
                </c:pt>
                <c:pt idx="589">
                  <c:v>15:19</c:v>
                </c:pt>
                <c:pt idx="590">
                  <c:v>15:20</c:v>
                </c:pt>
                <c:pt idx="591">
                  <c:v>15:21</c:v>
                </c:pt>
                <c:pt idx="592">
                  <c:v>15:22</c:v>
                </c:pt>
                <c:pt idx="593">
                  <c:v>15:23</c:v>
                </c:pt>
                <c:pt idx="594">
                  <c:v>15:24</c:v>
                </c:pt>
                <c:pt idx="595">
                  <c:v>15:25</c:v>
                </c:pt>
                <c:pt idx="596">
                  <c:v>15:26</c:v>
                </c:pt>
                <c:pt idx="597">
                  <c:v>15:27</c:v>
                </c:pt>
                <c:pt idx="598">
                  <c:v>15:28</c:v>
                </c:pt>
                <c:pt idx="599">
                  <c:v>15:29</c:v>
                </c:pt>
                <c:pt idx="600">
                  <c:v>15:30</c:v>
                </c:pt>
                <c:pt idx="601">
                  <c:v>15:31</c:v>
                </c:pt>
                <c:pt idx="602">
                  <c:v>15:32</c:v>
                </c:pt>
                <c:pt idx="603">
                  <c:v>15:33</c:v>
                </c:pt>
                <c:pt idx="604">
                  <c:v>15:34</c:v>
                </c:pt>
                <c:pt idx="605">
                  <c:v>15:35</c:v>
                </c:pt>
                <c:pt idx="606">
                  <c:v>15:36</c:v>
                </c:pt>
                <c:pt idx="607">
                  <c:v>15:37</c:v>
                </c:pt>
                <c:pt idx="608">
                  <c:v>15:38</c:v>
                </c:pt>
                <c:pt idx="609">
                  <c:v>15:39</c:v>
                </c:pt>
                <c:pt idx="610">
                  <c:v>15:40</c:v>
                </c:pt>
                <c:pt idx="611">
                  <c:v>15:41</c:v>
                </c:pt>
                <c:pt idx="612">
                  <c:v>15:42</c:v>
                </c:pt>
                <c:pt idx="613">
                  <c:v>15:43</c:v>
                </c:pt>
                <c:pt idx="614">
                  <c:v>15:44</c:v>
                </c:pt>
                <c:pt idx="615">
                  <c:v>15:45</c:v>
                </c:pt>
                <c:pt idx="616">
                  <c:v>15:46</c:v>
                </c:pt>
                <c:pt idx="617">
                  <c:v>15:47</c:v>
                </c:pt>
                <c:pt idx="618">
                  <c:v>15:48</c:v>
                </c:pt>
                <c:pt idx="619">
                  <c:v>15:49</c:v>
                </c:pt>
                <c:pt idx="620">
                  <c:v>15:50</c:v>
                </c:pt>
                <c:pt idx="621">
                  <c:v>15:51</c:v>
                </c:pt>
                <c:pt idx="622">
                  <c:v>15:52</c:v>
                </c:pt>
                <c:pt idx="623">
                  <c:v>15:53</c:v>
                </c:pt>
                <c:pt idx="624">
                  <c:v>15:54</c:v>
                </c:pt>
                <c:pt idx="625">
                  <c:v>15:55</c:v>
                </c:pt>
                <c:pt idx="626">
                  <c:v>15:56</c:v>
                </c:pt>
                <c:pt idx="627">
                  <c:v>15:57</c:v>
                </c:pt>
                <c:pt idx="628">
                  <c:v>15:58</c:v>
                </c:pt>
                <c:pt idx="629">
                  <c:v>15:59</c:v>
                </c:pt>
                <c:pt idx="630">
                  <c:v>16:00</c:v>
                </c:pt>
                <c:pt idx="631">
                  <c:v>16:01</c:v>
                </c:pt>
                <c:pt idx="632">
                  <c:v>16:02</c:v>
                </c:pt>
                <c:pt idx="633">
                  <c:v>16:03</c:v>
                </c:pt>
                <c:pt idx="634">
                  <c:v>16:04</c:v>
                </c:pt>
                <c:pt idx="635">
                  <c:v>16:05</c:v>
                </c:pt>
                <c:pt idx="636">
                  <c:v>16:06</c:v>
                </c:pt>
                <c:pt idx="637">
                  <c:v>16:07</c:v>
                </c:pt>
                <c:pt idx="638">
                  <c:v>16:08</c:v>
                </c:pt>
                <c:pt idx="639">
                  <c:v>16:09</c:v>
                </c:pt>
                <c:pt idx="640">
                  <c:v>16:10</c:v>
                </c:pt>
                <c:pt idx="641">
                  <c:v>16:11</c:v>
                </c:pt>
                <c:pt idx="642">
                  <c:v>16:12</c:v>
                </c:pt>
                <c:pt idx="643">
                  <c:v>16:13</c:v>
                </c:pt>
                <c:pt idx="644">
                  <c:v>16:14</c:v>
                </c:pt>
                <c:pt idx="645">
                  <c:v>16:15</c:v>
                </c:pt>
                <c:pt idx="646">
                  <c:v>16:16</c:v>
                </c:pt>
                <c:pt idx="647">
                  <c:v>16:17</c:v>
                </c:pt>
                <c:pt idx="648">
                  <c:v>16:18</c:v>
                </c:pt>
                <c:pt idx="649">
                  <c:v>16:19</c:v>
                </c:pt>
                <c:pt idx="650">
                  <c:v>16:20</c:v>
                </c:pt>
                <c:pt idx="651">
                  <c:v>16:21</c:v>
                </c:pt>
                <c:pt idx="652">
                  <c:v>16:22</c:v>
                </c:pt>
                <c:pt idx="653">
                  <c:v>16:23</c:v>
                </c:pt>
                <c:pt idx="654">
                  <c:v>16:24</c:v>
                </c:pt>
                <c:pt idx="655">
                  <c:v>16:25</c:v>
                </c:pt>
                <c:pt idx="656">
                  <c:v>16:26</c:v>
                </c:pt>
                <c:pt idx="657">
                  <c:v>16:27</c:v>
                </c:pt>
                <c:pt idx="658">
                  <c:v>16:28</c:v>
                </c:pt>
                <c:pt idx="659">
                  <c:v>16:29</c:v>
                </c:pt>
                <c:pt idx="660">
                  <c:v>16:30</c:v>
                </c:pt>
                <c:pt idx="661">
                  <c:v>16:31</c:v>
                </c:pt>
                <c:pt idx="662">
                  <c:v>16:32</c:v>
                </c:pt>
                <c:pt idx="663">
                  <c:v>16:33</c:v>
                </c:pt>
                <c:pt idx="664">
                  <c:v>16:34</c:v>
                </c:pt>
                <c:pt idx="665">
                  <c:v>16:35</c:v>
                </c:pt>
                <c:pt idx="666">
                  <c:v>16:36</c:v>
                </c:pt>
                <c:pt idx="667">
                  <c:v>16:37</c:v>
                </c:pt>
                <c:pt idx="668">
                  <c:v>16:38</c:v>
                </c:pt>
                <c:pt idx="669">
                  <c:v>16:39</c:v>
                </c:pt>
                <c:pt idx="670">
                  <c:v>16:40</c:v>
                </c:pt>
                <c:pt idx="671">
                  <c:v>16:41</c:v>
                </c:pt>
                <c:pt idx="672">
                  <c:v>16:42</c:v>
                </c:pt>
                <c:pt idx="673">
                  <c:v>16:43</c:v>
                </c:pt>
                <c:pt idx="674">
                  <c:v>16:44</c:v>
                </c:pt>
                <c:pt idx="675">
                  <c:v>16:45</c:v>
                </c:pt>
                <c:pt idx="676">
                  <c:v>16:46</c:v>
                </c:pt>
                <c:pt idx="677">
                  <c:v>16:47</c:v>
                </c:pt>
                <c:pt idx="678">
                  <c:v>16:48</c:v>
                </c:pt>
                <c:pt idx="679">
                  <c:v>16:49</c:v>
                </c:pt>
                <c:pt idx="680">
                  <c:v>16:50</c:v>
                </c:pt>
                <c:pt idx="681">
                  <c:v>16:51</c:v>
                </c:pt>
                <c:pt idx="682">
                  <c:v>16:52</c:v>
                </c:pt>
                <c:pt idx="683">
                  <c:v>16:53</c:v>
                </c:pt>
                <c:pt idx="684">
                  <c:v>16:54</c:v>
                </c:pt>
                <c:pt idx="685">
                  <c:v>16:55</c:v>
                </c:pt>
                <c:pt idx="686">
                  <c:v>16:56</c:v>
                </c:pt>
                <c:pt idx="687">
                  <c:v>16:57</c:v>
                </c:pt>
                <c:pt idx="688">
                  <c:v>16:58</c:v>
                </c:pt>
                <c:pt idx="689">
                  <c:v>16:59</c:v>
                </c:pt>
                <c:pt idx="690">
                  <c:v>17:00</c:v>
                </c:pt>
                <c:pt idx="691">
                  <c:v>17:01</c:v>
                </c:pt>
                <c:pt idx="692">
                  <c:v>17:02</c:v>
                </c:pt>
                <c:pt idx="693">
                  <c:v>17:03</c:v>
                </c:pt>
                <c:pt idx="694">
                  <c:v>17:04</c:v>
                </c:pt>
                <c:pt idx="695">
                  <c:v>17:05</c:v>
                </c:pt>
                <c:pt idx="696">
                  <c:v>17:06</c:v>
                </c:pt>
                <c:pt idx="697">
                  <c:v>17:07</c:v>
                </c:pt>
                <c:pt idx="698">
                  <c:v>17:08</c:v>
                </c:pt>
                <c:pt idx="699">
                  <c:v>17:09</c:v>
                </c:pt>
                <c:pt idx="700">
                  <c:v>17:10</c:v>
                </c:pt>
                <c:pt idx="701">
                  <c:v>17:11</c:v>
                </c:pt>
                <c:pt idx="702">
                  <c:v>17:12</c:v>
                </c:pt>
                <c:pt idx="703">
                  <c:v>17:13</c:v>
                </c:pt>
                <c:pt idx="704">
                  <c:v>17:14</c:v>
                </c:pt>
                <c:pt idx="705">
                  <c:v>17:15</c:v>
                </c:pt>
                <c:pt idx="706">
                  <c:v>17:16</c:v>
                </c:pt>
                <c:pt idx="707">
                  <c:v>17:17</c:v>
                </c:pt>
                <c:pt idx="708">
                  <c:v>17:18</c:v>
                </c:pt>
                <c:pt idx="709">
                  <c:v>17:19</c:v>
                </c:pt>
                <c:pt idx="710">
                  <c:v>17:20</c:v>
                </c:pt>
                <c:pt idx="711">
                  <c:v>17:21</c:v>
                </c:pt>
                <c:pt idx="712">
                  <c:v>17:22</c:v>
                </c:pt>
                <c:pt idx="713">
                  <c:v>17:23</c:v>
                </c:pt>
                <c:pt idx="714">
                  <c:v>17:24</c:v>
                </c:pt>
                <c:pt idx="715">
                  <c:v>17:25</c:v>
                </c:pt>
                <c:pt idx="716">
                  <c:v>17:26</c:v>
                </c:pt>
                <c:pt idx="717">
                  <c:v>17:27</c:v>
                </c:pt>
                <c:pt idx="718">
                  <c:v>17:28</c:v>
                </c:pt>
                <c:pt idx="719">
                  <c:v>17:29</c:v>
                </c:pt>
                <c:pt idx="720">
                  <c:v>17:30</c:v>
                </c:pt>
                <c:pt idx="721">
                  <c:v>17:31</c:v>
                </c:pt>
                <c:pt idx="722">
                  <c:v>17:32</c:v>
                </c:pt>
                <c:pt idx="723">
                  <c:v>17:33</c:v>
                </c:pt>
                <c:pt idx="724">
                  <c:v>17:34</c:v>
                </c:pt>
                <c:pt idx="725">
                  <c:v>17:35</c:v>
                </c:pt>
                <c:pt idx="726">
                  <c:v>17:36</c:v>
                </c:pt>
                <c:pt idx="727">
                  <c:v>17:37</c:v>
                </c:pt>
                <c:pt idx="728">
                  <c:v>17:38</c:v>
                </c:pt>
                <c:pt idx="729">
                  <c:v>17:39</c:v>
                </c:pt>
                <c:pt idx="730">
                  <c:v>17:40</c:v>
                </c:pt>
                <c:pt idx="731">
                  <c:v>17:41</c:v>
                </c:pt>
                <c:pt idx="732">
                  <c:v>17:42</c:v>
                </c:pt>
                <c:pt idx="733">
                  <c:v>17:43</c:v>
                </c:pt>
                <c:pt idx="734">
                  <c:v>17:44</c:v>
                </c:pt>
                <c:pt idx="735">
                  <c:v>17:45</c:v>
                </c:pt>
                <c:pt idx="736">
                  <c:v>17:46</c:v>
                </c:pt>
                <c:pt idx="737">
                  <c:v>17:47</c:v>
                </c:pt>
                <c:pt idx="738">
                  <c:v>17:48</c:v>
                </c:pt>
                <c:pt idx="739">
                  <c:v>17:49</c:v>
                </c:pt>
                <c:pt idx="740">
                  <c:v>17:50</c:v>
                </c:pt>
                <c:pt idx="741">
                  <c:v>17:51</c:v>
                </c:pt>
                <c:pt idx="742">
                  <c:v>17:52</c:v>
                </c:pt>
                <c:pt idx="743">
                  <c:v>17:53</c:v>
                </c:pt>
                <c:pt idx="744">
                  <c:v>17:54</c:v>
                </c:pt>
                <c:pt idx="745">
                  <c:v>17:55</c:v>
                </c:pt>
                <c:pt idx="746">
                  <c:v>17:56</c:v>
                </c:pt>
                <c:pt idx="747">
                  <c:v>17:57</c:v>
                </c:pt>
                <c:pt idx="748">
                  <c:v>17:58</c:v>
                </c:pt>
                <c:pt idx="749">
                  <c:v>17:59</c:v>
                </c:pt>
                <c:pt idx="750">
                  <c:v>18:00</c:v>
                </c:pt>
                <c:pt idx="751">
                  <c:v>18:01</c:v>
                </c:pt>
                <c:pt idx="752">
                  <c:v>18:02</c:v>
                </c:pt>
                <c:pt idx="753">
                  <c:v>18:03</c:v>
                </c:pt>
                <c:pt idx="754">
                  <c:v>18:04</c:v>
                </c:pt>
                <c:pt idx="755">
                  <c:v>18:05</c:v>
                </c:pt>
                <c:pt idx="756">
                  <c:v>18:06</c:v>
                </c:pt>
                <c:pt idx="757">
                  <c:v>18:07</c:v>
                </c:pt>
                <c:pt idx="758">
                  <c:v>18:08</c:v>
                </c:pt>
                <c:pt idx="759">
                  <c:v>18:09</c:v>
                </c:pt>
                <c:pt idx="760">
                  <c:v>18:10</c:v>
                </c:pt>
                <c:pt idx="761">
                  <c:v>18:11</c:v>
                </c:pt>
                <c:pt idx="762">
                  <c:v>18:12</c:v>
                </c:pt>
                <c:pt idx="763">
                  <c:v>18:13</c:v>
                </c:pt>
                <c:pt idx="764">
                  <c:v>18:14</c:v>
                </c:pt>
                <c:pt idx="765">
                  <c:v>18:15</c:v>
                </c:pt>
                <c:pt idx="766">
                  <c:v>18:16</c:v>
                </c:pt>
                <c:pt idx="767">
                  <c:v>18:17</c:v>
                </c:pt>
                <c:pt idx="768">
                  <c:v>18:18</c:v>
                </c:pt>
                <c:pt idx="769">
                  <c:v>18:19</c:v>
                </c:pt>
                <c:pt idx="770">
                  <c:v>18:20</c:v>
                </c:pt>
                <c:pt idx="771">
                  <c:v>18:21</c:v>
                </c:pt>
                <c:pt idx="772">
                  <c:v>18:22</c:v>
                </c:pt>
                <c:pt idx="773">
                  <c:v>18:23</c:v>
                </c:pt>
                <c:pt idx="774">
                  <c:v>18:24</c:v>
                </c:pt>
                <c:pt idx="775">
                  <c:v>18:25</c:v>
                </c:pt>
                <c:pt idx="776">
                  <c:v>18:26</c:v>
                </c:pt>
                <c:pt idx="777">
                  <c:v>18:27</c:v>
                </c:pt>
                <c:pt idx="778">
                  <c:v>18:28</c:v>
                </c:pt>
                <c:pt idx="779">
                  <c:v>18:29</c:v>
                </c:pt>
                <c:pt idx="780">
                  <c:v>18:30</c:v>
                </c:pt>
                <c:pt idx="781">
                  <c:v>18:31</c:v>
                </c:pt>
                <c:pt idx="782">
                  <c:v>18:32</c:v>
                </c:pt>
                <c:pt idx="783">
                  <c:v>18:33</c:v>
                </c:pt>
                <c:pt idx="784">
                  <c:v>18:34</c:v>
                </c:pt>
                <c:pt idx="785">
                  <c:v>18:35</c:v>
                </c:pt>
                <c:pt idx="786">
                  <c:v>18:36</c:v>
                </c:pt>
                <c:pt idx="787">
                  <c:v>18:37</c:v>
                </c:pt>
                <c:pt idx="788">
                  <c:v>18:38</c:v>
                </c:pt>
                <c:pt idx="789">
                  <c:v>18:39</c:v>
                </c:pt>
                <c:pt idx="790">
                  <c:v>18:40</c:v>
                </c:pt>
                <c:pt idx="791">
                  <c:v>18:41</c:v>
                </c:pt>
                <c:pt idx="792">
                  <c:v>18:42</c:v>
                </c:pt>
                <c:pt idx="793">
                  <c:v>18:43</c:v>
                </c:pt>
                <c:pt idx="794">
                  <c:v>18:44</c:v>
                </c:pt>
                <c:pt idx="795">
                  <c:v>18:45</c:v>
                </c:pt>
                <c:pt idx="796">
                  <c:v>18:46</c:v>
                </c:pt>
                <c:pt idx="797">
                  <c:v>18:47</c:v>
                </c:pt>
                <c:pt idx="798">
                  <c:v>18:48</c:v>
                </c:pt>
                <c:pt idx="799">
                  <c:v>18:49</c:v>
                </c:pt>
                <c:pt idx="800">
                  <c:v>18:50</c:v>
                </c:pt>
                <c:pt idx="801">
                  <c:v>18:51</c:v>
                </c:pt>
                <c:pt idx="802">
                  <c:v>18:52</c:v>
                </c:pt>
                <c:pt idx="803">
                  <c:v>18:53</c:v>
                </c:pt>
                <c:pt idx="804">
                  <c:v>18:54</c:v>
                </c:pt>
                <c:pt idx="805">
                  <c:v>18:55</c:v>
                </c:pt>
                <c:pt idx="806">
                  <c:v>18:56</c:v>
                </c:pt>
                <c:pt idx="807">
                  <c:v>18:57</c:v>
                </c:pt>
                <c:pt idx="808">
                  <c:v>18:58</c:v>
                </c:pt>
                <c:pt idx="809">
                  <c:v>18:59</c:v>
                </c:pt>
                <c:pt idx="810">
                  <c:v>19:00</c:v>
                </c:pt>
                <c:pt idx="811">
                  <c:v>19:01</c:v>
                </c:pt>
                <c:pt idx="812">
                  <c:v>19:02</c:v>
                </c:pt>
                <c:pt idx="813">
                  <c:v>19:03</c:v>
                </c:pt>
                <c:pt idx="814">
                  <c:v>19:04</c:v>
                </c:pt>
                <c:pt idx="815">
                  <c:v>19:05</c:v>
                </c:pt>
                <c:pt idx="816">
                  <c:v>19:06</c:v>
                </c:pt>
                <c:pt idx="817">
                  <c:v>19:07</c:v>
                </c:pt>
                <c:pt idx="818">
                  <c:v>19:08</c:v>
                </c:pt>
                <c:pt idx="819">
                  <c:v>19:09</c:v>
                </c:pt>
                <c:pt idx="820">
                  <c:v>19:10</c:v>
                </c:pt>
                <c:pt idx="821">
                  <c:v>19:11</c:v>
                </c:pt>
                <c:pt idx="822">
                  <c:v>19:12</c:v>
                </c:pt>
                <c:pt idx="823">
                  <c:v>19:13</c:v>
                </c:pt>
                <c:pt idx="824">
                  <c:v>19:14</c:v>
                </c:pt>
                <c:pt idx="825">
                  <c:v>19:15</c:v>
                </c:pt>
                <c:pt idx="826">
                  <c:v>19:16</c:v>
                </c:pt>
                <c:pt idx="827">
                  <c:v>19:17</c:v>
                </c:pt>
                <c:pt idx="828">
                  <c:v>19:18</c:v>
                </c:pt>
                <c:pt idx="829">
                  <c:v>19:19</c:v>
                </c:pt>
                <c:pt idx="830">
                  <c:v>19:20</c:v>
                </c:pt>
                <c:pt idx="831">
                  <c:v>19:21</c:v>
                </c:pt>
                <c:pt idx="832">
                  <c:v>19:22</c:v>
                </c:pt>
                <c:pt idx="833">
                  <c:v>19:23</c:v>
                </c:pt>
                <c:pt idx="834">
                  <c:v>19:24</c:v>
                </c:pt>
                <c:pt idx="835">
                  <c:v>19:25</c:v>
                </c:pt>
                <c:pt idx="836">
                  <c:v>19:26</c:v>
                </c:pt>
                <c:pt idx="837">
                  <c:v>19:27</c:v>
                </c:pt>
                <c:pt idx="838">
                  <c:v>19:28</c:v>
                </c:pt>
                <c:pt idx="839">
                  <c:v>19:29</c:v>
                </c:pt>
                <c:pt idx="840">
                  <c:v>19:30</c:v>
                </c:pt>
                <c:pt idx="841">
                  <c:v>19:31</c:v>
                </c:pt>
                <c:pt idx="842">
                  <c:v>19:32</c:v>
                </c:pt>
                <c:pt idx="843">
                  <c:v>19:33</c:v>
                </c:pt>
                <c:pt idx="844">
                  <c:v>19:34</c:v>
                </c:pt>
                <c:pt idx="845">
                  <c:v>19:35</c:v>
                </c:pt>
                <c:pt idx="846">
                  <c:v>19:36</c:v>
                </c:pt>
                <c:pt idx="847">
                  <c:v>19:37</c:v>
                </c:pt>
                <c:pt idx="848">
                  <c:v>19:38</c:v>
                </c:pt>
                <c:pt idx="849">
                  <c:v>19:39</c:v>
                </c:pt>
                <c:pt idx="850">
                  <c:v>19:40</c:v>
                </c:pt>
                <c:pt idx="851">
                  <c:v>19:41</c:v>
                </c:pt>
                <c:pt idx="852">
                  <c:v>19:42</c:v>
                </c:pt>
                <c:pt idx="853">
                  <c:v>19:43</c:v>
                </c:pt>
                <c:pt idx="854">
                  <c:v>19:44</c:v>
                </c:pt>
                <c:pt idx="855">
                  <c:v>19:45</c:v>
                </c:pt>
                <c:pt idx="856">
                  <c:v>19:46</c:v>
                </c:pt>
                <c:pt idx="857">
                  <c:v>19:47</c:v>
                </c:pt>
                <c:pt idx="858">
                  <c:v>19:48</c:v>
                </c:pt>
                <c:pt idx="859">
                  <c:v>19:49</c:v>
                </c:pt>
                <c:pt idx="860">
                  <c:v>19:50</c:v>
                </c:pt>
                <c:pt idx="861">
                  <c:v>19:51</c:v>
                </c:pt>
                <c:pt idx="862">
                  <c:v>19:52</c:v>
                </c:pt>
                <c:pt idx="863">
                  <c:v>19:53</c:v>
                </c:pt>
                <c:pt idx="864">
                  <c:v>19:54</c:v>
                </c:pt>
                <c:pt idx="865">
                  <c:v>19:55</c:v>
                </c:pt>
                <c:pt idx="866">
                  <c:v>19:56</c:v>
                </c:pt>
                <c:pt idx="867">
                  <c:v>19:57</c:v>
                </c:pt>
                <c:pt idx="868">
                  <c:v>19:58</c:v>
                </c:pt>
                <c:pt idx="869">
                  <c:v>19:59</c:v>
                </c:pt>
                <c:pt idx="870">
                  <c:v>20:00</c:v>
                </c:pt>
                <c:pt idx="871">
                  <c:v>20:01</c:v>
                </c:pt>
                <c:pt idx="872">
                  <c:v>20:02</c:v>
                </c:pt>
                <c:pt idx="873">
                  <c:v>20:03</c:v>
                </c:pt>
                <c:pt idx="874">
                  <c:v>20:04</c:v>
                </c:pt>
                <c:pt idx="875">
                  <c:v>20:05</c:v>
                </c:pt>
                <c:pt idx="876">
                  <c:v>20:06</c:v>
                </c:pt>
                <c:pt idx="877">
                  <c:v>20:07</c:v>
                </c:pt>
                <c:pt idx="878">
                  <c:v>20:08</c:v>
                </c:pt>
                <c:pt idx="879">
                  <c:v>20:09</c:v>
                </c:pt>
                <c:pt idx="880">
                  <c:v>20:10</c:v>
                </c:pt>
                <c:pt idx="881">
                  <c:v>20:11</c:v>
                </c:pt>
                <c:pt idx="882">
                  <c:v>20:12</c:v>
                </c:pt>
                <c:pt idx="883">
                  <c:v>20:13</c:v>
                </c:pt>
                <c:pt idx="884">
                  <c:v>20:14</c:v>
                </c:pt>
                <c:pt idx="885">
                  <c:v>20:15</c:v>
                </c:pt>
                <c:pt idx="886">
                  <c:v>20:16</c:v>
                </c:pt>
                <c:pt idx="887">
                  <c:v>20:17</c:v>
                </c:pt>
                <c:pt idx="888">
                  <c:v>20:18</c:v>
                </c:pt>
                <c:pt idx="889">
                  <c:v>20:19</c:v>
                </c:pt>
                <c:pt idx="890">
                  <c:v>20:20</c:v>
                </c:pt>
                <c:pt idx="891">
                  <c:v>20:21</c:v>
                </c:pt>
                <c:pt idx="892">
                  <c:v>20:22</c:v>
                </c:pt>
                <c:pt idx="893">
                  <c:v>20:23</c:v>
                </c:pt>
                <c:pt idx="894">
                  <c:v>20:24</c:v>
                </c:pt>
                <c:pt idx="895">
                  <c:v>20:25</c:v>
                </c:pt>
                <c:pt idx="896">
                  <c:v>20:26</c:v>
                </c:pt>
                <c:pt idx="897">
                  <c:v>20:27</c:v>
                </c:pt>
                <c:pt idx="898">
                  <c:v>20:28</c:v>
                </c:pt>
                <c:pt idx="899">
                  <c:v>20:29</c:v>
                </c:pt>
                <c:pt idx="900">
                  <c:v>20:30</c:v>
                </c:pt>
                <c:pt idx="901">
                  <c:v>20:31</c:v>
                </c:pt>
                <c:pt idx="902">
                  <c:v>20:32</c:v>
                </c:pt>
                <c:pt idx="903">
                  <c:v>20:33</c:v>
                </c:pt>
                <c:pt idx="904">
                  <c:v>20:34</c:v>
                </c:pt>
                <c:pt idx="905">
                  <c:v>20:35</c:v>
                </c:pt>
                <c:pt idx="906">
                  <c:v>20:36</c:v>
                </c:pt>
                <c:pt idx="907">
                  <c:v>20:37</c:v>
                </c:pt>
                <c:pt idx="908">
                  <c:v>20:38</c:v>
                </c:pt>
                <c:pt idx="909">
                  <c:v>20:39</c:v>
                </c:pt>
                <c:pt idx="910">
                  <c:v>20:40</c:v>
                </c:pt>
                <c:pt idx="911">
                  <c:v>20:41</c:v>
                </c:pt>
                <c:pt idx="912">
                  <c:v>20:42</c:v>
                </c:pt>
                <c:pt idx="913">
                  <c:v>20:43</c:v>
                </c:pt>
                <c:pt idx="914">
                  <c:v>20:44</c:v>
                </c:pt>
                <c:pt idx="915">
                  <c:v>20:45</c:v>
                </c:pt>
                <c:pt idx="916">
                  <c:v>20:46</c:v>
                </c:pt>
                <c:pt idx="917">
                  <c:v>20:47</c:v>
                </c:pt>
                <c:pt idx="918">
                  <c:v>20:48</c:v>
                </c:pt>
                <c:pt idx="919">
                  <c:v>20:49</c:v>
                </c:pt>
                <c:pt idx="920">
                  <c:v>20:50</c:v>
                </c:pt>
                <c:pt idx="921">
                  <c:v>20:51</c:v>
                </c:pt>
                <c:pt idx="922">
                  <c:v>20:52</c:v>
                </c:pt>
                <c:pt idx="923">
                  <c:v>20:53</c:v>
                </c:pt>
                <c:pt idx="924">
                  <c:v>20:54</c:v>
                </c:pt>
                <c:pt idx="925">
                  <c:v>20:55</c:v>
                </c:pt>
                <c:pt idx="926">
                  <c:v>20:56</c:v>
                </c:pt>
                <c:pt idx="927">
                  <c:v>20:57</c:v>
                </c:pt>
                <c:pt idx="928">
                  <c:v>20:58</c:v>
                </c:pt>
                <c:pt idx="929">
                  <c:v>20:59</c:v>
                </c:pt>
                <c:pt idx="930">
                  <c:v>21:00</c:v>
                </c:pt>
                <c:pt idx="931">
                  <c:v>21:01</c:v>
                </c:pt>
                <c:pt idx="932">
                  <c:v>21:02</c:v>
                </c:pt>
                <c:pt idx="933">
                  <c:v>21:03</c:v>
                </c:pt>
                <c:pt idx="934">
                  <c:v>21:04</c:v>
                </c:pt>
                <c:pt idx="935">
                  <c:v>21:05</c:v>
                </c:pt>
                <c:pt idx="936">
                  <c:v>21:06</c:v>
                </c:pt>
                <c:pt idx="937">
                  <c:v>21:07</c:v>
                </c:pt>
                <c:pt idx="938">
                  <c:v>21:08</c:v>
                </c:pt>
                <c:pt idx="939">
                  <c:v>21:09</c:v>
                </c:pt>
                <c:pt idx="940">
                  <c:v>21:10</c:v>
                </c:pt>
                <c:pt idx="941">
                  <c:v>21:11</c:v>
                </c:pt>
                <c:pt idx="942">
                  <c:v>21:12</c:v>
                </c:pt>
                <c:pt idx="943">
                  <c:v>21:13</c:v>
                </c:pt>
                <c:pt idx="944">
                  <c:v>21:14</c:v>
                </c:pt>
                <c:pt idx="945">
                  <c:v>21:15</c:v>
                </c:pt>
                <c:pt idx="946">
                  <c:v>21:16</c:v>
                </c:pt>
                <c:pt idx="947">
                  <c:v>21:17</c:v>
                </c:pt>
                <c:pt idx="948">
                  <c:v>21:18</c:v>
                </c:pt>
                <c:pt idx="949">
                  <c:v>21:19</c:v>
                </c:pt>
                <c:pt idx="950">
                  <c:v>21:20</c:v>
                </c:pt>
                <c:pt idx="951">
                  <c:v>21:21</c:v>
                </c:pt>
                <c:pt idx="952">
                  <c:v>21:22</c:v>
                </c:pt>
                <c:pt idx="953">
                  <c:v>21:23</c:v>
                </c:pt>
                <c:pt idx="954">
                  <c:v>21:24</c:v>
                </c:pt>
                <c:pt idx="955">
                  <c:v>21:25</c:v>
                </c:pt>
                <c:pt idx="956">
                  <c:v>21:26</c:v>
                </c:pt>
                <c:pt idx="957">
                  <c:v>21:27</c:v>
                </c:pt>
                <c:pt idx="958">
                  <c:v>21:28</c:v>
                </c:pt>
                <c:pt idx="959">
                  <c:v>21:29</c:v>
                </c:pt>
                <c:pt idx="960">
                  <c:v>21:30</c:v>
                </c:pt>
                <c:pt idx="961">
                  <c:v>21:31</c:v>
                </c:pt>
                <c:pt idx="962">
                  <c:v>21:32</c:v>
                </c:pt>
                <c:pt idx="963">
                  <c:v>21:33</c:v>
                </c:pt>
                <c:pt idx="964">
                  <c:v>21:34</c:v>
                </c:pt>
                <c:pt idx="965">
                  <c:v>21:35</c:v>
                </c:pt>
                <c:pt idx="966">
                  <c:v>21:36</c:v>
                </c:pt>
                <c:pt idx="967">
                  <c:v>21:37</c:v>
                </c:pt>
                <c:pt idx="968">
                  <c:v>21:38</c:v>
                </c:pt>
                <c:pt idx="969">
                  <c:v>21:39</c:v>
                </c:pt>
                <c:pt idx="970">
                  <c:v>21:40</c:v>
                </c:pt>
                <c:pt idx="971">
                  <c:v>21:41</c:v>
                </c:pt>
                <c:pt idx="972">
                  <c:v>21:42</c:v>
                </c:pt>
                <c:pt idx="973">
                  <c:v>21:43</c:v>
                </c:pt>
                <c:pt idx="974">
                  <c:v>21:44</c:v>
                </c:pt>
                <c:pt idx="975">
                  <c:v>21:45</c:v>
                </c:pt>
                <c:pt idx="976">
                  <c:v>21:46</c:v>
                </c:pt>
                <c:pt idx="977">
                  <c:v>21:47</c:v>
                </c:pt>
                <c:pt idx="978">
                  <c:v>21:48</c:v>
                </c:pt>
                <c:pt idx="979">
                  <c:v>21:49</c:v>
                </c:pt>
                <c:pt idx="980">
                  <c:v>21:50</c:v>
                </c:pt>
                <c:pt idx="981">
                  <c:v>21:51</c:v>
                </c:pt>
                <c:pt idx="982">
                  <c:v>21:52</c:v>
                </c:pt>
                <c:pt idx="983">
                  <c:v>21:53</c:v>
                </c:pt>
                <c:pt idx="984">
                  <c:v>21:54</c:v>
                </c:pt>
                <c:pt idx="985">
                  <c:v>21:55</c:v>
                </c:pt>
                <c:pt idx="986">
                  <c:v>21:56</c:v>
                </c:pt>
                <c:pt idx="987">
                  <c:v>21:57</c:v>
                </c:pt>
                <c:pt idx="988">
                  <c:v>21:58</c:v>
                </c:pt>
                <c:pt idx="989">
                  <c:v>21:59</c:v>
                </c:pt>
                <c:pt idx="990">
                  <c:v>22:00</c:v>
                </c:pt>
                <c:pt idx="991">
                  <c:v>22:01</c:v>
                </c:pt>
                <c:pt idx="992">
                  <c:v>22:02</c:v>
                </c:pt>
                <c:pt idx="993">
                  <c:v>22:03</c:v>
                </c:pt>
                <c:pt idx="994">
                  <c:v>22:04</c:v>
                </c:pt>
                <c:pt idx="995">
                  <c:v>22:05</c:v>
                </c:pt>
                <c:pt idx="996">
                  <c:v>22:06</c:v>
                </c:pt>
                <c:pt idx="997">
                  <c:v>22:07</c:v>
                </c:pt>
                <c:pt idx="998">
                  <c:v>22:08</c:v>
                </c:pt>
                <c:pt idx="999">
                  <c:v>22:09</c:v>
                </c:pt>
                <c:pt idx="1000">
                  <c:v>22:10</c:v>
                </c:pt>
                <c:pt idx="1001">
                  <c:v>22:11</c:v>
                </c:pt>
                <c:pt idx="1002">
                  <c:v>22:12</c:v>
                </c:pt>
                <c:pt idx="1003">
                  <c:v>22:13</c:v>
                </c:pt>
                <c:pt idx="1004">
                  <c:v>22:14</c:v>
                </c:pt>
                <c:pt idx="1005">
                  <c:v>22:15</c:v>
                </c:pt>
                <c:pt idx="1006">
                  <c:v>22:16</c:v>
                </c:pt>
                <c:pt idx="1007">
                  <c:v>22:17</c:v>
                </c:pt>
                <c:pt idx="1008">
                  <c:v>22:18</c:v>
                </c:pt>
                <c:pt idx="1009">
                  <c:v>22:19</c:v>
                </c:pt>
                <c:pt idx="1010">
                  <c:v>22:20</c:v>
                </c:pt>
                <c:pt idx="1011">
                  <c:v>22:21</c:v>
                </c:pt>
                <c:pt idx="1012">
                  <c:v>22:22</c:v>
                </c:pt>
                <c:pt idx="1013">
                  <c:v>22:23</c:v>
                </c:pt>
                <c:pt idx="1014">
                  <c:v>22:24</c:v>
                </c:pt>
                <c:pt idx="1015">
                  <c:v>22:25</c:v>
                </c:pt>
                <c:pt idx="1016">
                  <c:v>22:26</c:v>
                </c:pt>
                <c:pt idx="1017">
                  <c:v>22:27</c:v>
                </c:pt>
                <c:pt idx="1018">
                  <c:v>22:28</c:v>
                </c:pt>
                <c:pt idx="1019">
                  <c:v>22:29</c:v>
                </c:pt>
                <c:pt idx="1020">
                  <c:v>22:30</c:v>
                </c:pt>
                <c:pt idx="1021">
                  <c:v>22:31</c:v>
                </c:pt>
                <c:pt idx="1022">
                  <c:v>22:32</c:v>
                </c:pt>
                <c:pt idx="1023">
                  <c:v>22:33</c:v>
                </c:pt>
                <c:pt idx="1024">
                  <c:v>22:34</c:v>
                </c:pt>
                <c:pt idx="1025">
                  <c:v>22:35</c:v>
                </c:pt>
                <c:pt idx="1026">
                  <c:v>22:36</c:v>
                </c:pt>
                <c:pt idx="1027">
                  <c:v>22:37</c:v>
                </c:pt>
                <c:pt idx="1028">
                  <c:v>22:38</c:v>
                </c:pt>
                <c:pt idx="1029">
                  <c:v>22:39</c:v>
                </c:pt>
                <c:pt idx="1030">
                  <c:v>22:40</c:v>
                </c:pt>
                <c:pt idx="1031">
                  <c:v>22:41</c:v>
                </c:pt>
                <c:pt idx="1032">
                  <c:v>22:42</c:v>
                </c:pt>
                <c:pt idx="1033">
                  <c:v>22:43</c:v>
                </c:pt>
                <c:pt idx="1034">
                  <c:v>22:44</c:v>
                </c:pt>
                <c:pt idx="1035">
                  <c:v>22:45</c:v>
                </c:pt>
                <c:pt idx="1036">
                  <c:v>22:46</c:v>
                </c:pt>
                <c:pt idx="1037">
                  <c:v>22:47</c:v>
                </c:pt>
                <c:pt idx="1038">
                  <c:v>22:48</c:v>
                </c:pt>
                <c:pt idx="1039">
                  <c:v>22:49</c:v>
                </c:pt>
                <c:pt idx="1040">
                  <c:v>22:50</c:v>
                </c:pt>
                <c:pt idx="1041">
                  <c:v>22:51</c:v>
                </c:pt>
                <c:pt idx="1042">
                  <c:v>22:52</c:v>
                </c:pt>
                <c:pt idx="1043">
                  <c:v>22:53</c:v>
                </c:pt>
                <c:pt idx="1044">
                  <c:v>22:54</c:v>
                </c:pt>
                <c:pt idx="1045">
                  <c:v>22:55</c:v>
                </c:pt>
                <c:pt idx="1046">
                  <c:v>22:56</c:v>
                </c:pt>
                <c:pt idx="1047">
                  <c:v>22:57</c:v>
                </c:pt>
                <c:pt idx="1048">
                  <c:v>22:58</c:v>
                </c:pt>
                <c:pt idx="1049">
                  <c:v>22:59</c:v>
                </c:pt>
                <c:pt idx="1050">
                  <c:v>23:00</c:v>
                </c:pt>
                <c:pt idx="1051">
                  <c:v>23:01</c:v>
                </c:pt>
                <c:pt idx="1052">
                  <c:v>23:02</c:v>
                </c:pt>
                <c:pt idx="1053">
                  <c:v>23:03</c:v>
                </c:pt>
                <c:pt idx="1054">
                  <c:v>23:04</c:v>
                </c:pt>
                <c:pt idx="1055">
                  <c:v>23:05</c:v>
                </c:pt>
                <c:pt idx="1056">
                  <c:v>23:06</c:v>
                </c:pt>
                <c:pt idx="1057">
                  <c:v>23:07</c:v>
                </c:pt>
                <c:pt idx="1058">
                  <c:v>23:08</c:v>
                </c:pt>
                <c:pt idx="1059">
                  <c:v>23:09</c:v>
                </c:pt>
                <c:pt idx="1060">
                  <c:v>23:10</c:v>
                </c:pt>
                <c:pt idx="1061">
                  <c:v>23:11</c:v>
                </c:pt>
                <c:pt idx="1062">
                  <c:v>23:12</c:v>
                </c:pt>
                <c:pt idx="1063">
                  <c:v>23:13</c:v>
                </c:pt>
                <c:pt idx="1064">
                  <c:v>23:14</c:v>
                </c:pt>
                <c:pt idx="1065">
                  <c:v>23:15</c:v>
                </c:pt>
                <c:pt idx="1066">
                  <c:v>23:16</c:v>
                </c:pt>
                <c:pt idx="1067">
                  <c:v>23:17</c:v>
                </c:pt>
                <c:pt idx="1068">
                  <c:v>23:18</c:v>
                </c:pt>
                <c:pt idx="1069">
                  <c:v>23:19</c:v>
                </c:pt>
                <c:pt idx="1070">
                  <c:v>23:20</c:v>
                </c:pt>
                <c:pt idx="1071">
                  <c:v>23:21</c:v>
                </c:pt>
                <c:pt idx="1072">
                  <c:v>23:22</c:v>
                </c:pt>
                <c:pt idx="1073">
                  <c:v>23:23</c:v>
                </c:pt>
                <c:pt idx="1074">
                  <c:v>23:24</c:v>
                </c:pt>
                <c:pt idx="1075">
                  <c:v>23:25</c:v>
                </c:pt>
                <c:pt idx="1076">
                  <c:v>23:26</c:v>
                </c:pt>
                <c:pt idx="1077">
                  <c:v>23:27</c:v>
                </c:pt>
                <c:pt idx="1078">
                  <c:v>23:28</c:v>
                </c:pt>
                <c:pt idx="1079">
                  <c:v>23:29</c:v>
                </c:pt>
                <c:pt idx="1080">
                  <c:v>23:30</c:v>
                </c:pt>
                <c:pt idx="1081">
                  <c:v>23:31</c:v>
                </c:pt>
                <c:pt idx="1082">
                  <c:v>23:32</c:v>
                </c:pt>
                <c:pt idx="1083">
                  <c:v>23:33</c:v>
                </c:pt>
                <c:pt idx="1084">
                  <c:v>23:34</c:v>
                </c:pt>
                <c:pt idx="1085">
                  <c:v>23:35</c:v>
                </c:pt>
                <c:pt idx="1086">
                  <c:v>23:36</c:v>
                </c:pt>
                <c:pt idx="1087">
                  <c:v>23:37</c:v>
                </c:pt>
                <c:pt idx="1088">
                  <c:v>23:38</c:v>
                </c:pt>
                <c:pt idx="1089">
                  <c:v>23:39</c:v>
                </c:pt>
                <c:pt idx="1090">
                  <c:v>23:40</c:v>
                </c:pt>
                <c:pt idx="1091">
                  <c:v>23:41</c:v>
                </c:pt>
                <c:pt idx="1092">
                  <c:v>23:42</c:v>
                </c:pt>
                <c:pt idx="1093">
                  <c:v>23:43</c:v>
                </c:pt>
                <c:pt idx="1094">
                  <c:v>23:44</c:v>
                </c:pt>
                <c:pt idx="1095">
                  <c:v>23:45</c:v>
                </c:pt>
                <c:pt idx="1096">
                  <c:v>23:46</c:v>
                </c:pt>
                <c:pt idx="1097">
                  <c:v>23:47</c:v>
                </c:pt>
                <c:pt idx="1098">
                  <c:v>23:48</c:v>
                </c:pt>
                <c:pt idx="1099">
                  <c:v>23:49</c:v>
                </c:pt>
                <c:pt idx="1100">
                  <c:v>23:50</c:v>
                </c:pt>
                <c:pt idx="1101">
                  <c:v>23:51</c:v>
                </c:pt>
                <c:pt idx="1102">
                  <c:v>23:52</c:v>
                </c:pt>
                <c:pt idx="1103">
                  <c:v>23:53</c:v>
                </c:pt>
                <c:pt idx="1104">
                  <c:v>23:54</c:v>
                </c:pt>
                <c:pt idx="1105">
                  <c:v>23:55</c:v>
                </c:pt>
                <c:pt idx="1106">
                  <c:v>23:56</c:v>
                </c:pt>
                <c:pt idx="1107">
                  <c:v>23:57</c:v>
                </c:pt>
                <c:pt idx="1108">
                  <c:v>23:58</c:v>
                </c:pt>
                <c:pt idx="1109">
                  <c:v>23:59</c:v>
                </c:pt>
                <c:pt idx="1110">
                  <c:v>00:00</c:v>
                </c:pt>
                <c:pt idx="1111">
                  <c:v>00:01</c:v>
                </c:pt>
                <c:pt idx="1112">
                  <c:v>00:02</c:v>
                </c:pt>
                <c:pt idx="1113">
                  <c:v>00:03</c:v>
                </c:pt>
                <c:pt idx="1114">
                  <c:v>00:04</c:v>
                </c:pt>
                <c:pt idx="1115">
                  <c:v>00:05</c:v>
                </c:pt>
                <c:pt idx="1116">
                  <c:v>00:06</c:v>
                </c:pt>
                <c:pt idx="1117">
                  <c:v>00:07</c:v>
                </c:pt>
                <c:pt idx="1118">
                  <c:v>00:08</c:v>
                </c:pt>
                <c:pt idx="1119">
                  <c:v>00:09</c:v>
                </c:pt>
                <c:pt idx="1120">
                  <c:v>00:10</c:v>
                </c:pt>
                <c:pt idx="1121">
                  <c:v>00:11</c:v>
                </c:pt>
                <c:pt idx="1122">
                  <c:v>00:12</c:v>
                </c:pt>
                <c:pt idx="1123">
                  <c:v>00:13</c:v>
                </c:pt>
                <c:pt idx="1124">
                  <c:v>00:14</c:v>
                </c:pt>
                <c:pt idx="1125">
                  <c:v>00:15</c:v>
                </c:pt>
                <c:pt idx="1126">
                  <c:v>00:16</c:v>
                </c:pt>
                <c:pt idx="1127">
                  <c:v>00:17</c:v>
                </c:pt>
                <c:pt idx="1128">
                  <c:v>00:18</c:v>
                </c:pt>
                <c:pt idx="1129">
                  <c:v>00:19</c:v>
                </c:pt>
                <c:pt idx="1130">
                  <c:v>00:20</c:v>
                </c:pt>
                <c:pt idx="1131">
                  <c:v>00:21</c:v>
                </c:pt>
                <c:pt idx="1132">
                  <c:v>00:22</c:v>
                </c:pt>
                <c:pt idx="1133">
                  <c:v>00:23</c:v>
                </c:pt>
                <c:pt idx="1134">
                  <c:v>00:24</c:v>
                </c:pt>
                <c:pt idx="1135">
                  <c:v>00:25</c:v>
                </c:pt>
                <c:pt idx="1136">
                  <c:v>00:26</c:v>
                </c:pt>
                <c:pt idx="1137">
                  <c:v>00:27</c:v>
                </c:pt>
                <c:pt idx="1138">
                  <c:v>00:28</c:v>
                </c:pt>
                <c:pt idx="1139">
                  <c:v>00:29</c:v>
                </c:pt>
                <c:pt idx="1140">
                  <c:v>00:30</c:v>
                </c:pt>
                <c:pt idx="1141">
                  <c:v>00:31</c:v>
                </c:pt>
                <c:pt idx="1142">
                  <c:v>00:32</c:v>
                </c:pt>
                <c:pt idx="1143">
                  <c:v>00:33</c:v>
                </c:pt>
                <c:pt idx="1144">
                  <c:v>00:34</c:v>
                </c:pt>
                <c:pt idx="1145">
                  <c:v>00:35</c:v>
                </c:pt>
                <c:pt idx="1146">
                  <c:v>00:36</c:v>
                </c:pt>
                <c:pt idx="1147">
                  <c:v>00:37</c:v>
                </c:pt>
                <c:pt idx="1148">
                  <c:v>00:38</c:v>
                </c:pt>
                <c:pt idx="1149">
                  <c:v>00:39</c:v>
                </c:pt>
                <c:pt idx="1150">
                  <c:v>00:40</c:v>
                </c:pt>
                <c:pt idx="1151">
                  <c:v>00:41</c:v>
                </c:pt>
                <c:pt idx="1152">
                  <c:v>00:42</c:v>
                </c:pt>
                <c:pt idx="1153">
                  <c:v>00:43</c:v>
                </c:pt>
                <c:pt idx="1154">
                  <c:v>00:44</c:v>
                </c:pt>
                <c:pt idx="1155">
                  <c:v>00:45</c:v>
                </c:pt>
                <c:pt idx="1156">
                  <c:v>00:46</c:v>
                </c:pt>
                <c:pt idx="1157">
                  <c:v>00:47</c:v>
                </c:pt>
                <c:pt idx="1158">
                  <c:v>00:48</c:v>
                </c:pt>
                <c:pt idx="1159">
                  <c:v>00:49</c:v>
                </c:pt>
                <c:pt idx="1160">
                  <c:v>00:50</c:v>
                </c:pt>
                <c:pt idx="1161">
                  <c:v>00:51</c:v>
                </c:pt>
                <c:pt idx="1162">
                  <c:v>00:52</c:v>
                </c:pt>
                <c:pt idx="1163">
                  <c:v>00:53</c:v>
                </c:pt>
                <c:pt idx="1164">
                  <c:v>00:54</c:v>
                </c:pt>
                <c:pt idx="1165">
                  <c:v>00:55</c:v>
                </c:pt>
                <c:pt idx="1166">
                  <c:v>00:56</c:v>
                </c:pt>
                <c:pt idx="1167">
                  <c:v>00:57</c:v>
                </c:pt>
                <c:pt idx="1168">
                  <c:v>00:58</c:v>
                </c:pt>
                <c:pt idx="1169">
                  <c:v>00:59</c:v>
                </c:pt>
                <c:pt idx="1170">
                  <c:v>01:00</c:v>
                </c:pt>
                <c:pt idx="1171">
                  <c:v>01:01</c:v>
                </c:pt>
                <c:pt idx="1172">
                  <c:v>01:02</c:v>
                </c:pt>
                <c:pt idx="1173">
                  <c:v>01:03</c:v>
                </c:pt>
                <c:pt idx="1174">
                  <c:v>01:04</c:v>
                </c:pt>
                <c:pt idx="1175">
                  <c:v>01:05</c:v>
                </c:pt>
                <c:pt idx="1176">
                  <c:v>01:06</c:v>
                </c:pt>
                <c:pt idx="1177">
                  <c:v>01:07</c:v>
                </c:pt>
                <c:pt idx="1178">
                  <c:v>01:08</c:v>
                </c:pt>
                <c:pt idx="1179">
                  <c:v>01:09</c:v>
                </c:pt>
                <c:pt idx="1180">
                  <c:v>01:10</c:v>
                </c:pt>
                <c:pt idx="1181">
                  <c:v>01:11</c:v>
                </c:pt>
                <c:pt idx="1182">
                  <c:v>01:12</c:v>
                </c:pt>
                <c:pt idx="1183">
                  <c:v>01:13</c:v>
                </c:pt>
                <c:pt idx="1184">
                  <c:v>01:14</c:v>
                </c:pt>
                <c:pt idx="1185">
                  <c:v>01:15</c:v>
                </c:pt>
                <c:pt idx="1186">
                  <c:v>01:16</c:v>
                </c:pt>
                <c:pt idx="1187">
                  <c:v>01:17</c:v>
                </c:pt>
                <c:pt idx="1188">
                  <c:v>01:18</c:v>
                </c:pt>
                <c:pt idx="1189">
                  <c:v>01:19</c:v>
                </c:pt>
                <c:pt idx="1190">
                  <c:v>01:20</c:v>
                </c:pt>
                <c:pt idx="1191">
                  <c:v>01:21</c:v>
                </c:pt>
                <c:pt idx="1192">
                  <c:v>01:22</c:v>
                </c:pt>
                <c:pt idx="1193">
                  <c:v>01:23</c:v>
                </c:pt>
                <c:pt idx="1194">
                  <c:v>01:24</c:v>
                </c:pt>
                <c:pt idx="1195">
                  <c:v>01:25</c:v>
                </c:pt>
                <c:pt idx="1196">
                  <c:v>01:26</c:v>
                </c:pt>
                <c:pt idx="1197">
                  <c:v>01:27</c:v>
                </c:pt>
                <c:pt idx="1198">
                  <c:v>01:28</c:v>
                </c:pt>
                <c:pt idx="1199">
                  <c:v>01:29</c:v>
                </c:pt>
                <c:pt idx="1200">
                  <c:v>01:30</c:v>
                </c:pt>
                <c:pt idx="1201">
                  <c:v>01:31</c:v>
                </c:pt>
                <c:pt idx="1202">
                  <c:v>01:32</c:v>
                </c:pt>
                <c:pt idx="1203">
                  <c:v>01:33</c:v>
                </c:pt>
                <c:pt idx="1204">
                  <c:v>01:34</c:v>
                </c:pt>
                <c:pt idx="1205">
                  <c:v>01:35</c:v>
                </c:pt>
                <c:pt idx="1206">
                  <c:v>01:36</c:v>
                </c:pt>
                <c:pt idx="1207">
                  <c:v>01:37</c:v>
                </c:pt>
                <c:pt idx="1208">
                  <c:v>01:38</c:v>
                </c:pt>
                <c:pt idx="1209">
                  <c:v>01:39</c:v>
                </c:pt>
                <c:pt idx="1210">
                  <c:v>01:40</c:v>
                </c:pt>
                <c:pt idx="1211">
                  <c:v>01:41</c:v>
                </c:pt>
                <c:pt idx="1212">
                  <c:v>01:42</c:v>
                </c:pt>
                <c:pt idx="1213">
                  <c:v>01:43</c:v>
                </c:pt>
                <c:pt idx="1214">
                  <c:v>01:44</c:v>
                </c:pt>
                <c:pt idx="1215">
                  <c:v>01:45</c:v>
                </c:pt>
                <c:pt idx="1216">
                  <c:v>01:46</c:v>
                </c:pt>
                <c:pt idx="1217">
                  <c:v>01:47</c:v>
                </c:pt>
                <c:pt idx="1218">
                  <c:v>01:48</c:v>
                </c:pt>
                <c:pt idx="1219">
                  <c:v>01:49</c:v>
                </c:pt>
                <c:pt idx="1220">
                  <c:v>01:50</c:v>
                </c:pt>
                <c:pt idx="1221">
                  <c:v>01:51</c:v>
                </c:pt>
                <c:pt idx="1222">
                  <c:v>01:52</c:v>
                </c:pt>
                <c:pt idx="1223">
                  <c:v>01:53</c:v>
                </c:pt>
                <c:pt idx="1224">
                  <c:v>01:54</c:v>
                </c:pt>
                <c:pt idx="1225">
                  <c:v>01:55</c:v>
                </c:pt>
                <c:pt idx="1226">
                  <c:v>01:56</c:v>
                </c:pt>
                <c:pt idx="1227">
                  <c:v>01:57</c:v>
                </c:pt>
                <c:pt idx="1228">
                  <c:v>01:58</c:v>
                </c:pt>
                <c:pt idx="1229">
                  <c:v>01:59</c:v>
                </c:pt>
              </c:strCache>
            </c:strRef>
          </c:cat>
          <c:val>
            <c:numRef>
              <c:f>Sheet1!$C$2:$C$1231</c:f>
              <c:numCache>
                <c:formatCode>General</c:formatCode>
                <c:ptCount val="12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0.0048736618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0.003168636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0.0025370209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0.0048736618</c:v>
                </c:pt>
                <c:pt idx="63">
                  <c:v>0.0048736618</c:v>
                </c:pt>
                <c:pt idx="64">
                  <c:v>0.0048736618</c:v>
                </c:pt>
                <c:pt idx="65">
                  <c:v>0.0048736618</c:v>
                </c:pt>
                <c:pt idx="66">
                  <c:v>0.0048736618</c:v>
                </c:pt>
                <c:pt idx="67">
                  <c:v>0.0048736618</c:v>
                </c:pt>
                <c:pt idx="68">
                  <c:v>0.0048736618</c:v>
                </c:pt>
                <c:pt idx="69">
                  <c:v>0.0048736618</c:v>
                </c:pt>
                <c:pt idx="70">
                  <c:v>0.0048736618</c:v>
                </c:pt>
                <c:pt idx="71">
                  <c:v>0.0048736618</c:v>
                </c:pt>
                <c:pt idx="72">
                  <c:v>0.0048736618</c:v>
                </c:pt>
                <c:pt idx="73">
                  <c:v>0.0048736618</c:v>
                </c:pt>
                <c:pt idx="74">
                  <c:v>0.0048736618</c:v>
                </c:pt>
                <c:pt idx="75">
                  <c:v>0.0048736618</c:v>
                </c:pt>
                <c:pt idx="76">
                  <c:v>0.0048736618</c:v>
                </c:pt>
                <c:pt idx="77">
                  <c:v>0.0048736618</c:v>
                </c:pt>
                <c:pt idx="78">
                  <c:v>0.0048736618</c:v>
                </c:pt>
                <c:pt idx="79">
                  <c:v>0.0048736618</c:v>
                </c:pt>
                <c:pt idx="80">
                  <c:v>0.0048736618</c:v>
                </c:pt>
                <c:pt idx="81">
                  <c:v>0.0048736618</c:v>
                </c:pt>
                <c:pt idx="82">
                  <c:v>0.0048736618</c:v>
                </c:pt>
                <c:pt idx="83">
                  <c:v>0.0048736618</c:v>
                </c:pt>
                <c:pt idx="84">
                  <c:v>0.0048736618</c:v>
                </c:pt>
                <c:pt idx="85">
                  <c:v>0.0048736618</c:v>
                </c:pt>
                <c:pt idx="86">
                  <c:v>0.0087203458</c:v>
                </c:pt>
                <c:pt idx="87">
                  <c:v>0.0087203458</c:v>
                </c:pt>
                <c:pt idx="88">
                  <c:v>0.0087203458</c:v>
                </c:pt>
                <c:pt idx="89">
                  <c:v>0.0087203458</c:v>
                </c:pt>
                <c:pt idx="90">
                  <c:v>0.0087203458</c:v>
                </c:pt>
                <c:pt idx="91">
                  <c:v>0.0087203458</c:v>
                </c:pt>
                <c:pt idx="92">
                  <c:v>0.0087203458</c:v>
                </c:pt>
                <c:pt idx="93">
                  <c:v>0.0048736618</c:v>
                </c:pt>
                <c:pt idx="94">
                  <c:v>0.0048736618</c:v>
                </c:pt>
                <c:pt idx="95">
                  <c:v>0.0048736618</c:v>
                </c:pt>
                <c:pt idx="96">
                  <c:v>0.0048736618</c:v>
                </c:pt>
                <c:pt idx="97">
                  <c:v>0.0048736618</c:v>
                </c:pt>
                <c:pt idx="98">
                  <c:v>0.0048736618</c:v>
                </c:pt>
                <c:pt idx="99">
                  <c:v>0.0048736618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0.00412806</c:v>
                </c:pt>
                <c:pt idx="127">
                  <c:v>0.008031805</c:v>
                </c:pt>
                <c:pt idx="128">
                  <c:v>0.00412806</c:v>
                </c:pt>
                <c:pt idx="129">
                  <c:v>0.00412806</c:v>
                </c:pt>
                <c:pt idx="130">
                  <c:v>0.00412806</c:v>
                </c:pt>
                <c:pt idx="131">
                  <c:v>0.00412806</c:v>
                </c:pt>
                <c:pt idx="132">
                  <c:v>0.00412806</c:v>
                </c:pt>
                <c:pt idx="133">
                  <c:v>0.00747581</c:v>
                </c:pt>
                <c:pt idx="134">
                  <c:v>0.012843926</c:v>
                </c:pt>
                <c:pt idx="135">
                  <c:v>0.019908788</c:v>
                </c:pt>
                <c:pt idx="136">
                  <c:v>0.015330165</c:v>
                </c:pt>
                <c:pt idx="137">
                  <c:v>0.019002814</c:v>
                </c:pt>
                <c:pt idx="138">
                  <c:v>0.014865571</c:v>
                </c:pt>
                <c:pt idx="139">
                  <c:v>0.014865571</c:v>
                </c:pt>
                <c:pt idx="140">
                  <c:v>0.014865571</c:v>
                </c:pt>
                <c:pt idx="141">
                  <c:v>0.014865571</c:v>
                </c:pt>
                <c:pt idx="142">
                  <c:v>0.014865571</c:v>
                </c:pt>
                <c:pt idx="143">
                  <c:v>0.014865571</c:v>
                </c:pt>
                <c:pt idx="144">
                  <c:v>0.014865571</c:v>
                </c:pt>
                <c:pt idx="145">
                  <c:v>0.014865571</c:v>
                </c:pt>
                <c:pt idx="146">
                  <c:v>0.007800709</c:v>
                </c:pt>
                <c:pt idx="147">
                  <c:v>0.007800709</c:v>
                </c:pt>
                <c:pt idx="148">
                  <c:v>0.007800709</c:v>
                </c:pt>
                <c:pt idx="149">
                  <c:v>0.01377218</c:v>
                </c:pt>
                <c:pt idx="150">
                  <c:v>0.010948525</c:v>
                </c:pt>
                <c:pt idx="151">
                  <c:v>0.020759948</c:v>
                </c:pt>
                <c:pt idx="152">
                  <c:v>0.020759948</c:v>
                </c:pt>
                <c:pt idx="153">
                  <c:v>0.020759948</c:v>
                </c:pt>
                <c:pt idx="154">
                  <c:v>0.016432635</c:v>
                </c:pt>
                <c:pt idx="155">
                  <c:v>0.017499588</c:v>
                </c:pt>
                <c:pt idx="156">
                  <c:v>0.017499588</c:v>
                </c:pt>
                <c:pt idx="157">
                  <c:v>0.017499588</c:v>
                </c:pt>
                <c:pt idx="158">
                  <c:v>0.016432635</c:v>
                </c:pt>
                <c:pt idx="159">
                  <c:v>0.016432635</c:v>
                </c:pt>
                <c:pt idx="160">
                  <c:v>0.016432635</c:v>
                </c:pt>
                <c:pt idx="161">
                  <c:v>0.016432635</c:v>
                </c:pt>
                <c:pt idx="162">
                  <c:v>0.016432635</c:v>
                </c:pt>
                <c:pt idx="163">
                  <c:v>0.017481672</c:v>
                </c:pt>
                <c:pt idx="164">
                  <c:v>0.017481672</c:v>
                </c:pt>
                <c:pt idx="165">
                  <c:v>0.017481672</c:v>
                </c:pt>
                <c:pt idx="166">
                  <c:v>0.025652537</c:v>
                </c:pt>
                <c:pt idx="167">
                  <c:v>0.026794497</c:v>
                </c:pt>
                <c:pt idx="168">
                  <c:v>0.017481672</c:v>
                </c:pt>
                <c:pt idx="169">
                  <c:v>0.020542592</c:v>
                </c:pt>
                <c:pt idx="170">
                  <c:v>0.019493556</c:v>
                </c:pt>
                <c:pt idx="171">
                  <c:v>0.019493556</c:v>
                </c:pt>
                <c:pt idx="172">
                  <c:v>0.016516173</c:v>
                </c:pt>
                <c:pt idx="173">
                  <c:v>0.016516173</c:v>
                </c:pt>
                <c:pt idx="174">
                  <c:v>0.011692847</c:v>
                </c:pt>
                <c:pt idx="175">
                  <c:v>0.026625672</c:v>
                </c:pt>
                <c:pt idx="176">
                  <c:v>0.011692847</c:v>
                </c:pt>
                <c:pt idx="177">
                  <c:v>0.015820907</c:v>
                </c:pt>
                <c:pt idx="178">
                  <c:v>0.017174657</c:v>
                </c:pt>
                <c:pt idx="179">
                  <c:v>0.012759988</c:v>
                </c:pt>
                <c:pt idx="180">
                  <c:v>0.0052881171</c:v>
                </c:pt>
                <c:pt idx="181">
                  <c:v>0.0052881171</c:v>
                </c:pt>
                <c:pt idx="182">
                  <c:v>0.0052881171</c:v>
                </c:pt>
                <c:pt idx="183">
                  <c:v>0.0052881171</c:v>
                </c:pt>
                <c:pt idx="184">
                  <c:v>0.0052881171</c:v>
                </c:pt>
                <c:pt idx="185">
                  <c:v>0.010113594</c:v>
                </c:pt>
                <c:pt idx="186">
                  <c:v>0.011544346</c:v>
                </c:pt>
                <c:pt idx="187">
                  <c:v>0.017936489</c:v>
                </c:pt>
                <c:pt idx="188">
                  <c:v>0.011544346</c:v>
                </c:pt>
                <c:pt idx="189">
                  <c:v>0.0097797886</c:v>
                </c:pt>
                <c:pt idx="190">
                  <c:v>0.0097797886</c:v>
                </c:pt>
                <c:pt idx="191">
                  <c:v>0.0097797886</c:v>
                </c:pt>
                <c:pt idx="192">
                  <c:v>0.0097797886</c:v>
                </c:pt>
                <c:pt idx="193">
                  <c:v>0.01336259</c:v>
                </c:pt>
                <c:pt idx="194">
                  <c:v>0.015216477</c:v>
                </c:pt>
                <c:pt idx="195">
                  <c:v>0.01336259</c:v>
                </c:pt>
                <c:pt idx="196">
                  <c:v>0.02422093</c:v>
                </c:pt>
                <c:pt idx="197">
                  <c:v>0.021539042</c:v>
                </c:pt>
                <c:pt idx="198">
                  <c:v>0.021539042</c:v>
                </c:pt>
                <c:pt idx="199">
                  <c:v>0.020427452</c:v>
                </c:pt>
                <c:pt idx="200">
                  <c:v>0.020427452</c:v>
                </c:pt>
                <c:pt idx="201">
                  <c:v>0.016299391</c:v>
                </c:pt>
                <c:pt idx="202">
                  <c:v>0.016299391</c:v>
                </c:pt>
                <c:pt idx="203">
                  <c:v>0.016299391</c:v>
                </c:pt>
                <c:pt idx="204">
                  <c:v>0.015139335</c:v>
                </c:pt>
                <c:pt idx="205">
                  <c:v>0.015139335</c:v>
                </c:pt>
                <c:pt idx="206">
                  <c:v>0.015139335</c:v>
                </c:pt>
                <c:pt idx="207">
                  <c:v>0.015139335</c:v>
                </c:pt>
                <c:pt idx="208">
                  <c:v>0.015139335</c:v>
                </c:pt>
                <c:pt idx="209">
                  <c:v>0.018307971</c:v>
                </c:pt>
                <c:pt idx="210">
                  <c:v>0.018470721</c:v>
                </c:pt>
                <c:pt idx="211">
                  <c:v>0.020472504</c:v>
                </c:pt>
                <c:pt idx="212">
                  <c:v>0.020472504</c:v>
                </c:pt>
                <c:pt idx="213">
                  <c:v>0.020472504</c:v>
                </c:pt>
                <c:pt idx="214">
                  <c:v>0.020472504</c:v>
                </c:pt>
                <c:pt idx="215">
                  <c:v>0.02499461</c:v>
                </c:pt>
                <c:pt idx="216">
                  <c:v>0.02499461</c:v>
                </c:pt>
                <c:pt idx="217">
                  <c:v>0.02499461</c:v>
                </c:pt>
                <c:pt idx="218">
                  <c:v>0.02499461</c:v>
                </c:pt>
                <c:pt idx="219">
                  <c:v>0.020472504</c:v>
                </c:pt>
                <c:pt idx="220">
                  <c:v>0.020472504</c:v>
                </c:pt>
                <c:pt idx="221">
                  <c:v>0.02499461</c:v>
                </c:pt>
                <c:pt idx="222">
                  <c:v>0.024299342</c:v>
                </c:pt>
                <c:pt idx="223">
                  <c:v>0.024299342</c:v>
                </c:pt>
                <c:pt idx="224">
                  <c:v>0.026657548</c:v>
                </c:pt>
                <c:pt idx="225">
                  <c:v>0.026657548</c:v>
                </c:pt>
                <c:pt idx="226">
                  <c:v>0.02359663</c:v>
                </c:pt>
                <c:pt idx="227">
                  <c:v>0.02359663</c:v>
                </c:pt>
                <c:pt idx="228">
                  <c:v>0.02359663</c:v>
                </c:pt>
                <c:pt idx="229">
                  <c:v>0.02359663</c:v>
                </c:pt>
                <c:pt idx="230">
                  <c:v>0.031548552</c:v>
                </c:pt>
                <c:pt idx="231">
                  <c:v>0.029345188</c:v>
                </c:pt>
                <c:pt idx="232">
                  <c:v>0.028609702</c:v>
                </c:pt>
                <c:pt idx="233">
                  <c:v>0.026607919</c:v>
                </c:pt>
                <c:pt idx="234">
                  <c:v>0.022085816</c:v>
                </c:pt>
                <c:pt idx="235">
                  <c:v>0.022085816</c:v>
                </c:pt>
                <c:pt idx="236">
                  <c:v>0.027289193</c:v>
                </c:pt>
                <c:pt idx="237">
                  <c:v>0.027289193</c:v>
                </c:pt>
                <c:pt idx="238">
                  <c:v>0.021540634</c:v>
                </c:pt>
                <c:pt idx="239">
                  <c:v>0.021540634</c:v>
                </c:pt>
                <c:pt idx="240">
                  <c:v>0.021540634</c:v>
                </c:pt>
                <c:pt idx="241">
                  <c:v>0.016337257</c:v>
                </c:pt>
                <c:pt idx="242">
                  <c:v>0.018349735</c:v>
                </c:pt>
                <c:pt idx="243">
                  <c:v>0.018349735</c:v>
                </c:pt>
                <c:pt idx="244">
                  <c:v>0.028751973</c:v>
                </c:pt>
                <c:pt idx="245">
                  <c:v>0.027672974</c:v>
                </c:pt>
                <c:pt idx="246">
                  <c:v>0.0205531</c:v>
                </c:pt>
                <c:pt idx="247">
                  <c:v>0.0205531</c:v>
                </c:pt>
                <c:pt idx="248">
                  <c:v>0.025702283</c:v>
                </c:pt>
                <c:pt idx="249">
                  <c:v>0.021993143</c:v>
                </c:pt>
                <c:pt idx="250">
                  <c:v>0.029551385</c:v>
                </c:pt>
                <c:pt idx="251">
                  <c:v>0.029551385</c:v>
                </c:pt>
                <c:pt idx="252">
                  <c:v>0.029551385</c:v>
                </c:pt>
                <c:pt idx="253">
                  <c:v>0.024779955</c:v>
                </c:pt>
                <c:pt idx="254">
                  <c:v>0.024779955</c:v>
                </c:pt>
                <c:pt idx="255">
                  <c:v>0.024779955</c:v>
                </c:pt>
                <c:pt idx="256">
                  <c:v>0.024779955</c:v>
                </c:pt>
                <c:pt idx="257">
                  <c:v>0.043344062</c:v>
                </c:pt>
                <c:pt idx="258">
                  <c:v>0.048547439</c:v>
                </c:pt>
                <c:pt idx="259">
                  <c:v>0.048547439</c:v>
                </c:pt>
                <c:pt idx="260">
                  <c:v>0.059272967</c:v>
                </c:pt>
                <c:pt idx="261">
                  <c:v>0.053524408</c:v>
                </c:pt>
                <c:pt idx="262">
                  <c:v>0.053524408</c:v>
                </c:pt>
                <c:pt idx="263">
                  <c:v>0.053524408</c:v>
                </c:pt>
                <c:pt idx="264">
                  <c:v>0.048547439</c:v>
                </c:pt>
                <c:pt idx="265">
                  <c:v>0.048547439</c:v>
                </c:pt>
                <c:pt idx="266">
                  <c:v>0.050739318</c:v>
                </c:pt>
                <c:pt idx="267">
                  <c:v>0.046192579</c:v>
                </c:pt>
                <c:pt idx="268">
                  <c:v>0.048774764</c:v>
                </c:pt>
                <c:pt idx="269">
                  <c:v>0.048774764</c:v>
                </c:pt>
                <c:pt idx="270">
                  <c:v>0.046192579</c:v>
                </c:pt>
                <c:pt idx="271">
                  <c:v>0.046192579</c:v>
                </c:pt>
                <c:pt idx="272">
                  <c:v>0.046192579</c:v>
                </c:pt>
                <c:pt idx="273">
                  <c:v>0.049748491</c:v>
                </c:pt>
                <c:pt idx="274">
                  <c:v>0.048406396</c:v>
                </c:pt>
                <c:pt idx="275">
                  <c:v>0.050607249</c:v>
                </c:pt>
                <c:pt idx="276">
                  <c:v>0.046192579</c:v>
                </c:pt>
                <c:pt idx="277">
                  <c:v>0.046761569</c:v>
                </c:pt>
                <c:pt idx="278">
                  <c:v>0.046761569</c:v>
                </c:pt>
                <c:pt idx="279">
                  <c:v>0.052541371</c:v>
                </c:pt>
                <c:pt idx="280">
                  <c:v>0.052541371</c:v>
                </c:pt>
                <c:pt idx="281">
                  <c:v>0.046761569</c:v>
                </c:pt>
                <c:pt idx="282">
                  <c:v>0.051910751</c:v>
                </c:pt>
                <c:pt idx="283">
                  <c:v>0.057659313</c:v>
                </c:pt>
                <c:pt idx="284">
                  <c:v>0.059243727</c:v>
                </c:pt>
                <c:pt idx="285">
                  <c:v>0.059243727</c:v>
                </c:pt>
                <c:pt idx="286">
                  <c:v>0.059274968</c:v>
                </c:pt>
                <c:pt idx="287">
                  <c:v>0.059274968</c:v>
                </c:pt>
                <c:pt idx="288">
                  <c:v>0.059274968</c:v>
                </c:pt>
                <c:pt idx="289">
                  <c:v>0.059274968</c:v>
                </c:pt>
                <c:pt idx="290">
                  <c:v>0.059274968</c:v>
                </c:pt>
                <c:pt idx="291">
                  <c:v>0.053071294</c:v>
                </c:pt>
                <c:pt idx="292">
                  <c:v>0.053397566</c:v>
                </c:pt>
                <c:pt idx="293">
                  <c:v>0.05138509</c:v>
                </c:pt>
                <c:pt idx="294">
                  <c:v>0.05138509</c:v>
                </c:pt>
                <c:pt idx="295">
                  <c:v>0.057164889</c:v>
                </c:pt>
                <c:pt idx="296">
                  <c:v>0.038010698</c:v>
                </c:pt>
                <c:pt idx="297">
                  <c:v>0.032230895</c:v>
                </c:pt>
                <c:pt idx="298">
                  <c:v>0.04796911</c:v>
                </c:pt>
                <c:pt idx="299">
                  <c:v>0.0513005</c:v>
                </c:pt>
                <c:pt idx="300">
                  <c:v>0.0513005</c:v>
                </c:pt>
                <c:pt idx="301">
                  <c:v>0.053748913</c:v>
                </c:pt>
                <c:pt idx="302">
                  <c:v>0.053748913</c:v>
                </c:pt>
                <c:pt idx="303">
                  <c:v>0.048545536</c:v>
                </c:pt>
                <c:pt idx="304">
                  <c:v>0.055214539</c:v>
                </c:pt>
                <c:pt idx="305">
                  <c:v>0.055214539</c:v>
                </c:pt>
                <c:pt idx="306">
                  <c:v>0.056893285</c:v>
                </c:pt>
                <c:pt idx="307">
                  <c:v>0.056893285</c:v>
                </c:pt>
                <c:pt idx="308">
                  <c:v>0.056893285</c:v>
                </c:pt>
                <c:pt idx="309">
                  <c:v>0.056893285</c:v>
                </c:pt>
                <c:pt idx="310">
                  <c:v>0.056893285</c:v>
                </c:pt>
                <c:pt idx="311">
                  <c:v>0.056893285</c:v>
                </c:pt>
                <c:pt idx="312">
                  <c:v>0.056893285</c:v>
                </c:pt>
                <c:pt idx="313">
                  <c:v>0.056893285</c:v>
                </c:pt>
                <c:pt idx="314">
                  <c:v>0.056893285</c:v>
                </c:pt>
                <c:pt idx="315">
                  <c:v>0.056893285</c:v>
                </c:pt>
                <c:pt idx="316">
                  <c:v>0.061030526</c:v>
                </c:pt>
                <c:pt idx="317">
                  <c:v>0.061030526</c:v>
                </c:pt>
                <c:pt idx="318">
                  <c:v>0.055250727</c:v>
                </c:pt>
                <c:pt idx="319">
                  <c:v>0.055250727</c:v>
                </c:pt>
                <c:pt idx="320">
                  <c:v>0.055250727</c:v>
                </c:pt>
                <c:pt idx="321">
                  <c:v>0.055250727</c:v>
                </c:pt>
                <c:pt idx="322">
                  <c:v>0.055250727</c:v>
                </c:pt>
                <c:pt idx="323">
                  <c:v>0.055250727</c:v>
                </c:pt>
                <c:pt idx="324">
                  <c:v>0.055250727</c:v>
                </c:pt>
                <c:pt idx="325">
                  <c:v>0.055250727</c:v>
                </c:pt>
                <c:pt idx="326">
                  <c:v>0.055250727</c:v>
                </c:pt>
                <c:pt idx="327">
                  <c:v>0.055250727</c:v>
                </c:pt>
                <c:pt idx="328">
                  <c:v>0.057882734</c:v>
                </c:pt>
                <c:pt idx="329">
                  <c:v>0.060943652</c:v>
                </c:pt>
                <c:pt idx="330">
                  <c:v>0.040483318</c:v>
                </c:pt>
                <c:pt idx="331">
                  <c:v>0.0374224</c:v>
                </c:pt>
                <c:pt idx="332">
                  <c:v>0.0374224</c:v>
                </c:pt>
                <c:pt idx="333">
                  <c:v>0.036589496</c:v>
                </c:pt>
                <c:pt idx="334">
                  <c:v>0.036589496</c:v>
                </c:pt>
                <c:pt idx="335">
                  <c:v>0.036589496</c:v>
                </c:pt>
                <c:pt idx="336">
                  <c:v>0.036589496</c:v>
                </c:pt>
                <c:pt idx="337">
                  <c:v>0.034954626</c:v>
                </c:pt>
                <c:pt idx="338">
                  <c:v>0.037064426</c:v>
                </c:pt>
                <c:pt idx="339">
                  <c:v>0.0398658</c:v>
                </c:pt>
                <c:pt idx="340">
                  <c:v>0.0398658</c:v>
                </c:pt>
                <c:pt idx="341">
                  <c:v>0.039277498</c:v>
                </c:pt>
                <c:pt idx="342">
                  <c:v>0.039277498</c:v>
                </c:pt>
                <c:pt idx="343">
                  <c:v>0.03647612</c:v>
                </c:pt>
                <c:pt idx="344">
                  <c:v>0.036640778</c:v>
                </c:pt>
                <c:pt idx="345">
                  <c:v>0.036640778</c:v>
                </c:pt>
                <c:pt idx="346">
                  <c:v>0.036640778</c:v>
                </c:pt>
                <c:pt idx="347">
                  <c:v>0.036640778</c:v>
                </c:pt>
                <c:pt idx="348">
                  <c:v>0.042420577</c:v>
                </c:pt>
                <c:pt idx="349">
                  <c:v>0.042420577</c:v>
                </c:pt>
                <c:pt idx="350">
                  <c:v>0.057570495</c:v>
                </c:pt>
                <c:pt idx="351">
                  <c:v>0.057570495</c:v>
                </c:pt>
                <c:pt idx="352">
                  <c:v>0.057570495</c:v>
                </c:pt>
                <c:pt idx="353">
                  <c:v>0.057570495</c:v>
                </c:pt>
                <c:pt idx="354">
                  <c:v>0.055891749</c:v>
                </c:pt>
                <c:pt idx="355">
                  <c:v>0.040741835</c:v>
                </c:pt>
                <c:pt idx="356">
                  <c:v>0.040741835</c:v>
                </c:pt>
                <c:pt idx="357">
                  <c:v>0.040741835</c:v>
                </c:pt>
                <c:pt idx="358">
                  <c:v>0.034962036</c:v>
                </c:pt>
                <c:pt idx="359">
                  <c:v>0.034962036</c:v>
                </c:pt>
                <c:pt idx="360">
                  <c:v>0.050111949</c:v>
                </c:pt>
                <c:pt idx="361">
                  <c:v>0.047005888</c:v>
                </c:pt>
                <c:pt idx="362">
                  <c:v>0.047005888</c:v>
                </c:pt>
                <c:pt idx="363">
                  <c:v>0.047005888</c:v>
                </c:pt>
                <c:pt idx="364">
                  <c:v>0.047498584</c:v>
                </c:pt>
                <c:pt idx="365">
                  <c:v>0.052621029</c:v>
                </c:pt>
                <c:pt idx="366">
                  <c:v>0.052621029</c:v>
                </c:pt>
                <c:pt idx="367">
                  <c:v>0.052621029</c:v>
                </c:pt>
                <c:pt idx="368">
                  <c:v>0.055727091</c:v>
                </c:pt>
                <c:pt idx="369">
                  <c:v>0.049947288</c:v>
                </c:pt>
                <c:pt idx="370">
                  <c:v>0.047837492</c:v>
                </c:pt>
                <c:pt idx="371">
                  <c:v>0.04800215</c:v>
                </c:pt>
                <c:pt idx="372">
                  <c:v>0.04800215</c:v>
                </c:pt>
                <c:pt idx="373">
                  <c:v>0.053707987</c:v>
                </c:pt>
                <c:pt idx="374">
                  <c:v>0.055761956</c:v>
                </c:pt>
                <c:pt idx="375">
                  <c:v>0.065566748</c:v>
                </c:pt>
                <c:pt idx="376">
                  <c:v>0.061541758</c:v>
                </c:pt>
                <c:pt idx="377">
                  <c:v>0.0584357</c:v>
                </c:pt>
                <c:pt idx="378">
                  <c:v>0.055761956</c:v>
                </c:pt>
                <c:pt idx="379">
                  <c:v>0.055926614</c:v>
                </c:pt>
                <c:pt idx="380">
                  <c:v>0.055761956</c:v>
                </c:pt>
                <c:pt idx="381">
                  <c:v>0.056457222</c:v>
                </c:pt>
                <c:pt idx="382">
                  <c:v>0.061541758</c:v>
                </c:pt>
                <c:pt idx="383">
                  <c:v>0.052875679</c:v>
                </c:pt>
                <c:pt idx="384">
                  <c:v>0.043989819</c:v>
                </c:pt>
                <c:pt idx="385">
                  <c:v>0.042404093</c:v>
                </c:pt>
                <c:pt idx="386">
                  <c:v>0.033555169</c:v>
                </c:pt>
                <c:pt idx="387">
                  <c:v>0.029417928</c:v>
                </c:pt>
                <c:pt idx="388">
                  <c:v>0.037595049</c:v>
                </c:pt>
                <c:pt idx="389">
                  <c:v>0.00928349</c:v>
                </c:pt>
                <c:pt idx="390">
                  <c:v>0.012432978</c:v>
                </c:pt>
                <c:pt idx="391">
                  <c:v>0.012432978</c:v>
                </c:pt>
                <c:pt idx="392">
                  <c:v>0.018212778</c:v>
                </c:pt>
                <c:pt idx="393">
                  <c:v>0.018212778</c:v>
                </c:pt>
                <c:pt idx="394">
                  <c:v>0.018212778</c:v>
                </c:pt>
                <c:pt idx="395">
                  <c:v>0.018377436</c:v>
                </c:pt>
                <c:pt idx="396">
                  <c:v>0.012432978</c:v>
                </c:pt>
                <c:pt idx="397">
                  <c:v>0.012432978</c:v>
                </c:pt>
                <c:pt idx="398">
                  <c:v>0.020836359</c:v>
                </c:pt>
                <c:pt idx="399">
                  <c:v>0.024083275</c:v>
                </c:pt>
                <c:pt idx="400">
                  <c:v>0.021318838</c:v>
                </c:pt>
                <c:pt idx="401">
                  <c:v>0.015539037</c:v>
                </c:pt>
                <c:pt idx="402">
                  <c:v>0.012432978</c:v>
                </c:pt>
                <c:pt idx="403">
                  <c:v>0.012432978</c:v>
                </c:pt>
                <c:pt idx="404">
                  <c:v>0.012432978</c:v>
                </c:pt>
                <c:pt idx="405">
                  <c:v>0.012432978</c:v>
                </c:pt>
                <c:pt idx="406">
                  <c:v>0.014194915</c:v>
                </c:pt>
                <c:pt idx="407">
                  <c:v>0.015140088</c:v>
                </c:pt>
                <c:pt idx="408">
                  <c:v>0.015140088</c:v>
                </c:pt>
                <c:pt idx="409">
                  <c:v>0.019151431</c:v>
                </c:pt>
                <c:pt idx="410">
                  <c:v>0.020919889</c:v>
                </c:pt>
                <c:pt idx="411">
                  <c:v>0.021827873</c:v>
                </c:pt>
                <c:pt idx="412">
                  <c:v>0.021827873</c:v>
                </c:pt>
                <c:pt idx="413">
                  <c:v>0.008918019</c:v>
                </c:pt>
                <c:pt idx="414">
                  <c:v>0.0079728458</c:v>
                </c:pt>
                <c:pt idx="415">
                  <c:v>0.013843342</c:v>
                </c:pt>
                <c:pt idx="416">
                  <c:v>0.013843342</c:v>
                </c:pt>
                <c:pt idx="417">
                  <c:v>0.00677848</c:v>
                </c:pt>
                <c:pt idx="418">
                  <c:v>0.02507956</c:v>
                </c:pt>
                <c:pt idx="419">
                  <c:v>0.019209065</c:v>
                </c:pt>
                <c:pt idx="420">
                  <c:v>0.02061118</c:v>
                </c:pt>
                <c:pt idx="421">
                  <c:v>0.0080374</c:v>
                </c:pt>
                <c:pt idx="422">
                  <c:v>0.013500362</c:v>
                </c:pt>
                <c:pt idx="423">
                  <c:v>0.013500362</c:v>
                </c:pt>
                <c:pt idx="424">
                  <c:v>0.020939389</c:v>
                </c:pt>
                <c:pt idx="425">
                  <c:v>0.025623564</c:v>
                </c:pt>
                <c:pt idx="426">
                  <c:v>0.013272554</c:v>
                </c:pt>
                <c:pt idx="427">
                  <c:v>0.0081278281</c:v>
                </c:pt>
                <c:pt idx="428">
                  <c:v>0.010513069</c:v>
                </c:pt>
                <c:pt idx="429">
                  <c:v>0.020484449</c:v>
                </c:pt>
                <c:pt idx="430">
                  <c:v>0.020484449</c:v>
                </c:pt>
                <c:pt idx="431">
                  <c:v>0.027089983</c:v>
                </c:pt>
                <c:pt idx="432">
                  <c:v>0.030613409</c:v>
                </c:pt>
                <c:pt idx="433">
                  <c:v>0.036648564</c:v>
                </c:pt>
                <c:pt idx="434">
                  <c:v>0.034159053</c:v>
                </c:pt>
                <c:pt idx="435">
                  <c:v>0.034159053</c:v>
                </c:pt>
                <c:pt idx="436">
                  <c:v>0.029495155</c:v>
                </c:pt>
                <c:pt idx="437">
                  <c:v>0.029495155</c:v>
                </c:pt>
                <c:pt idx="438">
                  <c:v>0.015767276</c:v>
                </c:pt>
                <c:pt idx="439">
                  <c:v>0.0099874763</c:v>
                </c:pt>
                <c:pt idx="440">
                  <c:v>0.001941898</c:v>
                </c:pt>
                <c:pt idx="441">
                  <c:v>0.001941898</c:v>
                </c:pt>
                <c:pt idx="442">
                  <c:v>0.001941898</c:v>
                </c:pt>
                <c:pt idx="443">
                  <c:v>0.021284919</c:v>
                </c:pt>
                <c:pt idx="444">
                  <c:v>0.0077216988</c:v>
                </c:pt>
                <c:pt idx="445">
                  <c:v>0.014606317</c:v>
                </c:pt>
                <c:pt idx="446">
                  <c:v>0.014770976</c:v>
                </c:pt>
                <c:pt idx="447">
                  <c:v>0.014606317</c:v>
                </c:pt>
                <c:pt idx="448">
                  <c:v>0.028169539</c:v>
                </c:pt>
                <c:pt idx="449">
                  <c:v>0.020718096</c:v>
                </c:pt>
                <c:pt idx="450">
                  <c:v>0.033074714</c:v>
                </c:pt>
                <c:pt idx="451">
                  <c:v>0.011744013</c:v>
                </c:pt>
                <c:pt idx="452">
                  <c:v>0.0080536762</c:v>
                </c:pt>
                <c:pt idx="453">
                  <c:v>0.008218335</c:v>
                </c:pt>
                <c:pt idx="454">
                  <c:v>0.008218335</c:v>
                </c:pt>
                <c:pt idx="455">
                  <c:v>0.024996713</c:v>
                </c:pt>
                <c:pt idx="456">
                  <c:v>0.027299929</c:v>
                </c:pt>
                <c:pt idx="457">
                  <c:v>0.027135272</c:v>
                </c:pt>
                <c:pt idx="458">
                  <c:v>0.027135272</c:v>
                </c:pt>
                <c:pt idx="459">
                  <c:v>0.040698495</c:v>
                </c:pt>
                <c:pt idx="460">
                  <c:v>0.039790507</c:v>
                </c:pt>
                <c:pt idx="461">
                  <c:v>0.039955169</c:v>
                </c:pt>
                <c:pt idx="462">
                  <c:v>0.027598547</c:v>
                </c:pt>
                <c:pt idx="463">
                  <c:v>0.031919394</c:v>
                </c:pt>
                <c:pt idx="464">
                  <c:v>0.031919394</c:v>
                </c:pt>
                <c:pt idx="465">
                  <c:v>0.036903769</c:v>
                </c:pt>
                <c:pt idx="466">
                  <c:v>0.033205803</c:v>
                </c:pt>
                <c:pt idx="467">
                  <c:v>0.033205803</c:v>
                </c:pt>
                <c:pt idx="468">
                  <c:v>0.033205803</c:v>
                </c:pt>
                <c:pt idx="469">
                  <c:v>0.020849181</c:v>
                </c:pt>
                <c:pt idx="470">
                  <c:v>0.015069381</c:v>
                </c:pt>
                <c:pt idx="471">
                  <c:v>0.029368427</c:v>
                </c:pt>
                <c:pt idx="472">
                  <c:v>0.028632604</c:v>
                </c:pt>
                <c:pt idx="473">
                  <c:v>0.051057544</c:v>
                </c:pt>
                <c:pt idx="474">
                  <c:v>0.034017742</c:v>
                </c:pt>
                <c:pt idx="475">
                  <c:v>0.037994113</c:v>
                </c:pt>
                <c:pt idx="476">
                  <c:v>0.025637493</c:v>
                </c:pt>
                <c:pt idx="477">
                  <c:v>0.025637493</c:v>
                </c:pt>
                <c:pt idx="478">
                  <c:v>0.035224341</c:v>
                </c:pt>
                <c:pt idx="479">
                  <c:v>0.046547048</c:v>
                </c:pt>
                <c:pt idx="480">
                  <c:v>0.046711706</c:v>
                </c:pt>
                <c:pt idx="481">
                  <c:v>0.044717565</c:v>
                </c:pt>
                <c:pt idx="482">
                  <c:v>0.031154344</c:v>
                </c:pt>
                <c:pt idx="483">
                  <c:v>0.036934145</c:v>
                </c:pt>
                <c:pt idx="484">
                  <c:v>0.040541667</c:v>
                </c:pt>
                <c:pt idx="485">
                  <c:v>0.048719689</c:v>
                </c:pt>
                <c:pt idx="486">
                  <c:v>0.044997223</c:v>
                </c:pt>
                <c:pt idx="487">
                  <c:v>0.044997223</c:v>
                </c:pt>
                <c:pt idx="488">
                  <c:v>0.036934145</c:v>
                </c:pt>
                <c:pt idx="489">
                  <c:v>0.018797724</c:v>
                </c:pt>
                <c:pt idx="490">
                  <c:v>0.01364869</c:v>
                </c:pt>
                <c:pt idx="491">
                  <c:v>0.01364869</c:v>
                </c:pt>
                <c:pt idx="492">
                  <c:v>0.02721191</c:v>
                </c:pt>
                <c:pt idx="493">
                  <c:v>0.024152225</c:v>
                </c:pt>
                <c:pt idx="494">
                  <c:v>0.010589002</c:v>
                </c:pt>
                <c:pt idx="495">
                  <c:v>0.020334937</c:v>
                </c:pt>
                <c:pt idx="496">
                  <c:v>0.019434307</c:v>
                </c:pt>
                <c:pt idx="497">
                  <c:v>0.022261241</c:v>
                </c:pt>
                <c:pt idx="498">
                  <c:v>0.022495225</c:v>
                </c:pt>
                <c:pt idx="499">
                  <c:v>0.018634297</c:v>
                </c:pt>
                <c:pt idx="500">
                  <c:v>0.018634297</c:v>
                </c:pt>
                <c:pt idx="501">
                  <c:v>0.022241818</c:v>
                </c:pt>
                <c:pt idx="502">
                  <c:v>0.022241818</c:v>
                </c:pt>
                <c:pt idx="503">
                  <c:v>0.028021619</c:v>
                </c:pt>
                <c:pt idx="504">
                  <c:v>0.028021619</c:v>
                </c:pt>
                <c:pt idx="505">
                  <c:v>0.042225394</c:v>
                </c:pt>
                <c:pt idx="506">
                  <c:v>0.042390052</c:v>
                </c:pt>
                <c:pt idx="507">
                  <c:v>0.03432969</c:v>
                </c:pt>
                <c:pt idx="508">
                  <c:v>0.04139455</c:v>
                </c:pt>
                <c:pt idx="509">
                  <c:v>0.043703694</c:v>
                </c:pt>
                <c:pt idx="510">
                  <c:v>0.043703694</c:v>
                </c:pt>
                <c:pt idx="511">
                  <c:v>0.043703694</c:v>
                </c:pt>
                <c:pt idx="512">
                  <c:v>0.04139455</c:v>
                </c:pt>
                <c:pt idx="513">
                  <c:v>0.0443442</c:v>
                </c:pt>
                <c:pt idx="514">
                  <c:v>0.04139455</c:v>
                </c:pt>
                <c:pt idx="515">
                  <c:v>0.0450672</c:v>
                </c:pt>
                <c:pt idx="516">
                  <c:v>0.04660796</c:v>
                </c:pt>
                <c:pt idx="517">
                  <c:v>0.049557608</c:v>
                </c:pt>
                <c:pt idx="518">
                  <c:v>0.049557608</c:v>
                </c:pt>
                <c:pt idx="519">
                  <c:v>0.061996542</c:v>
                </c:pt>
                <c:pt idx="520">
                  <c:v>0.061996542</c:v>
                </c:pt>
                <c:pt idx="521">
                  <c:v>0.069968216</c:v>
                </c:pt>
                <c:pt idx="522">
                  <c:v>0.074081793</c:v>
                </c:pt>
                <c:pt idx="523">
                  <c:v>0.0648267</c:v>
                </c:pt>
                <c:pt idx="524">
                  <c:v>0.0648267</c:v>
                </c:pt>
                <c:pt idx="525">
                  <c:v>0.0648267</c:v>
                </c:pt>
                <c:pt idx="526">
                  <c:v>0.0648267</c:v>
                </c:pt>
                <c:pt idx="527">
                  <c:v>0.07838992</c:v>
                </c:pt>
                <c:pt idx="528">
                  <c:v>0.07838992</c:v>
                </c:pt>
                <c:pt idx="529">
                  <c:v>0.072610117</c:v>
                </c:pt>
                <c:pt idx="530">
                  <c:v>0.072610117</c:v>
                </c:pt>
                <c:pt idx="531">
                  <c:v>0.072610117</c:v>
                </c:pt>
                <c:pt idx="532">
                  <c:v>0.075559765</c:v>
                </c:pt>
                <c:pt idx="533">
                  <c:v>0.060410816</c:v>
                </c:pt>
                <c:pt idx="534">
                  <c:v>0.066025957</c:v>
                </c:pt>
                <c:pt idx="535">
                  <c:v>0.066025957</c:v>
                </c:pt>
                <c:pt idx="536">
                  <c:v>0.079589181</c:v>
                </c:pt>
                <c:pt idx="537">
                  <c:v>0.088741019</c:v>
                </c:pt>
                <c:pt idx="538">
                  <c:v>0.088741019</c:v>
                </c:pt>
                <c:pt idx="539">
                  <c:v>0.08211872</c:v>
                </c:pt>
                <c:pt idx="540">
                  <c:v>0.08211872</c:v>
                </c:pt>
                <c:pt idx="541">
                  <c:v>0.08211872</c:v>
                </c:pt>
                <c:pt idx="542">
                  <c:v>0.085041046</c:v>
                </c:pt>
                <c:pt idx="543">
                  <c:v>0.074427471</c:v>
                </c:pt>
                <c:pt idx="544">
                  <c:v>0.073765606</c:v>
                </c:pt>
                <c:pt idx="545">
                  <c:v>0.062353309</c:v>
                </c:pt>
                <c:pt idx="546">
                  <c:v>0.063345075</c:v>
                </c:pt>
                <c:pt idx="547">
                  <c:v>0.063345075</c:v>
                </c:pt>
                <c:pt idx="548">
                  <c:v>0.069810964</c:v>
                </c:pt>
                <c:pt idx="549">
                  <c:v>0.0719322</c:v>
                </c:pt>
                <c:pt idx="550">
                  <c:v>0.064091809</c:v>
                </c:pt>
                <c:pt idx="551">
                  <c:v>0.064091809</c:v>
                </c:pt>
                <c:pt idx="552">
                  <c:v>0.060419157</c:v>
                </c:pt>
                <c:pt idx="553">
                  <c:v>0.060419157</c:v>
                </c:pt>
                <c:pt idx="554">
                  <c:v>0.052621722</c:v>
                </c:pt>
                <c:pt idx="555">
                  <c:v>0.067776777</c:v>
                </c:pt>
                <c:pt idx="556">
                  <c:v>0.070037231</c:v>
                </c:pt>
                <c:pt idx="557">
                  <c:v>0.066705845</c:v>
                </c:pt>
                <c:pt idx="558">
                  <c:v>0.060031362</c:v>
                </c:pt>
                <c:pt idx="559">
                  <c:v>0.071334124</c:v>
                </c:pt>
                <c:pt idx="560">
                  <c:v>0.0692994</c:v>
                </c:pt>
                <c:pt idx="561">
                  <c:v>0.0695188</c:v>
                </c:pt>
                <c:pt idx="562">
                  <c:v>0.0695188</c:v>
                </c:pt>
                <c:pt idx="563">
                  <c:v>0.066515729</c:v>
                </c:pt>
                <c:pt idx="564">
                  <c:v>0.066515729</c:v>
                </c:pt>
                <c:pt idx="565">
                  <c:v>0.067620657</c:v>
                </c:pt>
                <c:pt idx="566">
                  <c:v>0.067620657</c:v>
                </c:pt>
                <c:pt idx="567">
                  <c:v>0.067620657</c:v>
                </c:pt>
                <c:pt idx="568">
                  <c:v>0.051107787</c:v>
                </c:pt>
                <c:pt idx="569">
                  <c:v>0.051107787</c:v>
                </c:pt>
                <c:pt idx="570">
                  <c:v>0.051107787</c:v>
                </c:pt>
                <c:pt idx="571">
                  <c:v>0.042000238</c:v>
                </c:pt>
                <c:pt idx="572">
                  <c:v>0.042000238</c:v>
                </c:pt>
                <c:pt idx="573">
                  <c:v>0.038668852</c:v>
                </c:pt>
                <c:pt idx="574">
                  <c:v>0.038668852</c:v>
                </c:pt>
                <c:pt idx="575">
                  <c:v>0.052232072</c:v>
                </c:pt>
                <c:pt idx="576">
                  <c:v>0.068065278</c:v>
                </c:pt>
                <c:pt idx="577">
                  <c:v>0.052232072</c:v>
                </c:pt>
                <c:pt idx="578">
                  <c:v>0.052232072</c:v>
                </c:pt>
                <c:pt idx="579">
                  <c:v>0.052232072</c:v>
                </c:pt>
                <c:pt idx="580">
                  <c:v>0.044911511</c:v>
                </c:pt>
                <c:pt idx="581">
                  <c:v>0.044911511</c:v>
                </c:pt>
                <c:pt idx="582">
                  <c:v>0.044911511</c:v>
                </c:pt>
                <c:pt idx="583">
                  <c:v>0.031348292</c:v>
                </c:pt>
                <c:pt idx="584">
                  <c:v>0.031348292</c:v>
                </c:pt>
                <c:pt idx="585">
                  <c:v>0.031348292</c:v>
                </c:pt>
                <c:pt idx="586">
                  <c:v>0.031348292</c:v>
                </c:pt>
                <c:pt idx="587">
                  <c:v>0.044911511</c:v>
                </c:pt>
                <c:pt idx="588">
                  <c:v>0.026199106</c:v>
                </c:pt>
                <c:pt idx="589">
                  <c:v>0.026199106</c:v>
                </c:pt>
                <c:pt idx="590">
                  <c:v>0.026199106</c:v>
                </c:pt>
                <c:pt idx="591">
                  <c:v>0.026199106</c:v>
                </c:pt>
                <c:pt idx="592">
                  <c:v>0.019134246</c:v>
                </c:pt>
                <c:pt idx="593">
                  <c:v>0.019134246</c:v>
                </c:pt>
                <c:pt idx="594">
                  <c:v>0.0233977</c:v>
                </c:pt>
                <c:pt idx="595">
                  <c:v>0.028382076</c:v>
                </c:pt>
                <c:pt idx="596">
                  <c:v>0.036960922</c:v>
                </c:pt>
                <c:pt idx="597">
                  <c:v>0.032658737</c:v>
                </c:pt>
                <c:pt idx="598">
                  <c:v>0.032658737</c:v>
                </c:pt>
                <c:pt idx="599">
                  <c:v>0.0233977</c:v>
                </c:pt>
                <c:pt idx="600">
                  <c:v>0.031834122</c:v>
                </c:pt>
                <c:pt idx="601">
                  <c:v>0.030072182</c:v>
                </c:pt>
                <c:pt idx="602">
                  <c:v>0.0233977</c:v>
                </c:pt>
                <c:pt idx="603">
                  <c:v>0.027055092</c:v>
                </c:pt>
                <c:pt idx="604">
                  <c:v>0.027055092</c:v>
                </c:pt>
                <c:pt idx="605">
                  <c:v>0.027055092</c:v>
                </c:pt>
                <c:pt idx="606">
                  <c:v>0.033729576</c:v>
                </c:pt>
                <c:pt idx="607">
                  <c:v>0.030072182</c:v>
                </c:pt>
                <c:pt idx="608">
                  <c:v>0.035439663</c:v>
                </c:pt>
                <c:pt idx="609">
                  <c:v>0.033914361</c:v>
                </c:pt>
                <c:pt idx="610">
                  <c:v>0.033914361</c:v>
                </c:pt>
                <c:pt idx="611">
                  <c:v>0.038279414</c:v>
                </c:pt>
                <c:pt idx="612">
                  <c:v>0.038279414</c:v>
                </c:pt>
                <c:pt idx="613">
                  <c:v>0.044953898</c:v>
                </c:pt>
                <c:pt idx="614">
                  <c:v>0.044953898</c:v>
                </c:pt>
                <c:pt idx="615">
                  <c:v>0.046115138</c:v>
                </c:pt>
                <c:pt idx="616">
                  <c:v>0.046115138</c:v>
                </c:pt>
                <c:pt idx="617">
                  <c:v>0.040747657</c:v>
                </c:pt>
                <c:pt idx="618">
                  <c:v>0.0424279</c:v>
                </c:pt>
                <c:pt idx="619">
                  <c:v>0.040747657</c:v>
                </c:pt>
                <c:pt idx="620">
                  <c:v>0.044125669</c:v>
                </c:pt>
                <c:pt idx="621">
                  <c:v>0.048690919</c:v>
                </c:pt>
                <c:pt idx="622">
                  <c:v>0.044125669</c:v>
                </c:pt>
                <c:pt idx="623">
                  <c:v>0.050047424</c:v>
                </c:pt>
                <c:pt idx="624">
                  <c:v>0.050047424</c:v>
                </c:pt>
                <c:pt idx="625">
                  <c:v>0.047207385</c:v>
                </c:pt>
                <c:pt idx="626">
                  <c:v>0.050394405</c:v>
                </c:pt>
                <c:pt idx="627">
                  <c:v>0.030156992</c:v>
                </c:pt>
                <c:pt idx="628">
                  <c:v>0.030156992</c:v>
                </c:pt>
                <c:pt idx="629">
                  <c:v>0.023482509</c:v>
                </c:pt>
                <c:pt idx="630">
                  <c:v>0.040377118</c:v>
                </c:pt>
                <c:pt idx="631">
                  <c:v>0.026813896</c:v>
                </c:pt>
                <c:pt idx="632">
                  <c:v>0.049731612</c:v>
                </c:pt>
                <c:pt idx="633">
                  <c:v>0.045468159</c:v>
                </c:pt>
                <c:pt idx="634">
                  <c:v>0.032313209</c:v>
                </c:pt>
                <c:pt idx="635">
                  <c:v>0.026813896</c:v>
                </c:pt>
                <c:pt idx="636">
                  <c:v>0.026813896</c:v>
                </c:pt>
                <c:pt idx="637">
                  <c:v>0.031798273</c:v>
                </c:pt>
                <c:pt idx="638">
                  <c:v>0.028611248</c:v>
                </c:pt>
                <c:pt idx="639">
                  <c:v>0.028611248</c:v>
                </c:pt>
                <c:pt idx="640">
                  <c:v>0.028611248</c:v>
                </c:pt>
                <c:pt idx="641">
                  <c:v>0.028611248</c:v>
                </c:pt>
                <c:pt idx="642">
                  <c:v>0.028611248</c:v>
                </c:pt>
                <c:pt idx="643">
                  <c:v>0.023626873</c:v>
                </c:pt>
                <c:pt idx="644">
                  <c:v>0.023626873</c:v>
                </c:pt>
                <c:pt idx="645">
                  <c:v>0.023626873</c:v>
                </c:pt>
                <c:pt idx="646">
                  <c:v>0.023626873</c:v>
                </c:pt>
                <c:pt idx="647">
                  <c:v>0.023626873</c:v>
                </c:pt>
                <c:pt idx="648">
                  <c:v>0.023626873</c:v>
                </c:pt>
                <c:pt idx="649">
                  <c:v>0.021948131</c:v>
                </c:pt>
                <c:pt idx="650">
                  <c:v>0.019982453</c:v>
                </c:pt>
                <c:pt idx="651">
                  <c:v>0.019982453</c:v>
                </c:pt>
                <c:pt idx="652">
                  <c:v>0.02183634</c:v>
                </c:pt>
                <c:pt idx="653">
                  <c:v>0.030284673</c:v>
                </c:pt>
                <c:pt idx="654">
                  <c:v>0.028430786</c:v>
                </c:pt>
                <c:pt idx="655">
                  <c:v>0.028430786</c:v>
                </c:pt>
                <c:pt idx="656">
                  <c:v>0.014867564</c:v>
                </c:pt>
                <c:pt idx="657">
                  <c:v>0.014867564</c:v>
                </c:pt>
                <c:pt idx="658">
                  <c:v>0.014867564</c:v>
                </c:pt>
                <c:pt idx="659">
                  <c:v>0.014867564</c:v>
                </c:pt>
                <c:pt idx="660">
                  <c:v>0.014867564</c:v>
                </c:pt>
                <c:pt idx="661">
                  <c:v>0.014867564</c:v>
                </c:pt>
                <c:pt idx="662">
                  <c:v>0.016721452</c:v>
                </c:pt>
                <c:pt idx="663">
                  <c:v>0.016721452</c:v>
                </c:pt>
                <c:pt idx="664">
                  <c:v>0.016721452</c:v>
                </c:pt>
                <c:pt idx="665">
                  <c:v>0.016721452</c:v>
                </c:pt>
                <c:pt idx="666">
                  <c:v>0.016721452</c:v>
                </c:pt>
                <c:pt idx="667">
                  <c:v>0.016721452</c:v>
                </c:pt>
                <c:pt idx="668">
                  <c:v>0.016721452</c:v>
                </c:pt>
                <c:pt idx="669">
                  <c:v>0.016721452</c:v>
                </c:pt>
                <c:pt idx="670">
                  <c:v>0.021334745</c:v>
                </c:pt>
                <c:pt idx="671">
                  <c:v>0.021334745</c:v>
                </c:pt>
                <c:pt idx="672">
                  <c:v>0.037988361</c:v>
                </c:pt>
                <c:pt idx="673">
                  <c:v>0.023837417</c:v>
                </c:pt>
                <c:pt idx="674">
                  <c:v>0.023837417</c:v>
                </c:pt>
                <c:pt idx="675">
                  <c:v>0.023837417</c:v>
                </c:pt>
                <c:pt idx="676">
                  <c:v>0.023837417</c:v>
                </c:pt>
                <c:pt idx="677">
                  <c:v>0.025031172</c:v>
                </c:pt>
                <c:pt idx="678">
                  <c:v>0.025031172</c:v>
                </c:pt>
                <c:pt idx="679">
                  <c:v>0.023837417</c:v>
                </c:pt>
                <c:pt idx="680">
                  <c:v>0.028100872</c:v>
                </c:pt>
                <c:pt idx="681">
                  <c:v>0.028100872</c:v>
                </c:pt>
                <c:pt idx="682">
                  <c:v>0.028100872</c:v>
                </c:pt>
                <c:pt idx="683">
                  <c:v>0.028100872</c:v>
                </c:pt>
                <c:pt idx="684">
                  <c:v>0.03148042</c:v>
                </c:pt>
                <c:pt idx="685">
                  <c:v>0.03148042</c:v>
                </c:pt>
                <c:pt idx="686">
                  <c:v>0.041664094</c:v>
                </c:pt>
                <c:pt idx="687">
                  <c:v>0.038056575</c:v>
                </c:pt>
                <c:pt idx="688">
                  <c:v>0.021990679</c:v>
                </c:pt>
                <c:pt idx="689">
                  <c:v>0.021990679</c:v>
                </c:pt>
                <c:pt idx="690">
                  <c:v>0.023969375</c:v>
                </c:pt>
                <c:pt idx="691">
                  <c:v>0.016169693</c:v>
                </c:pt>
                <c:pt idx="692">
                  <c:v>0.021669006</c:v>
                </c:pt>
                <c:pt idx="693">
                  <c:v>0.0115564</c:v>
                </c:pt>
                <c:pt idx="694">
                  <c:v>0.025923327</c:v>
                </c:pt>
                <c:pt idx="695">
                  <c:v>0.025923327</c:v>
                </c:pt>
                <c:pt idx="696">
                  <c:v>0.0115564</c:v>
                </c:pt>
                <c:pt idx="697">
                  <c:v>0.014662459</c:v>
                </c:pt>
                <c:pt idx="698">
                  <c:v>0.010395159</c:v>
                </c:pt>
                <c:pt idx="699">
                  <c:v>0.011980885</c:v>
                </c:pt>
                <c:pt idx="700">
                  <c:v>0.010395159</c:v>
                </c:pt>
                <c:pt idx="701">
                  <c:v>0.010395159</c:v>
                </c:pt>
                <c:pt idx="702">
                  <c:v>0.010395159</c:v>
                </c:pt>
                <c:pt idx="703">
                  <c:v>0.008541272</c:v>
                </c:pt>
                <c:pt idx="704">
                  <c:v>0.008541272</c:v>
                </c:pt>
                <c:pt idx="705">
                  <c:v>0.008541272</c:v>
                </c:pt>
                <c:pt idx="706">
                  <c:v>0.008541272</c:v>
                </c:pt>
                <c:pt idx="707">
                  <c:v>0.008541272</c:v>
                </c:pt>
                <c:pt idx="708">
                  <c:v>0.012041053</c:v>
                </c:pt>
                <c:pt idx="709">
                  <c:v>0.027278554</c:v>
                </c:pt>
                <c:pt idx="710">
                  <c:v>0.024305196</c:v>
                </c:pt>
                <c:pt idx="711">
                  <c:v>0.024305196</c:v>
                </c:pt>
                <c:pt idx="712">
                  <c:v>0.024305196</c:v>
                </c:pt>
                <c:pt idx="713">
                  <c:v>0.033487916</c:v>
                </c:pt>
                <c:pt idx="714">
                  <c:v>0.024305196</c:v>
                </c:pt>
                <c:pt idx="715">
                  <c:v>0.010741976</c:v>
                </c:pt>
                <c:pt idx="716">
                  <c:v>0.010283997</c:v>
                </c:pt>
                <c:pt idx="717">
                  <c:v>0.010992613</c:v>
                </c:pt>
                <c:pt idx="718">
                  <c:v>0.029766794</c:v>
                </c:pt>
                <c:pt idx="719">
                  <c:v>0.013034936</c:v>
                </c:pt>
                <c:pt idx="720">
                  <c:v>0.00922946</c:v>
                </c:pt>
                <c:pt idx="721">
                  <c:v>0.00922946</c:v>
                </c:pt>
                <c:pt idx="722">
                  <c:v>0.014728771</c:v>
                </c:pt>
                <c:pt idx="723">
                  <c:v>0.014728771</c:v>
                </c:pt>
                <c:pt idx="724">
                  <c:v>0.013076128</c:v>
                </c:pt>
                <c:pt idx="725">
                  <c:v>0.013076128</c:v>
                </c:pt>
                <c:pt idx="726">
                  <c:v>0.015141838</c:v>
                </c:pt>
                <c:pt idx="727">
                  <c:v>0.015141838</c:v>
                </c:pt>
                <c:pt idx="728">
                  <c:v>0.015141838</c:v>
                </c:pt>
                <c:pt idx="729">
                  <c:v>0.015141838</c:v>
                </c:pt>
                <c:pt idx="730">
                  <c:v>0.015141838</c:v>
                </c:pt>
                <c:pt idx="731">
                  <c:v>0.0075768172</c:v>
                </c:pt>
                <c:pt idx="732">
                  <c:v>0.015827514</c:v>
                </c:pt>
                <c:pt idx="733">
                  <c:v>0.015827514</c:v>
                </c:pt>
                <c:pt idx="734">
                  <c:v>0.013626811</c:v>
                </c:pt>
                <c:pt idx="735">
                  <c:v>0.011584487</c:v>
                </c:pt>
                <c:pt idx="736">
                  <c:v>0.012331846</c:v>
                </c:pt>
                <c:pt idx="737">
                  <c:v>0.027511643</c:v>
                </c:pt>
                <c:pt idx="738">
                  <c:v>0.026055669</c:v>
                </c:pt>
                <c:pt idx="739">
                  <c:v>0.014761535</c:v>
                </c:pt>
                <c:pt idx="740">
                  <c:v>0.014761535</c:v>
                </c:pt>
                <c:pt idx="741">
                  <c:v>0.013278322</c:v>
                </c:pt>
                <c:pt idx="742">
                  <c:v>0.0093926582</c:v>
                </c:pt>
                <c:pt idx="743">
                  <c:v>0.0093926582</c:v>
                </c:pt>
                <c:pt idx="744">
                  <c:v>0.012132587</c:v>
                </c:pt>
                <c:pt idx="745">
                  <c:v>0.012132587</c:v>
                </c:pt>
                <c:pt idx="746">
                  <c:v>0.012132587</c:v>
                </c:pt>
                <c:pt idx="747">
                  <c:v>0.012132587</c:v>
                </c:pt>
                <c:pt idx="748">
                  <c:v>0.012132587</c:v>
                </c:pt>
                <c:pt idx="749">
                  <c:v>0.013478397</c:v>
                </c:pt>
                <c:pt idx="750">
                  <c:v>0.015238646</c:v>
                </c:pt>
                <c:pt idx="751">
                  <c:v>0.015238646</c:v>
                </c:pt>
                <c:pt idx="752">
                  <c:v>0.036445677</c:v>
                </c:pt>
                <c:pt idx="753">
                  <c:v>0.033418857</c:v>
                </c:pt>
                <c:pt idx="754">
                  <c:v>0.045637242</c:v>
                </c:pt>
                <c:pt idx="755">
                  <c:v>0.045637242</c:v>
                </c:pt>
                <c:pt idx="756">
                  <c:v>0.05100536</c:v>
                </c:pt>
                <c:pt idx="757">
                  <c:v>0.055519905</c:v>
                </c:pt>
                <c:pt idx="758">
                  <c:v>0.069844618</c:v>
                </c:pt>
                <c:pt idx="759">
                  <c:v>0.059722673</c:v>
                </c:pt>
                <c:pt idx="760">
                  <c:v>0.058444448</c:v>
                </c:pt>
                <c:pt idx="761">
                  <c:v>0.056554038</c:v>
                </c:pt>
                <c:pt idx="762">
                  <c:v>0.058139767</c:v>
                </c:pt>
                <c:pt idx="763">
                  <c:v>0.058139767</c:v>
                </c:pt>
                <c:pt idx="764">
                  <c:v>0.056554038</c:v>
                </c:pt>
                <c:pt idx="765">
                  <c:v>0.061531007</c:v>
                </c:pt>
                <c:pt idx="766">
                  <c:v>0.061531007</c:v>
                </c:pt>
                <c:pt idx="767">
                  <c:v>0.061531007</c:v>
                </c:pt>
                <c:pt idx="768">
                  <c:v>0.076434739</c:v>
                </c:pt>
                <c:pt idx="769">
                  <c:v>0.06821245</c:v>
                </c:pt>
                <c:pt idx="770">
                  <c:v>0.06821245</c:v>
                </c:pt>
                <c:pt idx="771">
                  <c:v>0.081032164</c:v>
                </c:pt>
                <c:pt idx="772">
                  <c:v>0.075286515</c:v>
                </c:pt>
                <c:pt idx="773">
                  <c:v>0.070030957</c:v>
                </c:pt>
                <c:pt idx="774">
                  <c:v>0.068446547</c:v>
                </c:pt>
                <c:pt idx="775">
                  <c:v>0.078848779</c:v>
                </c:pt>
                <c:pt idx="776">
                  <c:v>0.078848779</c:v>
                </c:pt>
                <c:pt idx="777">
                  <c:v>0.070806429</c:v>
                </c:pt>
                <c:pt idx="778">
                  <c:v>0.070806429</c:v>
                </c:pt>
                <c:pt idx="779">
                  <c:v>0.065830626</c:v>
                </c:pt>
                <c:pt idx="780">
                  <c:v>0.064369366</c:v>
                </c:pt>
                <c:pt idx="781">
                  <c:v>0.037519261</c:v>
                </c:pt>
                <c:pt idx="782">
                  <c:v>0.042980552</c:v>
                </c:pt>
                <c:pt idx="783">
                  <c:v>0.042980552</c:v>
                </c:pt>
                <c:pt idx="784">
                  <c:v>0.054726303</c:v>
                </c:pt>
                <c:pt idx="785">
                  <c:v>0.049265008</c:v>
                </c:pt>
                <c:pt idx="786">
                  <c:v>0.054845829</c:v>
                </c:pt>
                <c:pt idx="787">
                  <c:v>0.052931003</c:v>
                </c:pt>
                <c:pt idx="788">
                  <c:v>0.055483773</c:v>
                </c:pt>
                <c:pt idx="789">
                  <c:v>0.058217749</c:v>
                </c:pt>
                <c:pt idx="790">
                  <c:v>0.069373824</c:v>
                </c:pt>
                <c:pt idx="791">
                  <c:v>0.068568416</c:v>
                </c:pt>
                <c:pt idx="792">
                  <c:v>0.056703724</c:v>
                </c:pt>
                <c:pt idx="793">
                  <c:v>0.057787485</c:v>
                </c:pt>
                <c:pt idx="794">
                  <c:v>0.060181666</c:v>
                </c:pt>
                <c:pt idx="795">
                  <c:v>0.062399194</c:v>
                </c:pt>
                <c:pt idx="796">
                  <c:v>0.069700465</c:v>
                </c:pt>
                <c:pt idx="797">
                  <c:v>0.070808448</c:v>
                </c:pt>
                <c:pt idx="798">
                  <c:v>0.068954557</c:v>
                </c:pt>
                <c:pt idx="799">
                  <c:v>0.068954557</c:v>
                </c:pt>
                <c:pt idx="800">
                  <c:v>0.067793317</c:v>
                </c:pt>
                <c:pt idx="801">
                  <c:v>0.069071539</c:v>
                </c:pt>
                <c:pt idx="802">
                  <c:v>0.06730698</c:v>
                </c:pt>
                <c:pt idx="803">
                  <c:v>0.0690062</c:v>
                </c:pt>
                <c:pt idx="804">
                  <c:v>0.070496291</c:v>
                </c:pt>
                <c:pt idx="805">
                  <c:v>0.060094055</c:v>
                </c:pt>
                <c:pt idx="806">
                  <c:v>0.057226565</c:v>
                </c:pt>
                <c:pt idx="807">
                  <c:v>0.086392112</c:v>
                </c:pt>
                <c:pt idx="808">
                  <c:v>0.10879007</c:v>
                </c:pt>
                <c:pt idx="809">
                  <c:v>0.11837216</c:v>
                </c:pt>
                <c:pt idx="810">
                  <c:v>0.1156382</c:v>
                </c:pt>
                <c:pt idx="811">
                  <c:v>0.12146946</c:v>
                </c:pt>
                <c:pt idx="812">
                  <c:v>0.12994228</c:v>
                </c:pt>
                <c:pt idx="813">
                  <c:v>0.12618318</c:v>
                </c:pt>
                <c:pt idx="814">
                  <c:v>0.12809519</c:v>
                </c:pt>
                <c:pt idx="815">
                  <c:v>0.12809519</c:v>
                </c:pt>
                <c:pt idx="816">
                  <c:v>0.12996879</c:v>
                </c:pt>
                <c:pt idx="817">
                  <c:v>0.12731442</c:v>
                </c:pt>
                <c:pt idx="818">
                  <c:v>0.13340214</c:v>
                </c:pt>
                <c:pt idx="819">
                  <c:v>0.13340214</c:v>
                </c:pt>
                <c:pt idx="820">
                  <c:v>0.13613611</c:v>
                </c:pt>
                <c:pt idx="821">
                  <c:v>0.14305131</c:v>
                </c:pt>
                <c:pt idx="822">
                  <c:v>0.15661043</c:v>
                </c:pt>
                <c:pt idx="823">
                  <c:v>0.14182548</c:v>
                </c:pt>
                <c:pt idx="824">
                  <c:v>0.14266221</c:v>
                </c:pt>
                <c:pt idx="825">
                  <c:v>0.15484367</c:v>
                </c:pt>
                <c:pt idx="826">
                  <c:v>0.16446425</c:v>
                </c:pt>
                <c:pt idx="827">
                  <c:v>0.187427</c:v>
                </c:pt>
                <c:pt idx="828">
                  <c:v>0.18348512</c:v>
                </c:pt>
                <c:pt idx="829">
                  <c:v>0.18641277</c:v>
                </c:pt>
                <c:pt idx="830">
                  <c:v>0.18822396</c:v>
                </c:pt>
                <c:pt idx="831">
                  <c:v>0.19106826</c:v>
                </c:pt>
                <c:pt idx="832">
                  <c:v>0.19106826</c:v>
                </c:pt>
                <c:pt idx="833">
                  <c:v>0.20567355</c:v>
                </c:pt>
                <c:pt idx="834">
                  <c:v>0.20369133</c:v>
                </c:pt>
                <c:pt idx="835">
                  <c:v>0.19997321</c:v>
                </c:pt>
                <c:pt idx="836">
                  <c:v>0.19997321</c:v>
                </c:pt>
                <c:pt idx="837">
                  <c:v>0.19700977</c:v>
                </c:pt>
                <c:pt idx="838">
                  <c:v>0.21779807</c:v>
                </c:pt>
                <c:pt idx="839">
                  <c:v>0.24333452</c:v>
                </c:pt>
                <c:pt idx="840">
                  <c:v>0.23861767</c:v>
                </c:pt>
                <c:pt idx="841">
                  <c:v>0.2098698</c:v>
                </c:pt>
                <c:pt idx="842">
                  <c:v>0.2098698</c:v>
                </c:pt>
                <c:pt idx="843">
                  <c:v>0.18806978</c:v>
                </c:pt>
                <c:pt idx="844">
                  <c:v>0.19035158</c:v>
                </c:pt>
                <c:pt idx="845">
                  <c:v>0.19467396</c:v>
                </c:pt>
                <c:pt idx="846">
                  <c:v>0.20367433</c:v>
                </c:pt>
                <c:pt idx="847">
                  <c:v>0.22545747</c:v>
                </c:pt>
                <c:pt idx="848">
                  <c:v>0.23061936</c:v>
                </c:pt>
                <c:pt idx="849">
                  <c:v>0.22251703</c:v>
                </c:pt>
                <c:pt idx="850">
                  <c:v>0.20629014</c:v>
                </c:pt>
                <c:pt idx="851">
                  <c:v>0.20437701</c:v>
                </c:pt>
                <c:pt idx="852">
                  <c:v>0.16295265</c:v>
                </c:pt>
                <c:pt idx="853">
                  <c:v>0.16058384</c:v>
                </c:pt>
                <c:pt idx="854">
                  <c:v>0.16508919</c:v>
                </c:pt>
                <c:pt idx="855">
                  <c:v>0.16341704</c:v>
                </c:pt>
                <c:pt idx="856">
                  <c:v>0.15914759</c:v>
                </c:pt>
                <c:pt idx="857">
                  <c:v>0.16275512</c:v>
                </c:pt>
                <c:pt idx="858">
                  <c:v>0.17017786</c:v>
                </c:pt>
                <c:pt idx="859">
                  <c:v>0.17288677</c:v>
                </c:pt>
                <c:pt idx="860">
                  <c:v>0.17619044</c:v>
                </c:pt>
                <c:pt idx="861">
                  <c:v>0.18351908</c:v>
                </c:pt>
                <c:pt idx="862">
                  <c:v>0.18207189</c:v>
                </c:pt>
                <c:pt idx="863">
                  <c:v>0.18879603</c:v>
                </c:pt>
                <c:pt idx="864">
                  <c:v>0.19358014</c:v>
                </c:pt>
                <c:pt idx="865">
                  <c:v>0.21231924</c:v>
                </c:pt>
                <c:pt idx="866">
                  <c:v>0.2261128</c:v>
                </c:pt>
                <c:pt idx="867">
                  <c:v>0.22783044</c:v>
                </c:pt>
                <c:pt idx="868">
                  <c:v>0.20093846</c:v>
                </c:pt>
                <c:pt idx="869">
                  <c:v>0.19427042</c:v>
                </c:pt>
                <c:pt idx="870">
                  <c:v>0.20354001</c:v>
                </c:pt>
                <c:pt idx="871">
                  <c:v>0.19802177</c:v>
                </c:pt>
                <c:pt idx="872">
                  <c:v>0.21310554</c:v>
                </c:pt>
                <c:pt idx="873">
                  <c:v>0.21523125</c:v>
                </c:pt>
                <c:pt idx="874">
                  <c:v>0.21749172</c:v>
                </c:pt>
                <c:pt idx="875">
                  <c:v>0.21859077</c:v>
                </c:pt>
                <c:pt idx="876">
                  <c:v>0.22056794</c:v>
                </c:pt>
                <c:pt idx="877">
                  <c:v>0.20830011</c:v>
                </c:pt>
                <c:pt idx="878">
                  <c:v>0.22804619</c:v>
                </c:pt>
                <c:pt idx="879">
                  <c:v>0.22681777</c:v>
                </c:pt>
                <c:pt idx="880">
                  <c:v>0.22470337</c:v>
                </c:pt>
                <c:pt idx="881">
                  <c:v>0.21043982</c:v>
                </c:pt>
                <c:pt idx="882">
                  <c:v>0.20887017</c:v>
                </c:pt>
                <c:pt idx="883">
                  <c:v>0.21178697</c:v>
                </c:pt>
                <c:pt idx="884">
                  <c:v>0.2546764</c:v>
                </c:pt>
                <c:pt idx="885">
                  <c:v>0.26433414</c:v>
                </c:pt>
                <c:pt idx="886">
                  <c:v>0.26136228</c:v>
                </c:pt>
                <c:pt idx="887">
                  <c:v>0.24746375</c:v>
                </c:pt>
                <c:pt idx="888">
                  <c:v>0.24405769</c:v>
                </c:pt>
                <c:pt idx="889">
                  <c:v>0.25779021</c:v>
                </c:pt>
                <c:pt idx="890">
                  <c:v>0.24929221</c:v>
                </c:pt>
                <c:pt idx="891">
                  <c:v>0.24338637</c:v>
                </c:pt>
                <c:pt idx="892">
                  <c:v>0.23305991</c:v>
                </c:pt>
                <c:pt idx="893">
                  <c:v>0.26335794</c:v>
                </c:pt>
                <c:pt idx="894">
                  <c:v>0.24934544</c:v>
                </c:pt>
                <c:pt idx="895">
                  <c:v>0.2389612</c:v>
                </c:pt>
                <c:pt idx="896">
                  <c:v>0.20214339</c:v>
                </c:pt>
                <c:pt idx="897">
                  <c:v>0.20453756</c:v>
                </c:pt>
                <c:pt idx="898">
                  <c:v>0.22379969</c:v>
                </c:pt>
                <c:pt idx="899">
                  <c:v>0.20861229</c:v>
                </c:pt>
                <c:pt idx="900">
                  <c:v>0.21337575</c:v>
                </c:pt>
                <c:pt idx="901">
                  <c:v>0.21515822</c:v>
                </c:pt>
                <c:pt idx="902">
                  <c:v>0.2383391</c:v>
                </c:pt>
                <c:pt idx="903">
                  <c:v>0.2215129</c:v>
                </c:pt>
                <c:pt idx="904">
                  <c:v>0.19517578</c:v>
                </c:pt>
                <c:pt idx="905">
                  <c:v>0.18796213</c:v>
                </c:pt>
                <c:pt idx="906">
                  <c:v>0.18927492</c:v>
                </c:pt>
                <c:pt idx="907">
                  <c:v>0.14750122</c:v>
                </c:pt>
                <c:pt idx="908">
                  <c:v>0.13781077</c:v>
                </c:pt>
                <c:pt idx="909">
                  <c:v>0.13314758</c:v>
                </c:pt>
                <c:pt idx="910">
                  <c:v>0.11860635</c:v>
                </c:pt>
                <c:pt idx="911">
                  <c:v>0.11955964</c:v>
                </c:pt>
                <c:pt idx="912">
                  <c:v>0.11543865</c:v>
                </c:pt>
                <c:pt idx="913">
                  <c:v>0.11543865</c:v>
                </c:pt>
                <c:pt idx="914">
                  <c:v>0.11543865</c:v>
                </c:pt>
                <c:pt idx="915">
                  <c:v>0.11543865</c:v>
                </c:pt>
                <c:pt idx="916">
                  <c:v>0.10981984</c:v>
                </c:pt>
                <c:pt idx="917">
                  <c:v>0.10981984</c:v>
                </c:pt>
                <c:pt idx="918">
                  <c:v>0.10835859</c:v>
                </c:pt>
                <c:pt idx="919">
                  <c:v>0.10835859</c:v>
                </c:pt>
                <c:pt idx="920">
                  <c:v>0.10340413</c:v>
                </c:pt>
                <c:pt idx="921">
                  <c:v>0.10467206</c:v>
                </c:pt>
                <c:pt idx="922">
                  <c:v>0.10478979</c:v>
                </c:pt>
                <c:pt idx="923">
                  <c:v>0.13312748</c:v>
                </c:pt>
                <c:pt idx="924">
                  <c:v>0.13544412</c:v>
                </c:pt>
                <c:pt idx="925">
                  <c:v>0.13217151</c:v>
                </c:pt>
                <c:pt idx="926">
                  <c:v>0.13590229</c:v>
                </c:pt>
                <c:pt idx="927">
                  <c:v>0.13557757</c:v>
                </c:pt>
                <c:pt idx="928">
                  <c:v>0.15099345</c:v>
                </c:pt>
                <c:pt idx="929">
                  <c:v>0.13962109</c:v>
                </c:pt>
                <c:pt idx="930">
                  <c:v>0.1200253</c:v>
                </c:pt>
                <c:pt idx="931">
                  <c:v>0.13725686</c:v>
                </c:pt>
                <c:pt idx="932">
                  <c:v>0.12834747</c:v>
                </c:pt>
                <c:pt idx="933">
                  <c:v>0.10287961</c:v>
                </c:pt>
                <c:pt idx="934">
                  <c:v>0.10068773</c:v>
                </c:pt>
                <c:pt idx="935">
                  <c:v>0.10409378</c:v>
                </c:pt>
                <c:pt idx="936">
                  <c:v>0.10409378</c:v>
                </c:pt>
                <c:pt idx="937">
                  <c:v>0.11138513</c:v>
                </c:pt>
                <c:pt idx="938">
                  <c:v>0.11138513</c:v>
                </c:pt>
                <c:pt idx="939">
                  <c:v>0.10638604</c:v>
                </c:pt>
                <c:pt idx="940">
                  <c:v>0.10400746</c:v>
                </c:pt>
                <c:pt idx="941">
                  <c:v>0.11238965</c:v>
                </c:pt>
                <c:pt idx="942">
                  <c:v>0.10425744</c:v>
                </c:pt>
                <c:pt idx="943">
                  <c:v>0.10496605</c:v>
                </c:pt>
                <c:pt idx="944">
                  <c:v>0.11115649</c:v>
                </c:pt>
                <c:pt idx="945">
                  <c:v>0.11339259</c:v>
                </c:pt>
                <c:pt idx="946">
                  <c:v>0.1187273</c:v>
                </c:pt>
                <c:pt idx="947">
                  <c:v>0.12805898</c:v>
                </c:pt>
                <c:pt idx="948">
                  <c:v>0.16479841</c:v>
                </c:pt>
                <c:pt idx="949">
                  <c:v>0.15528192</c:v>
                </c:pt>
                <c:pt idx="950">
                  <c:v>0.13702936</c:v>
                </c:pt>
                <c:pt idx="951">
                  <c:v>0.13702936</c:v>
                </c:pt>
                <c:pt idx="952">
                  <c:v>0.14459454</c:v>
                </c:pt>
                <c:pt idx="953">
                  <c:v>0.1392331</c:v>
                </c:pt>
                <c:pt idx="954">
                  <c:v>0.14005017</c:v>
                </c:pt>
                <c:pt idx="955">
                  <c:v>0.14005017</c:v>
                </c:pt>
                <c:pt idx="956">
                  <c:v>0.14428411</c:v>
                </c:pt>
                <c:pt idx="957">
                  <c:v>0.15605694</c:v>
                </c:pt>
                <c:pt idx="958">
                  <c:v>0.14276722</c:v>
                </c:pt>
                <c:pt idx="959">
                  <c:v>0.19506319</c:v>
                </c:pt>
                <c:pt idx="960">
                  <c:v>0.19595005</c:v>
                </c:pt>
                <c:pt idx="961">
                  <c:v>0.19980131</c:v>
                </c:pt>
                <c:pt idx="962">
                  <c:v>0.20586917</c:v>
                </c:pt>
                <c:pt idx="963">
                  <c:v>0.20192914</c:v>
                </c:pt>
                <c:pt idx="964">
                  <c:v>0.18142053</c:v>
                </c:pt>
                <c:pt idx="965">
                  <c:v>0.17133941</c:v>
                </c:pt>
                <c:pt idx="966">
                  <c:v>0.17603002</c:v>
                </c:pt>
                <c:pt idx="967">
                  <c:v>0.17426808</c:v>
                </c:pt>
                <c:pt idx="968">
                  <c:v>0.18267322</c:v>
                </c:pt>
                <c:pt idx="969">
                  <c:v>0.17379895</c:v>
                </c:pt>
                <c:pt idx="970">
                  <c:v>0.19084387</c:v>
                </c:pt>
                <c:pt idx="971">
                  <c:v>0.2039122</c:v>
                </c:pt>
                <c:pt idx="972">
                  <c:v>0.1931324</c:v>
                </c:pt>
                <c:pt idx="973">
                  <c:v>0.19606251</c:v>
                </c:pt>
                <c:pt idx="974">
                  <c:v>0.18634266</c:v>
                </c:pt>
                <c:pt idx="975">
                  <c:v>0.14093302</c:v>
                </c:pt>
                <c:pt idx="976">
                  <c:v>0.12540944</c:v>
                </c:pt>
                <c:pt idx="977">
                  <c:v>0.12800206</c:v>
                </c:pt>
                <c:pt idx="978">
                  <c:v>0.12189029</c:v>
                </c:pt>
                <c:pt idx="979">
                  <c:v>0.10153407</c:v>
                </c:pt>
                <c:pt idx="980">
                  <c:v>0.10341133</c:v>
                </c:pt>
                <c:pt idx="981">
                  <c:v>0.11176571</c:v>
                </c:pt>
                <c:pt idx="982">
                  <c:v>0.10782568</c:v>
                </c:pt>
                <c:pt idx="983">
                  <c:v>0.091103844</c:v>
                </c:pt>
                <c:pt idx="984">
                  <c:v>0.085872434</c:v>
                </c:pt>
                <c:pt idx="985">
                  <c:v>0.08900471</c:v>
                </c:pt>
                <c:pt idx="986">
                  <c:v>0.098172978</c:v>
                </c:pt>
                <c:pt idx="987">
                  <c:v>0.094273135</c:v>
                </c:pt>
                <c:pt idx="988">
                  <c:v>0.095434159</c:v>
                </c:pt>
                <c:pt idx="989">
                  <c:v>0.090317406</c:v>
                </c:pt>
                <c:pt idx="990">
                  <c:v>0.099283166</c:v>
                </c:pt>
                <c:pt idx="991">
                  <c:v>0.097058468</c:v>
                </c:pt>
                <c:pt idx="992">
                  <c:v>0.0990741</c:v>
                </c:pt>
                <c:pt idx="993">
                  <c:v>0.1075721</c:v>
                </c:pt>
                <c:pt idx="994">
                  <c:v>0.10266166</c:v>
                </c:pt>
                <c:pt idx="995">
                  <c:v>0.10641494</c:v>
                </c:pt>
                <c:pt idx="996">
                  <c:v>0.097916938</c:v>
                </c:pt>
                <c:pt idx="997">
                  <c:v>0.097916938</c:v>
                </c:pt>
                <c:pt idx="998">
                  <c:v>0.096579671</c:v>
                </c:pt>
                <c:pt idx="999">
                  <c:v>0.10005902</c:v>
                </c:pt>
                <c:pt idx="1000">
                  <c:v>0.0890366</c:v>
                </c:pt>
                <c:pt idx="1001">
                  <c:v>0.084515579</c:v>
                </c:pt>
                <c:pt idx="1002">
                  <c:v>0.089851379</c:v>
                </c:pt>
                <c:pt idx="1003">
                  <c:v>0.085909687</c:v>
                </c:pt>
                <c:pt idx="1004">
                  <c:v>0.088058516</c:v>
                </c:pt>
                <c:pt idx="1005">
                  <c:v>0.050840143</c:v>
                </c:pt>
                <c:pt idx="1006">
                  <c:v>0.051657204</c:v>
                </c:pt>
                <c:pt idx="1007">
                  <c:v>0.048247512</c:v>
                </c:pt>
                <c:pt idx="1008">
                  <c:v>0.05118084</c:v>
                </c:pt>
                <c:pt idx="1009">
                  <c:v>0.05118084</c:v>
                </c:pt>
                <c:pt idx="1010">
                  <c:v>0.050235666</c:v>
                </c:pt>
                <c:pt idx="1011">
                  <c:v>0.049494334</c:v>
                </c:pt>
                <c:pt idx="1012">
                  <c:v>0.058948334</c:v>
                </c:pt>
                <c:pt idx="1013">
                  <c:v>0.05275305</c:v>
                </c:pt>
                <c:pt idx="1014">
                  <c:v>0.05275305</c:v>
                </c:pt>
                <c:pt idx="1015">
                  <c:v>0.053461667</c:v>
                </c:pt>
                <c:pt idx="1016">
                  <c:v>0.053145267</c:v>
                </c:pt>
                <c:pt idx="1017">
                  <c:v>0.05586794</c:v>
                </c:pt>
                <c:pt idx="1018">
                  <c:v>0.065183</c:v>
                </c:pt>
                <c:pt idx="1019">
                  <c:v>0.064365938</c:v>
                </c:pt>
                <c:pt idx="1020">
                  <c:v>0.064365938</c:v>
                </c:pt>
                <c:pt idx="1021">
                  <c:v>0.06226008</c:v>
                </c:pt>
                <c:pt idx="1022">
                  <c:v>0.05586794</c:v>
                </c:pt>
                <c:pt idx="1023">
                  <c:v>0.057683617</c:v>
                </c:pt>
                <c:pt idx="1024">
                  <c:v>0.064365938</c:v>
                </c:pt>
                <c:pt idx="1025">
                  <c:v>0.064365938</c:v>
                </c:pt>
                <c:pt idx="1026">
                  <c:v>0.061643265</c:v>
                </c:pt>
                <c:pt idx="1027">
                  <c:v>0.06524004</c:v>
                </c:pt>
                <c:pt idx="1028">
                  <c:v>0.062460329</c:v>
                </c:pt>
                <c:pt idx="1029">
                  <c:v>0.061643265</c:v>
                </c:pt>
                <c:pt idx="1030">
                  <c:v>0.053145267</c:v>
                </c:pt>
                <c:pt idx="1031">
                  <c:v>0.053145267</c:v>
                </c:pt>
                <c:pt idx="1032">
                  <c:v>0.053145267</c:v>
                </c:pt>
                <c:pt idx="1033">
                  <c:v>0.077393152</c:v>
                </c:pt>
                <c:pt idx="1034">
                  <c:v>0.077393152</c:v>
                </c:pt>
                <c:pt idx="1035">
                  <c:v>0.077393152</c:v>
                </c:pt>
                <c:pt idx="1036">
                  <c:v>0.05912935</c:v>
                </c:pt>
                <c:pt idx="1037">
                  <c:v>0.049814288</c:v>
                </c:pt>
                <c:pt idx="1038">
                  <c:v>0.049814288</c:v>
                </c:pt>
                <c:pt idx="1039">
                  <c:v>0.034881461</c:v>
                </c:pt>
                <c:pt idx="1040">
                  <c:v>0.036862496</c:v>
                </c:pt>
                <c:pt idx="1041">
                  <c:v>0.036862496</c:v>
                </c:pt>
                <c:pt idx="1042">
                  <c:v>0.036862496</c:v>
                </c:pt>
                <c:pt idx="1043">
                  <c:v>0.034881461</c:v>
                </c:pt>
                <c:pt idx="1044">
                  <c:v>0.037239667</c:v>
                </c:pt>
                <c:pt idx="1045">
                  <c:v>0.038056731</c:v>
                </c:pt>
                <c:pt idx="1046">
                  <c:v>0.038056731</c:v>
                </c:pt>
                <c:pt idx="1047">
                  <c:v>0.045737669</c:v>
                </c:pt>
                <c:pt idx="1048">
                  <c:v>0.039443411</c:v>
                </c:pt>
                <c:pt idx="1049">
                  <c:v>0.033041161</c:v>
                </c:pt>
                <c:pt idx="1050">
                  <c:v>0.038518876</c:v>
                </c:pt>
                <c:pt idx="1051">
                  <c:v>0.038518876</c:v>
                </c:pt>
                <c:pt idx="1052">
                  <c:v>0.033041161</c:v>
                </c:pt>
                <c:pt idx="1053">
                  <c:v>0.033041161</c:v>
                </c:pt>
                <c:pt idx="1054">
                  <c:v>0.033858221</c:v>
                </c:pt>
                <c:pt idx="1055">
                  <c:v>0.025367033</c:v>
                </c:pt>
                <c:pt idx="1056">
                  <c:v>0.015118405</c:v>
                </c:pt>
                <c:pt idx="1057">
                  <c:v>0.015118405</c:v>
                </c:pt>
                <c:pt idx="1058">
                  <c:v>0.015827021</c:v>
                </c:pt>
                <c:pt idx="1059">
                  <c:v>0.015118405</c:v>
                </c:pt>
                <c:pt idx="1060">
                  <c:v>0.015118405</c:v>
                </c:pt>
                <c:pt idx="1061">
                  <c:v>0.015118405</c:v>
                </c:pt>
                <c:pt idx="1062">
                  <c:v>0.014301344</c:v>
                </c:pt>
                <c:pt idx="1063">
                  <c:v>0.014301344</c:v>
                </c:pt>
                <c:pt idx="1064">
                  <c:v>0.014301344</c:v>
                </c:pt>
                <c:pt idx="1065">
                  <c:v>0.014301344</c:v>
                </c:pt>
                <c:pt idx="1066">
                  <c:v>0.014301344</c:v>
                </c:pt>
                <c:pt idx="1067">
                  <c:v>0.014301344</c:v>
                </c:pt>
                <c:pt idx="1068">
                  <c:v>0.014301344</c:v>
                </c:pt>
                <c:pt idx="1069">
                  <c:v>0.015118405</c:v>
                </c:pt>
                <c:pt idx="1070">
                  <c:v>0.019440716</c:v>
                </c:pt>
                <c:pt idx="1071">
                  <c:v>0.070977889</c:v>
                </c:pt>
                <c:pt idx="1072">
                  <c:v>0.070160829</c:v>
                </c:pt>
                <c:pt idx="1073">
                  <c:v>0.065838516</c:v>
                </c:pt>
                <c:pt idx="1074">
                  <c:v>0.065838516</c:v>
                </c:pt>
                <c:pt idx="1075">
                  <c:v>0.065838516</c:v>
                </c:pt>
                <c:pt idx="1076">
                  <c:v>0.065838516</c:v>
                </c:pt>
                <c:pt idx="1077">
                  <c:v>0.065838516</c:v>
                </c:pt>
                <c:pt idx="1078">
                  <c:v>0.065838516</c:v>
                </c:pt>
                <c:pt idx="1079">
                  <c:v>0.064062953</c:v>
                </c:pt>
                <c:pt idx="1080">
                  <c:v>0.064062953</c:v>
                </c:pt>
                <c:pt idx="1081">
                  <c:v>0.064062953</c:v>
                </c:pt>
                <c:pt idx="1082">
                  <c:v>0.071862951</c:v>
                </c:pt>
                <c:pt idx="1083">
                  <c:v>0.071862951</c:v>
                </c:pt>
                <c:pt idx="1084">
                  <c:v>0.071862951</c:v>
                </c:pt>
                <c:pt idx="1085">
                  <c:v>0.071862951</c:v>
                </c:pt>
                <c:pt idx="1086">
                  <c:v>0.071862951</c:v>
                </c:pt>
                <c:pt idx="1087">
                  <c:v>0.071862951</c:v>
                </c:pt>
                <c:pt idx="1088">
                  <c:v>0.071862951</c:v>
                </c:pt>
                <c:pt idx="1089">
                  <c:v>0.072680011</c:v>
                </c:pt>
                <c:pt idx="1090">
                  <c:v>0.068212822</c:v>
                </c:pt>
                <c:pt idx="1091">
                  <c:v>0.068212822</c:v>
                </c:pt>
                <c:pt idx="1092">
                  <c:v>0.058778696</c:v>
                </c:pt>
                <c:pt idx="1093">
                  <c:v>0.056574952</c:v>
                </c:pt>
                <c:pt idx="1094">
                  <c:v>0.056574952</c:v>
                </c:pt>
                <c:pt idx="1095">
                  <c:v>0.057392016</c:v>
                </c:pt>
                <c:pt idx="1096">
                  <c:v>0.057392016</c:v>
                </c:pt>
                <c:pt idx="1097">
                  <c:v>0.057392016</c:v>
                </c:pt>
                <c:pt idx="1098">
                  <c:v>0.057392016</c:v>
                </c:pt>
                <c:pt idx="1099">
                  <c:v>0.057392016</c:v>
                </c:pt>
                <c:pt idx="1100">
                  <c:v>0.057392016</c:v>
                </c:pt>
                <c:pt idx="1101">
                  <c:v>0.057392016</c:v>
                </c:pt>
                <c:pt idx="1102">
                  <c:v>0.057392016</c:v>
                </c:pt>
                <c:pt idx="1103">
                  <c:v>0.057392016</c:v>
                </c:pt>
                <c:pt idx="1104">
                  <c:v>0.057392016</c:v>
                </c:pt>
                <c:pt idx="1105">
                  <c:v>0.057392016</c:v>
                </c:pt>
                <c:pt idx="1106">
                  <c:v>0.057392016</c:v>
                </c:pt>
                <c:pt idx="1107">
                  <c:v>0.057392016</c:v>
                </c:pt>
                <c:pt idx="1108">
                  <c:v>0.057392016</c:v>
                </c:pt>
                <c:pt idx="1109">
                  <c:v>0.057392016</c:v>
                </c:pt>
                <c:pt idx="1110">
                  <c:v>0.057392016</c:v>
                </c:pt>
                <c:pt idx="1111">
                  <c:v>0.056574952</c:v>
                </c:pt>
                <c:pt idx="1112">
                  <c:v>0.056574952</c:v>
                </c:pt>
                <c:pt idx="1113">
                  <c:v>0.054216746</c:v>
                </c:pt>
                <c:pt idx="1114">
                  <c:v>0.054216746</c:v>
                </c:pt>
                <c:pt idx="1115">
                  <c:v>0.054216746</c:v>
                </c:pt>
                <c:pt idx="1116">
                  <c:v>0.054216746</c:v>
                </c:pt>
                <c:pt idx="1117">
                  <c:v>0.054216746</c:v>
                </c:pt>
                <c:pt idx="1118">
                  <c:v>0.054216746</c:v>
                </c:pt>
                <c:pt idx="1119">
                  <c:v>0.054216746</c:v>
                </c:pt>
                <c:pt idx="1120">
                  <c:v>0.054216746</c:v>
                </c:pt>
                <c:pt idx="1121">
                  <c:v>0.054216746</c:v>
                </c:pt>
                <c:pt idx="1122">
                  <c:v>0.054216746</c:v>
                </c:pt>
                <c:pt idx="1123">
                  <c:v>0.054216746</c:v>
                </c:pt>
                <c:pt idx="1124">
                  <c:v>0.054216746</c:v>
                </c:pt>
                <c:pt idx="1125">
                  <c:v>0.054216746</c:v>
                </c:pt>
                <c:pt idx="1126">
                  <c:v>0.054216746</c:v>
                </c:pt>
                <c:pt idx="1127">
                  <c:v>0.054216746</c:v>
                </c:pt>
                <c:pt idx="1128">
                  <c:v>0.054216746</c:v>
                </c:pt>
                <c:pt idx="1129">
                  <c:v>0.054216746</c:v>
                </c:pt>
                <c:pt idx="1130">
                  <c:v>0.054216746</c:v>
                </c:pt>
                <c:pt idx="1131">
                  <c:v>0.054216746</c:v>
                </c:pt>
                <c:pt idx="1132">
                  <c:v>0.054216746</c:v>
                </c:pt>
                <c:pt idx="1133">
                  <c:v>0.054216746</c:v>
                </c:pt>
                <c:pt idx="1134">
                  <c:v>0.054216746</c:v>
                </c:pt>
                <c:pt idx="1135">
                  <c:v>0.054216746</c:v>
                </c:pt>
                <c:pt idx="1136">
                  <c:v>0.054216746</c:v>
                </c:pt>
                <c:pt idx="1137">
                  <c:v>0.054216746</c:v>
                </c:pt>
                <c:pt idx="1138">
                  <c:v>0.054216746</c:v>
                </c:pt>
                <c:pt idx="1139">
                  <c:v>0.054216746</c:v>
                </c:pt>
                <c:pt idx="1140">
                  <c:v>0.054216746</c:v>
                </c:pt>
                <c:pt idx="1141">
                  <c:v>0.054216746</c:v>
                </c:pt>
                <c:pt idx="1142">
                  <c:v>0.054216746</c:v>
                </c:pt>
                <c:pt idx="1143">
                  <c:v>0.0026795729</c:v>
                </c:pt>
                <c:pt idx="1144">
                  <c:v>0.0026795729</c:v>
                </c:pt>
                <c:pt idx="1145">
                  <c:v>0.0026795729</c:v>
                </c:pt>
                <c:pt idx="1146">
                  <c:v>0.0026795729</c:v>
                </c:pt>
                <c:pt idx="1147">
                  <c:v>0.012928201</c:v>
                </c:pt>
                <c:pt idx="1148">
                  <c:v>0.0026795729</c:v>
                </c:pt>
                <c:pt idx="1149">
                  <c:v>0</c:v>
                </c:pt>
                <c:pt idx="1150">
                  <c:v>0</c:v>
                </c:pt>
                <c:pt idx="1151">
                  <c:v>0.005487768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0.0025985539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0.0043223118</c:v>
                </c:pt>
                <c:pt idx="1222">
                  <c:v>0</c:v>
                </c:pt>
                <c:pt idx="1223">
                  <c:v>0.0043223118</c:v>
                </c:pt>
                <c:pt idx="1224">
                  <c:v>0.0043223118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市场份额%-前1个月均值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Sheet1!$A$2:$A$1231</c:f>
              <c:strCache>
                <c:ptCount val="1230"/>
                <c:pt idx="0">
                  <c:v>05:30</c:v>
                </c:pt>
                <c:pt idx="1">
                  <c:v>05:31</c:v>
                </c:pt>
                <c:pt idx="2">
                  <c:v>05:32</c:v>
                </c:pt>
                <c:pt idx="3">
                  <c:v>05:33</c:v>
                </c:pt>
                <c:pt idx="4">
                  <c:v>05:34</c:v>
                </c:pt>
                <c:pt idx="5">
                  <c:v>05:35</c:v>
                </c:pt>
                <c:pt idx="6">
                  <c:v>05:36</c:v>
                </c:pt>
                <c:pt idx="7">
                  <c:v>05:37</c:v>
                </c:pt>
                <c:pt idx="8">
                  <c:v>05:38</c:v>
                </c:pt>
                <c:pt idx="9">
                  <c:v>05:39</c:v>
                </c:pt>
                <c:pt idx="10">
                  <c:v>05:40</c:v>
                </c:pt>
                <c:pt idx="11">
                  <c:v>05:41</c:v>
                </c:pt>
                <c:pt idx="12">
                  <c:v>05:42</c:v>
                </c:pt>
                <c:pt idx="13">
                  <c:v>05:43</c:v>
                </c:pt>
                <c:pt idx="14">
                  <c:v>05:44</c:v>
                </c:pt>
                <c:pt idx="15">
                  <c:v>05:45</c:v>
                </c:pt>
                <c:pt idx="16">
                  <c:v>05:46</c:v>
                </c:pt>
                <c:pt idx="17">
                  <c:v>05:47</c:v>
                </c:pt>
                <c:pt idx="18">
                  <c:v>05:48</c:v>
                </c:pt>
                <c:pt idx="19">
                  <c:v>05:49</c:v>
                </c:pt>
                <c:pt idx="20">
                  <c:v>05:50</c:v>
                </c:pt>
                <c:pt idx="21">
                  <c:v>05:51</c:v>
                </c:pt>
                <c:pt idx="22">
                  <c:v>05:52</c:v>
                </c:pt>
                <c:pt idx="23">
                  <c:v>05:53</c:v>
                </c:pt>
                <c:pt idx="24">
                  <c:v>05:54</c:v>
                </c:pt>
                <c:pt idx="25">
                  <c:v>05:55</c:v>
                </c:pt>
                <c:pt idx="26">
                  <c:v>05:56</c:v>
                </c:pt>
                <c:pt idx="27">
                  <c:v>05:57</c:v>
                </c:pt>
                <c:pt idx="28">
                  <c:v>05:58</c:v>
                </c:pt>
                <c:pt idx="29">
                  <c:v>05:59</c:v>
                </c:pt>
                <c:pt idx="30">
                  <c:v>06:00</c:v>
                </c:pt>
                <c:pt idx="31">
                  <c:v>06:01</c:v>
                </c:pt>
                <c:pt idx="32">
                  <c:v>06:02</c:v>
                </c:pt>
                <c:pt idx="33">
                  <c:v>06:03</c:v>
                </c:pt>
                <c:pt idx="34">
                  <c:v>06:04</c:v>
                </c:pt>
                <c:pt idx="35">
                  <c:v>06:05</c:v>
                </c:pt>
                <c:pt idx="36">
                  <c:v>06:06</c:v>
                </c:pt>
                <c:pt idx="37">
                  <c:v>06:07</c:v>
                </c:pt>
                <c:pt idx="38">
                  <c:v>06:08</c:v>
                </c:pt>
                <c:pt idx="39">
                  <c:v>06:09</c:v>
                </c:pt>
                <c:pt idx="40">
                  <c:v>06:10</c:v>
                </c:pt>
                <c:pt idx="41">
                  <c:v>06:11</c:v>
                </c:pt>
                <c:pt idx="42">
                  <c:v>06:12</c:v>
                </c:pt>
                <c:pt idx="43">
                  <c:v>06:13</c:v>
                </c:pt>
                <c:pt idx="44">
                  <c:v>06:14</c:v>
                </c:pt>
                <c:pt idx="45">
                  <c:v>06:15</c:v>
                </c:pt>
                <c:pt idx="46">
                  <c:v>06:16</c:v>
                </c:pt>
                <c:pt idx="47">
                  <c:v>06:17</c:v>
                </c:pt>
                <c:pt idx="48">
                  <c:v>06:18</c:v>
                </c:pt>
                <c:pt idx="49">
                  <c:v>06:19</c:v>
                </c:pt>
                <c:pt idx="50">
                  <c:v>06:20</c:v>
                </c:pt>
                <c:pt idx="51">
                  <c:v>06:21</c:v>
                </c:pt>
                <c:pt idx="52">
                  <c:v>06:22</c:v>
                </c:pt>
                <c:pt idx="53">
                  <c:v>06:23</c:v>
                </c:pt>
                <c:pt idx="54">
                  <c:v>06:24</c:v>
                </c:pt>
                <c:pt idx="55">
                  <c:v>06:25</c:v>
                </c:pt>
                <c:pt idx="56">
                  <c:v>06:26</c:v>
                </c:pt>
                <c:pt idx="57">
                  <c:v>06:27</c:v>
                </c:pt>
                <c:pt idx="58">
                  <c:v>06:28</c:v>
                </c:pt>
                <c:pt idx="59">
                  <c:v>06:29</c:v>
                </c:pt>
                <c:pt idx="60">
                  <c:v>06:30</c:v>
                </c:pt>
                <c:pt idx="61">
                  <c:v>06:31</c:v>
                </c:pt>
                <c:pt idx="62">
                  <c:v>06:32</c:v>
                </c:pt>
                <c:pt idx="63">
                  <c:v>06:33</c:v>
                </c:pt>
                <c:pt idx="64">
                  <c:v>06:34</c:v>
                </c:pt>
                <c:pt idx="65">
                  <c:v>06:35</c:v>
                </c:pt>
                <c:pt idx="66">
                  <c:v>06:36</c:v>
                </c:pt>
                <c:pt idx="67">
                  <c:v>06:37</c:v>
                </c:pt>
                <c:pt idx="68">
                  <c:v>06:38</c:v>
                </c:pt>
                <c:pt idx="69">
                  <c:v>06:39</c:v>
                </c:pt>
                <c:pt idx="70">
                  <c:v>06:40</c:v>
                </c:pt>
                <c:pt idx="71">
                  <c:v>06:41</c:v>
                </c:pt>
                <c:pt idx="72">
                  <c:v>06:42</c:v>
                </c:pt>
                <c:pt idx="73">
                  <c:v>06:43</c:v>
                </c:pt>
                <c:pt idx="74">
                  <c:v>06:44</c:v>
                </c:pt>
                <c:pt idx="75">
                  <c:v>06:45</c:v>
                </c:pt>
                <c:pt idx="76">
                  <c:v>06:46</c:v>
                </c:pt>
                <c:pt idx="77">
                  <c:v>06:47</c:v>
                </c:pt>
                <c:pt idx="78">
                  <c:v>06:48</c:v>
                </c:pt>
                <c:pt idx="79">
                  <c:v>06:49</c:v>
                </c:pt>
                <c:pt idx="80">
                  <c:v>06:50</c:v>
                </c:pt>
                <c:pt idx="81">
                  <c:v>06:51</c:v>
                </c:pt>
                <c:pt idx="82">
                  <c:v>06:52</c:v>
                </c:pt>
                <c:pt idx="83">
                  <c:v>06:53</c:v>
                </c:pt>
                <c:pt idx="84">
                  <c:v>06:54</c:v>
                </c:pt>
                <c:pt idx="85">
                  <c:v>06:55</c:v>
                </c:pt>
                <c:pt idx="86">
                  <c:v>06:56</c:v>
                </c:pt>
                <c:pt idx="87">
                  <c:v>06:57</c:v>
                </c:pt>
                <c:pt idx="88">
                  <c:v>06:58</c:v>
                </c:pt>
                <c:pt idx="89">
                  <c:v>06:59</c:v>
                </c:pt>
                <c:pt idx="90">
                  <c:v>07:00</c:v>
                </c:pt>
                <c:pt idx="91">
                  <c:v>07:01</c:v>
                </c:pt>
                <c:pt idx="92">
                  <c:v>07:02</c:v>
                </c:pt>
                <c:pt idx="93">
                  <c:v>07:03</c:v>
                </c:pt>
                <c:pt idx="94">
                  <c:v>07:04</c:v>
                </c:pt>
                <c:pt idx="95">
                  <c:v>07:05</c:v>
                </c:pt>
                <c:pt idx="96">
                  <c:v>07:06</c:v>
                </c:pt>
                <c:pt idx="97">
                  <c:v>07:07</c:v>
                </c:pt>
                <c:pt idx="98">
                  <c:v>07:08</c:v>
                </c:pt>
                <c:pt idx="99">
                  <c:v>07:09</c:v>
                </c:pt>
                <c:pt idx="100">
                  <c:v>07:10</c:v>
                </c:pt>
                <c:pt idx="101">
                  <c:v>07:11</c:v>
                </c:pt>
                <c:pt idx="102">
                  <c:v>07:12</c:v>
                </c:pt>
                <c:pt idx="103">
                  <c:v>07:13</c:v>
                </c:pt>
                <c:pt idx="104">
                  <c:v>07:14</c:v>
                </c:pt>
                <c:pt idx="105">
                  <c:v>07:15</c:v>
                </c:pt>
                <c:pt idx="106">
                  <c:v>07:16</c:v>
                </c:pt>
                <c:pt idx="107">
                  <c:v>07:17</c:v>
                </c:pt>
                <c:pt idx="108">
                  <c:v>07:18</c:v>
                </c:pt>
                <c:pt idx="109">
                  <c:v>07:19</c:v>
                </c:pt>
                <c:pt idx="110">
                  <c:v>07:20</c:v>
                </c:pt>
                <c:pt idx="111">
                  <c:v>07:21</c:v>
                </c:pt>
                <c:pt idx="112">
                  <c:v>07:22</c:v>
                </c:pt>
                <c:pt idx="113">
                  <c:v>07:23</c:v>
                </c:pt>
                <c:pt idx="114">
                  <c:v>07:24</c:v>
                </c:pt>
                <c:pt idx="115">
                  <c:v>07:25</c:v>
                </c:pt>
                <c:pt idx="116">
                  <c:v>07:26</c:v>
                </c:pt>
                <c:pt idx="117">
                  <c:v>07:27</c:v>
                </c:pt>
                <c:pt idx="118">
                  <c:v>07:28</c:v>
                </c:pt>
                <c:pt idx="119">
                  <c:v>07:29</c:v>
                </c:pt>
                <c:pt idx="120">
                  <c:v>07:30</c:v>
                </c:pt>
                <c:pt idx="121">
                  <c:v>07:31</c:v>
                </c:pt>
                <c:pt idx="122">
                  <c:v>07:32</c:v>
                </c:pt>
                <c:pt idx="123">
                  <c:v>07:33</c:v>
                </c:pt>
                <c:pt idx="124">
                  <c:v>07:34</c:v>
                </c:pt>
                <c:pt idx="125">
                  <c:v>07:35</c:v>
                </c:pt>
                <c:pt idx="126">
                  <c:v>07:36</c:v>
                </c:pt>
                <c:pt idx="127">
                  <c:v>07:37</c:v>
                </c:pt>
                <c:pt idx="128">
                  <c:v>07:38</c:v>
                </c:pt>
                <c:pt idx="129">
                  <c:v>07:39</c:v>
                </c:pt>
                <c:pt idx="130">
                  <c:v>07:40</c:v>
                </c:pt>
                <c:pt idx="131">
                  <c:v>07:41</c:v>
                </c:pt>
                <c:pt idx="132">
                  <c:v>07:42</c:v>
                </c:pt>
                <c:pt idx="133">
                  <c:v>07:43</c:v>
                </c:pt>
                <c:pt idx="134">
                  <c:v>07:44</c:v>
                </c:pt>
                <c:pt idx="135">
                  <c:v>07:45</c:v>
                </c:pt>
                <c:pt idx="136">
                  <c:v>07:46</c:v>
                </c:pt>
                <c:pt idx="137">
                  <c:v>07:47</c:v>
                </c:pt>
                <c:pt idx="138">
                  <c:v>07:48</c:v>
                </c:pt>
                <c:pt idx="139">
                  <c:v>07:49</c:v>
                </c:pt>
                <c:pt idx="140">
                  <c:v>07:50</c:v>
                </c:pt>
                <c:pt idx="141">
                  <c:v>07:51</c:v>
                </c:pt>
                <c:pt idx="142">
                  <c:v>07:52</c:v>
                </c:pt>
                <c:pt idx="143">
                  <c:v>07:53</c:v>
                </c:pt>
                <c:pt idx="144">
                  <c:v>07:54</c:v>
                </c:pt>
                <c:pt idx="145">
                  <c:v>07:55</c:v>
                </c:pt>
                <c:pt idx="146">
                  <c:v>07:56</c:v>
                </c:pt>
                <c:pt idx="147">
                  <c:v>07:57</c:v>
                </c:pt>
                <c:pt idx="148">
                  <c:v>07:58</c:v>
                </c:pt>
                <c:pt idx="149">
                  <c:v>07:59</c:v>
                </c:pt>
                <c:pt idx="150">
                  <c:v>08:00</c:v>
                </c:pt>
                <c:pt idx="151">
                  <c:v>08:01</c:v>
                </c:pt>
                <c:pt idx="152">
                  <c:v>08:02</c:v>
                </c:pt>
                <c:pt idx="153">
                  <c:v>08:03</c:v>
                </c:pt>
                <c:pt idx="154">
                  <c:v>08:04</c:v>
                </c:pt>
                <c:pt idx="155">
                  <c:v>08:05</c:v>
                </c:pt>
                <c:pt idx="156">
                  <c:v>08:06</c:v>
                </c:pt>
                <c:pt idx="157">
                  <c:v>08:07</c:v>
                </c:pt>
                <c:pt idx="158">
                  <c:v>08:08</c:v>
                </c:pt>
                <c:pt idx="159">
                  <c:v>08:09</c:v>
                </c:pt>
                <c:pt idx="160">
                  <c:v>08:10</c:v>
                </c:pt>
                <c:pt idx="161">
                  <c:v>08:11</c:v>
                </c:pt>
                <c:pt idx="162">
                  <c:v>08:12</c:v>
                </c:pt>
                <c:pt idx="163">
                  <c:v>08:13</c:v>
                </c:pt>
                <c:pt idx="164">
                  <c:v>08:14</c:v>
                </c:pt>
                <c:pt idx="165">
                  <c:v>08:15</c:v>
                </c:pt>
                <c:pt idx="166">
                  <c:v>08:16</c:v>
                </c:pt>
                <c:pt idx="167">
                  <c:v>08:17</c:v>
                </c:pt>
                <c:pt idx="168">
                  <c:v>08:18</c:v>
                </c:pt>
                <c:pt idx="169">
                  <c:v>08:19</c:v>
                </c:pt>
                <c:pt idx="170">
                  <c:v>08:20</c:v>
                </c:pt>
                <c:pt idx="171">
                  <c:v>08:21</c:v>
                </c:pt>
                <c:pt idx="172">
                  <c:v>08:22</c:v>
                </c:pt>
                <c:pt idx="173">
                  <c:v>08:23</c:v>
                </c:pt>
                <c:pt idx="174">
                  <c:v>08:24</c:v>
                </c:pt>
                <c:pt idx="175">
                  <c:v>08:25</c:v>
                </c:pt>
                <c:pt idx="176">
                  <c:v>08:26</c:v>
                </c:pt>
                <c:pt idx="177">
                  <c:v>08:27</c:v>
                </c:pt>
                <c:pt idx="178">
                  <c:v>08:28</c:v>
                </c:pt>
                <c:pt idx="179">
                  <c:v>08:29</c:v>
                </c:pt>
                <c:pt idx="180">
                  <c:v>08:30</c:v>
                </c:pt>
                <c:pt idx="181">
                  <c:v>08:31</c:v>
                </c:pt>
                <c:pt idx="182">
                  <c:v>08:32</c:v>
                </c:pt>
                <c:pt idx="183">
                  <c:v>08:33</c:v>
                </c:pt>
                <c:pt idx="184">
                  <c:v>08:34</c:v>
                </c:pt>
                <c:pt idx="185">
                  <c:v>08:35</c:v>
                </c:pt>
                <c:pt idx="186">
                  <c:v>08:36</c:v>
                </c:pt>
                <c:pt idx="187">
                  <c:v>08:37</c:v>
                </c:pt>
                <c:pt idx="188">
                  <c:v>08:38</c:v>
                </c:pt>
                <c:pt idx="189">
                  <c:v>08:39</c:v>
                </c:pt>
                <c:pt idx="190">
                  <c:v>08:40</c:v>
                </c:pt>
                <c:pt idx="191">
                  <c:v>08:41</c:v>
                </c:pt>
                <c:pt idx="192">
                  <c:v>08:42</c:v>
                </c:pt>
                <c:pt idx="193">
                  <c:v>08:43</c:v>
                </c:pt>
                <c:pt idx="194">
                  <c:v>08:44</c:v>
                </c:pt>
                <c:pt idx="195">
                  <c:v>08:45</c:v>
                </c:pt>
                <c:pt idx="196">
                  <c:v>08:46</c:v>
                </c:pt>
                <c:pt idx="197">
                  <c:v>08:47</c:v>
                </c:pt>
                <c:pt idx="198">
                  <c:v>08:48</c:v>
                </c:pt>
                <c:pt idx="199">
                  <c:v>08:49</c:v>
                </c:pt>
                <c:pt idx="200">
                  <c:v>08:50</c:v>
                </c:pt>
                <c:pt idx="201">
                  <c:v>08:51</c:v>
                </c:pt>
                <c:pt idx="202">
                  <c:v>08:52</c:v>
                </c:pt>
                <c:pt idx="203">
                  <c:v>08:53</c:v>
                </c:pt>
                <c:pt idx="204">
                  <c:v>08:54</c:v>
                </c:pt>
                <c:pt idx="205">
                  <c:v>08:55</c:v>
                </c:pt>
                <c:pt idx="206">
                  <c:v>08:56</c:v>
                </c:pt>
                <c:pt idx="207">
                  <c:v>08:57</c:v>
                </c:pt>
                <c:pt idx="208">
                  <c:v>08:58</c:v>
                </c:pt>
                <c:pt idx="209">
                  <c:v>08:59</c:v>
                </c:pt>
                <c:pt idx="210">
                  <c:v>09:00</c:v>
                </c:pt>
                <c:pt idx="211">
                  <c:v>09:01</c:v>
                </c:pt>
                <c:pt idx="212">
                  <c:v>09:02</c:v>
                </c:pt>
                <c:pt idx="213">
                  <c:v>09:03</c:v>
                </c:pt>
                <c:pt idx="214">
                  <c:v>09:04</c:v>
                </c:pt>
                <c:pt idx="215">
                  <c:v>09:05</c:v>
                </c:pt>
                <c:pt idx="216">
                  <c:v>09:06</c:v>
                </c:pt>
                <c:pt idx="217">
                  <c:v>09:07</c:v>
                </c:pt>
                <c:pt idx="218">
                  <c:v>09:08</c:v>
                </c:pt>
                <c:pt idx="219">
                  <c:v>09:09</c:v>
                </c:pt>
                <c:pt idx="220">
                  <c:v>09:10</c:v>
                </c:pt>
                <c:pt idx="221">
                  <c:v>09:11</c:v>
                </c:pt>
                <c:pt idx="222">
                  <c:v>09:12</c:v>
                </c:pt>
                <c:pt idx="223">
                  <c:v>09:13</c:v>
                </c:pt>
                <c:pt idx="224">
                  <c:v>09:14</c:v>
                </c:pt>
                <c:pt idx="225">
                  <c:v>09:15</c:v>
                </c:pt>
                <c:pt idx="226">
                  <c:v>09:16</c:v>
                </c:pt>
                <c:pt idx="227">
                  <c:v>09:17</c:v>
                </c:pt>
                <c:pt idx="228">
                  <c:v>09:18</c:v>
                </c:pt>
                <c:pt idx="229">
                  <c:v>09:19</c:v>
                </c:pt>
                <c:pt idx="230">
                  <c:v>09:20</c:v>
                </c:pt>
                <c:pt idx="231">
                  <c:v>09:21</c:v>
                </c:pt>
                <c:pt idx="232">
                  <c:v>09:22</c:v>
                </c:pt>
                <c:pt idx="233">
                  <c:v>09:23</c:v>
                </c:pt>
                <c:pt idx="234">
                  <c:v>09:24</c:v>
                </c:pt>
                <c:pt idx="235">
                  <c:v>09:25</c:v>
                </c:pt>
                <c:pt idx="236">
                  <c:v>09:26</c:v>
                </c:pt>
                <c:pt idx="237">
                  <c:v>09:27</c:v>
                </c:pt>
                <c:pt idx="238">
                  <c:v>09:28</c:v>
                </c:pt>
                <c:pt idx="239">
                  <c:v>09:29</c:v>
                </c:pt>
                <c:pt idx="240">
                  <c:v>09:30</c:v>
                </c:pt>
                <c:pt idx="241">
                  <c:v>09:31</c:v>
                </c:pt>
                <c:pt idx="242">
                  <c:v>09:32</c:v>
                </c:pt>
                <c:pt idx="243">
                  <c:v>09:33</c:v>
                </c:pt>
                <c:pt idx="244">
                  <c:v>09:34</c:v>
                </c:pt>
                <c:pt idx="245">
                  <c:v>09:35</c:v>
                </c:pt>
                <c:pt idx="246">
                  <c:v>09:36</c:v>
                </c:pt>
                <c:pt idx="247">
                  <c:v>09:37</c:v>
                </c:pt>
                <c:pt idx="248">
                  <c:v>09:38</c:v>
                </c:pt>
                <c:pt idx="249">
                  <c:v>09:39</c:v>
                </c:pt>
                <c:pt idx="250">
                  <c:v>09:40</c:v>
                </c:pt>
                <c:pt idx="251">
                  <c:v>09:41</c:v>
                </c:pt>
                <c:pt idx="252">
                  <c:v>09:42</c:v>
                </c:pt>
                <c:pt idx="253">
                  <c:v>09:43</c:v>
                </c:pt>
                <c:pt idx="254">
                  <c:v>09:44</c:v>
                </c:pt>
                <c:pt idx="255">
                  <c:v>09:45</c:v>
                </c:pt>
                <c:pt idx="256">
                  <c:v>09:46</c:v>
                </c:pt>
                <c:pt idx="257">
                  <c:v>09:47</c:v>
                </c:pt>
                <c:pt idx="258">
                  <c:v>09:48</c:v>
                </c:pt>
                <c:pt idx="259">
                  <c:v>09:49</c:v>
                </c:pt>
                <c:pt idx="260">
                  <c:v>09:50</c:v>
                </c:pt>
                <c:pt idx="261">
                  <c:v>09:51</c:v>
                </c:pt>
                <c:pt idx="262">
                  <c:v>09:52</c:v>
                </c:pt>
                <c:pt idx="263">
                  <c:v>09:53</c:v>
                </c:pt>
                <c:pt idx="264">
                  <c:v>09:54</c:v>
                </c:pt>
                <c:pt idx="265">
                  <c:v>09:55</c:v>
                </c:pt>
                <c:pt idx="266">
                  <c:v>09:56</c:v>
                </c:pt>
                <c:pt idx="267">
                  <c:v>09:57</c:v>
                </c:pt>
                <c:pt idx="268">
                  <c:v>09:58</c:v>
                </c:pt>
                <c:pt idx="269">
                  <c:v>09:59</c:v>
                </c:pt>
                <c:pt idx="270">
                  <c:v>10:00</c:v>
                </c:pt>
                <c:pt idx="271">
                  <c:v>10:01</c:v>
                </c:pt>
                <c:pt idx="272">
                  <c:v>10:02</c:v>
                </c:pt>
                <c:pt idx="273">
                  <c:v>10:03</c:v>
                </c:pt>
                <c:pt idx="274">
                  <c:v>10:04</c:v>
                </c:pt>
                <c:pt idx="275">
                  <c:v>10:05</c:v>
                </c:pt>
                <c:pt idx="276">
                  <c:v>10:06</c:v>
                </c:pt>
                <c:pt idx="277">
                  <c:v>10:07</c:v>
                </c:pt>
                <c:pt idx="278">
                  <c:v>10:08</c:v>
                </c:pt>
                <c:pt idx="279">
                  <c:v>10:09</c:v>
                </c:pt>
                <c:pt idx="280">
                  <c:v>10:10</c:v>
                </c:pt>
                <c:pt idx="281">
                  <c:v>10:11</c:v>
                </c:pt>
                <c:pt idx="282">
                  <c:v>10:12</c:v>
                </c:pt>
                <c:pt idx="283">
                  <c:v>10:13</c:v>
                </c:pt>
                <c:pt idx="284">
                  <c:v>10:14</c:v>
                </c:pt>
                <c:pt idx="285">
                  <c:v>10:15</c:v>
                </c:pt>
                <c:pt idx="286">
                  <c:v>10:16</c:v>
                </c:pt>
                <c:pt idx="287">
                  <c:v>10:17</c:v>
                </c:pt>
                <c:pt idx="288">
                  <c:v>10:18</c:v>
                </c:pt>
                <c:pt idx="289">
                  <c:v>10:19</c:v>
                </c:pt>
                <c:pt idx="290">
                  <c:v>10:20</c:v>
                </c:pt>
                <c:pt idx="291">
                  <c:v>10:21</c:v>
                </c:pt>
                <c:pt idx="292">
                  <c:v>10:22</c:v>
                </c:pt>
                <c:pt idx="293">
                  <c:v>10:23</c:v>
                </c:pt>
                <c:pt idx="294">
                  <c:v>10:24</c:v>
                </c:pt>
                <c:pt idx="295">
                  <c:v>10:25</c:v>
                </c:pt>
                <c:pt idx="296">
                  <c:v>10:26</c:v>
                </c:pt>
                <c:pt idx="297">
                  <c:v>10:27</c:v>
                </c:pt>
                <c:pt idx="298">
                  <c:v>10:28</c:v>
                </c:pt>
                <c:pt idx="299">
                  <c:v>10:29</c:v>
                </c:pt>
                <c:pt idx="300">
                  <c:v>10:30</c:v>
                </c:pt>
                <c:pt idx="301">
                  <c:v>10:31</c:v>
                </c:pt>
                <c:pt idx="302">
                  <c:v>10:32</c:v>
                </c:pt>
                <c:pt idx="303">
                  <c:v>10:33</c:v>
                </c:pt>
                <c:pt idx="304">
                  <c:v>10:34</c:v>
                </c:pt>
                <c:pt idx="305">
                  <c:v>10:35</c:v>
                </c:pt>
                <c:pt idx="306">
                  <c:v>10:36</c:v>
                </c:pt>
                <c:pt idx="307">
                  <c:v>10:37</c:v>
                </c:pt>
                <c:pt idx="308">
                  <c:v>10:38</c:v>
                </c:pt>
                <c:pt idx="309">
                  <c:v>10:39</c:v>
                </c:pt>
                <c:pt idx="310">
                  <c:v>10:40</c:v>
                </c:pt>
                <c:pt idx="311">
                  <c:v>10:41</c:v>
                </c:pt>
                <c:pt idx="312">
                  <c:v>10:42</c:v>
                </c:pt>
                <c:pt idx="313">
                  <c:v>10:43</c:v>
                </c:pt>
                <c:pt idx="314">
                  <c:v>10:44</c:v>
                </c:pt>
                <c:pt idx="315">
                  <c:v>10:45</c:v>
                </c:pt>
                <c:pt idx="316">
                  <c:v>10:46</c:v>
                </c:pt>
                <c:pt idx="317">
                  <c:v>10:47</c:v>
                </c:pt>
                <c:pt idx="318">
                  <c:v>10:48</c:v>
                </c:pt>
                <c:pt idx="319">
                  <c:v>10:49</c:v>
                </c:pt>
                <c:pt idx="320">
                  <c:v>10:50</c:v>
                </c:pt>
                <c:pt idx="321">
                  <c:v>10:51</c:v>
                </c:pt>
                <c:pt idx="322">
                  <c:v>10:52</c:v>
                </c:pt>
                <c:pt idx="323">
                  <c:v>10:53</c:v>
                </c:pt>
                <c:pt idx="324">
                  <c:v>10:54</c:v>
                </c:pt>
                <c:pt idx="325">
                  <c:v>10:55</c:v>
                </c:pt>
                <c:pt idx="326">
                  <c:v>10:56</c:v>
                </c:pt>
                <c:pt idx="327">
                  <c:v>10:57</c:v>
                </c:pt>
                <c:pt idx="328">
                  <c:v>10:58</c:v>
                </c:pt>
                <c:pt idx="329">
                  <c:v>10:59</c:v>
                </c:pt>
                <c:pt idx="330">
                  <c:v>11:00</c:v>
                </c:pt>
                <c:pt idx="331">
                  <c:v>11:01</c:v>
                </c:pt>
                <c:pt idx="332">
                  <c:v>11:02</c:v>
                </c:pt>
                <c:pt idx="333">
                  <c:v>11:03</c:v>
                </c:pt>
                <c:pt idx="334">
                  <c:v>11:04</c:v>
                </c:pt>
                <c:pt idx="335">
                  <c:v>11:05</c:v>
                </c:pt>
                <c:pt idx="336">
                  <c:v>11:06</c:v>
                </c:pt>
                <c:pt idx="337">
                  <c:v>11:07</c:v>
                </c:pt>
                <c:pt idx="338">
                  <c:v>11:08</c:v>
                </c:pt>
                <c:pt idx="339">
                  <c:v>11:09</c:v>
                </c:pt>
                <c:pt idx="340">
                  <c:v>11:10</c:v>
                </c:pt>
                <c:pt idx="341">
                  <c:v>11:11</c:v>
                </c:pt>
                <c:pt idx="342">
                  <c:v>11:12</c:v>
                </c:pt>
                <c:pt idx="343">
                  <c:v>11:13</c:v>
                </c:pt>
                <c:pt idx="344">
                  <c:v>11:14</c:v>
                </c:pt>
                <c:pt idx="345">
                  <c:v>11:15</c:v>
                </c:pt>
                <c:pt idx="346">
                  <c:v>11:16</c:v>
                </c:pt>
                <c:pt idx="347">
                  <c:v>11:17</c:v>
                </c:pt>
                <c:pt idx="348">
                  <c:v>11:18</c:v>
                </c:pt>
                <c:pt idx="349">
                  <c:v>11:19</c:v>
                </c:pt>
                <c:pt idx="350">
                  <c:v>11:20</c:v>
                </c:pt>
                <c:pt idx="351">
                  <c:v>11:21</c:v>
                </c:pt>
                <c:pt idx="352">
                  <c:v>11:22</c:v>
                </c:pt>
                <c:pt idx="353">
                  <c:v>11:23</c:v>
                </c:pt>
                <c:pt idx="354">
                  <c:v>11:24</c:v>
                </c:pt>
                <c:pt idx="355">
                  <c:v>11:25</c:v>
                </c:pt>
                <c:pt idx="356">
                  <c:v>11:26</c:v>
                </c:pt>
                <c:pt idx="357">
                  <c:v>11:27</c:v>
                </c:pt>
                <c:pt idx="358">
                  <c:v>11:28</c:v>
                </c:pt>
                <c:pt idx="359">
                  <c:v>11:29</c:v>
                </c:pt>
                <c:pt idx="360">
                  <c:v>11:30</c:v>
                </c:pt>
                <c:pt idx="361">
                  <c:v>11:31</c:v>
                </c:pt>
                <c:pt idx="362">
                  <c:v>11:32</c:v>
                </c:pt>
                <c:pt idx="363">
                  <c:v>11:33</c:v>
                </c:pt>
                <c:pt idx="364">
                  <c:v>11:34</c:v>
                </c:pt>
                <c:pt idx="365">
                  <c:v>11:35</c:v>
                </c:pt>
                <c:pt idx="366">
                  <c:v>11:36</c:v>
                </c:pt>
                <c:pt idx="367">
                  <c:v>11:37</c:v>
                </c:pt>
                <c:pt idx="368">
                  <c:v>11:38</c:v>
                </c:pt>
                <c:pt idx="369">
                  <c:v>11:39</c:v>
                </c:pt>
                <c:pt idx="370">
                  <c:v>11:40</c:v>
                </c:pt>
                <c:pt idx="371">
                  <c:v>11:41</c:v>
                </c:pt>
                <c:pt idx="372">
                  <c:v>11:42</c:v>
                </c:pt>
                <c:pt idx="373">
                  <c:v>11:43</c:v>
                </c:pt>
                <c:pt idx="374">
                  <c:v>11:44</c:v>
                </c:pt>
                <c:pt idx="375">
                  <c:v>11:45</c:v>
                </c:pt>
                <c:pt idx="376">
                  <c:v>11:46</c:v>
                </c:pt>
                <c:pt idx="377">
                  <c:v>11:47</c:v>
                </c:pt>
                <c:pt idx="378">
                  <c:v>11:48</c:v>
                </c:pt>
                <c:pt idx="379">
                  <c:v>11:49</c:v>
                </c:pt>
                <c:pt idx="380">
                  <c:v>11:50</c:v>
                </c:pt>
                <c:pt idx="381">
                  <c:v>11:51</c:v>
                </c:pt>
                <c:pt idx="382">
                  <c:v>11:52</c:v>
                </c:pt>
                <c:pt idx="383">
                  <c:v>11:53</c:v>
                </c:pt>
                <c:pt idx="384">
                  <c:v>11:54</c:v>
                </c:pt>
                <c:pt idx="385">
                  <c:v>11:55</c:v>
                </c:pt>
                <c:pt idx="386">
                  <c:v>11:56</c:v>
                </c:pt>
                <c:pt idx="387">
                  <c:v>11:57</c:v>
                </c:pt>
                <c:pt idx="388">
                  <c:v>11:58</c:v>
                </c:pt>
                <c:pt idx="389">
                  <c:v>11:59</c:v>
                </c:pt>
                <c:pt idx="390">
                  <c:v>12:00</c:v>
                </c:pt>
                <c:pt idx="391">
                  <c:v>12:01</c:v>
                </c:pt>
                <c:pt idx="392">
                  <c:v>12:02</c:v>
                </c:pt>
                <c:pt idx="393">
                  <c:v>12:03</c:v>
                </c:pt>
                <c:pt idx="394">
                  <c:v>12:04</c:v>
                </c:pt>
                <c:pt idx="395">
                  <c:v>12:05</c:v>
                </c:pt>
                <c:pt idx="396">
                  <c:v>12:06</c:v>
                </c:pt>
                <c:pt idx="397">
                  <c:v>12:07</c:v>
                </c:pt>
                <c:pt idx="398">
                  <c:v>12:08</c:v>
                </c:pt>
                <c:pt idx="399">
                  <c:v>12:09</c:v>
                </c:pt>
                <c:pt idx="400">
                  <c:v>12:10</c:v>
                </c:pt>
                <c:pt idx="401">
                  <c:v>12:11</c:v>
                </c:pt>
                <c:pt idx="402">
                  <c:v>12:12</c:v>
                </c:pt>
                <c:pt idx="403">
                  <c:v>12:13</c:v>
                </c:pt>
                <c:pt idx="404">
                  <c:v>12:14</c:v>
                </c:pt>
                <c:pt idx="405">
                  <c:v>12:15</c:v>
                </c:pt>
                <c:pt idx="406">
                  <c:v>12:16</c:v>
                </c:pt>
                <c:pt idx="407">
                  <c:v>12:17</c:v>
                </c:pt>
                <c:pt idx="408">
                  <c:v>12:18</c:v>
                </c:pt>
                <c:pt idx="409">
                  <c:v>12:19</c:v>
                </c:pt>
                <c:pt idx="410">
                  <c:v>12:20</c:v>
                </c:pt>
                <c:pt idx="411">
                  <c:v>12:21</c:v>
                </c:pt>
                <c:pt idx="412">
                  <c:v>12:22</c:v>
                </c:pt>
                <c:pt idx="413">
                  <c:v>12:23</c:v>
                </c:pt>
                <c:pt idx="414">
                  <c:v>12:24</c:v>
                </c:pt>
                <c:pt idx="415">
                  <c:v>12:25</c:v>
                </c:pt>
                <c:pt idx="416">
                  <c:v>12:26</c:v>
                </c:pt>
                <c:pt idx="417">
                  <c:v>12:27</c:v>
                </c:pt>
                <c:pt idx="418">
                  <c:v>12:28</c:v>
                </c:pt>
                <c:pt idx="419">
                  <c:v>12:29</c:v>
                </c:pt>
                <c:pt idx="420">
                  <c:v>12:30</c:v>
                </c:pt>
                <c:pt idx="421">
                  <c:v>12:31</c:v>
                </c:pt>
                <c:pt idx="422">
                  <c:v>12:32</c:v>
                </c:pt>
                <c:pt idx="423">
                  <c:v>12:33</c:v>
                </c:pt>
                <c:pt idx="424">
                  <c:v>12:34</c:v>
                </c:pt>
                <c:pt idx="425">
                  <c:v>12:35</c:v>
                </c:pt>
                <c:pt idx="426">
                  <c:v>12:36</c:v>
                </c:pt>
                <c:pt idx="427">
                  <c:v>12:37</c:v>
                </c:pt>
                <c:pt idx="428">
                  <c:v>12:38</c:v>
                </c:pt>
                <c:pt idx="429">
                  <c:v>12:39</c:v>
                </c:pt>
                <c:pt idx="430">
                  <c:v>12:40</c:v>
                </c:pt>
                <c:pt idx="431">
                  <c:v>12:41</c:v>
                </c:pt>
                <c:pt idx="432">
                  <c:v>12:42</c:v>
                </c:pt>
                <c:pt idx="433">
                  <c:v>12:43</c:v>
                </c:pt>
                <c:pt idx="434">
                  <c:v>12:44</c:v>
                </c:pt>
                <c:pt idx="435">
                  <c:v>12:45</c:v>
                </c:pt>
                <c:pt idx="436">
                  <c:v>12:46</c:v>
                </c:pt>
                <c:pt idx="437">
                  <c:v>12:47</c:v>
                </c:pt>
                <c:pt idx="438">
                  <c:v>12:48</c:v>
                </c:pt>
                <c:pt idx="439">
                  <c:v>12:49</c:v>
                </c:pt>
                <c:pt idx="440">
                  <c:v>12:50</c:v>
                </c:pt>
                <c:pt idx="441">
                  <c:v>12:51</c:v>
                </c:pt>
                <c:pt idx="442">
                  <c:v>12:52</c:v>
                </c:pt>
                <c:pt idx="443">
                  <c:v>12:53</c:v>
                </c:pt>
                <c:pt idx="444">
                  <c:v>12:54</c:v>
                </c:pt>
                <c:pt idx="445">
                  <c:v>12:55</c:v>
                </c:pt>
                <c:pt idx="446">
                  <c:v>12:56</c:v>
                </c:pt>
                <c:pt idx="447">
                  <c:v>12:57</c:v>
                </c:pt>
                <c:pt idx="448">
                  <c:v>12:58</c:v>
                </c:pt>
                <c:pt idx="449">
                  <c:v>12:59</c:v>
                </c:pt>
                <c:pt idx="450">
                  <c:v>13:00</c:v>
                </c:pt>
                <c:pt idx="451">
                  <c:v>13:01</c:v>
                </c:pt>
                <c:pt idx="452">
                  <c:v>13:02</c:v>
                </c:pt>
                <c:pt idx="453">
                  <c:v>13:03</c:v>
                </c:pt>
                <c:pt idx="454">
                  <c:v>13:04</c:v>
                </c:pt>
                <c:pt idx="455">
                  <c:v>13:05</c:v>
                </c:pt>
                <c:pt idx="456">
                  <c:v>13:06</c:v>
                </c:pt>
                <c:pt idx="457">
                  <c:v>13:07</c:v>
                </c:pt>
                <c:pt idx="458">
                  <c:v>13:08</c:v>
                </c:pt>
                <c:pt idx="459">
                  <c:v>13:09</c:v>
                </c:pt>
                <c:pt idx="460">
                  <c:v>13:10</c:v>
                </c:pt>
                <c:pt idx="461">
                  <c:v>13:11</c:v>
                </c:pt>
                <c:pt idx="462">
                  <c:v>13:12</c:v>
                </c:pt>
                <c:pt idx="463">
                  <c:v>13:13</c:v>
                </c:pt>
                <c:pt idx="464">
                  <c:v>13:14</c:v>
                </c:pt>
                <c:pt idx="465">
                  <c:v>13:15</c:v>
                </c:pt>
                <c:pt idx="466">
                  <c:v>13:16</c:v>
                </c:pt>
                <c:pt idx="467">
                  <c:v>13:17</c:v>
                </c:pt>
                <c:pt idx="468">
                  <c:v>13:18</c:v>
                </c:pt>
                <c:pt idx="469">
                  <c:v>13:19</c:v>
                </c:pt>
                <c:pt idx="470">
                  <c:v>13:20</c:v>
                </c:pt>
                <c:pt idx="471">
                  <c:v>13:21</c:v>
                </c:pt>
                <c:pt idx="472">
                  <c:v>13:22</c:v>
                </c:pt>
                <c:pt idx="473">
                  <c:v>13:23</c:v>
                </c:pt>
                <c:pt idx="474">
                  <c:v>13:24</c:v>
                </c:pt>
                <c:pt idx="475">
                  <c:v>13:25</c:v>
                </c:pt>
                <c:pt idx="476">
                  <c:v>13:26</c:v>
                </c:pt>
                <c:pt idx="477">
                  <c:v>13:27</c:v>
                </c:pt>
                <c:pt idx="478">
                  <c:v>13:28</c:v>
                </c:pt>
                <c:pt idx="479">
                  <c:v>13:29</c:v>
                </c:pt>
                <c:pt idx="480">
                  <c:v>13:30</c:v>
                </c:pt>
                <c:pt idx="481">
                  <c:v>13:31</c:v>
                </c:pt>
                <c:pt idx="482">
                  <c:v>13:32</c:v>
                </c:pt>
                <c:pt idx="483">
                  <c:v>13:33</c:v>
                </c:pt>
                <c:pt idx="484">
                  <c:v>13:34</c:v>
                </c:pt>
                <c:pt idx="485">
                  <c:v>13:35</c:v>
                </c:pt>
                <c:pt idx="486">
                  <c:v>13:36</c:v>
                </c:pt>
                <c:pt idx="487">
                  <c:v>13:37</c:v>
                </c:pt>
                <c:pt idx="488">
                  <c:v>13:38</c:v>
                </c:pt>
                <c:pt idx="489">
                  <c:v>13:39</c:v>
                </c:pt>
                <c:pt idx="490">
                  <c:v>13:40</c:v>
                </c:pt>
                <c:pt idx="491">
                  <c:v>13:41</c:v>
                </c:pt>
                <c:pt idx="492">
                  <c:v>13:42</c:v>
                </c:pt>
                <c:pt idx="493">
                  <c:v>13:43</c:v>
                </c:pt>
                <c:pt idx="494">
                  <c:v>13:44</c:v>
                </c:pt>
                <c:pt idx="495">
                  <c:v>13:45</c:v>
                </c:pt>
                <c:pt idx="496">
                  <c:v>13:46</c:v>
                </c:pt>
                <c:pt idx="497">
                  <c:v>13:47</c:v>
                </c:pt>
                <c:pt idx="498">
                  <c:v>13:48</c:v>
                </c:pt>
                <c:pt idx="499">
                  <c:v>13:49</c:v>
                </c:pt>
                <c:pt idx="500">
                  <c:v>13:50</c:v>
                </c:pt>
                <c:pt idx="501">
                  <c:v>13:51</c:v>
                </c:pt>
                <c:pt idx="502">
                  <c:v>13:52</c:v>
                </c:pt>
                <c:pt idx="503">
                  <c:v>13:53</c:v>
                </c:pt>
                <c:pt idx="504">
                  <c:v>13:54</c:v>
                </c:pt>
                <c:pt idx="505">
                  <c:v>13:55</c:v>
                </c:pt>
                <c:pt idx="506">
                  <c:v>13:56</c:v>
                </c:pt>
                <c:pt idx="507">
                  <c:v>13:57</c:v>
                </c:pt>
                <c:pt idx="508">
                  <c:v>13:58</c:v>
                </c:pt>
                <c:pt idx="509">
                  <c:v>13:59</c:v>
                </c:pt>
                <c:pt idx="510">
                  <c:v>14:00</c:v>
                </c:pt>
                <c:pt idx="511">
                  <c:v>14:01</c:v>
                </c:pt>
                <c:pt idx="512">
                  <c:v>14:02</c:v>
                </c:pt>
                <c:pt idx="513">
                  <c:v>14:03</c:v>
                </c:pt>
                <c:pt idx="514">
                  <c:v>14:04</c:v>
                </c:pt>
                <c:pt idx="515">
                  <c:v>14:05</c:v>
                </c:pt>
                <c:pt idx="516">
                  <c:v>14:06</c:v>
                </c:pt>
                <c:pt idx="517">
                  <c:v>14:07</c:v>
                </c:pt>
                <c:pt idx="518">
                  <c:v>14:08</c:v>
                </c:pt>
                <c:pt idx="519">
                  <c:v>14:09</c:v>
                </c:pt>
                <c:pt idx="520">
                  <c:v>14:10</c:v>
                </c:pt>
                <c:pt idx="521">
                  <c:v>14:11</c:v>
                </c:pt>
                <c:pt idx="522">
                  <c:v>14:12</c:v>
                </c:pt>
                <c:pt idx="523">
                  <c:v>14:13</c:v>
                </c:pt>
                <c:pt idx="524">
                  <c:v>14:14</c:v>
                </c:pt>
                <c:pt idx="525">
                  <c:v>14:15</c:v>
                </c:pt>
                <c:pt idx="526">
                  <c:v>14:16</c:v>
                </c:pt>
                <c:pt idx="527">
                  <c:v>14:17</c:v>
                </c:pt>
                <c:pt idx="528">
                  <c:v>14:18</c:v>
                </c:pt>
                <c:pt idx="529">
                  <c:v>14:19</c:v>
                </c:pt>
                <c:pt idx="530">
                  <c:v>14:20</c:v>
                </c:pt>
                <c:pt idx="531">
                  <c:v>14:21</c:v>
                </c:pt>
                <c:pt idx="532">
                  <c:v>14:22</c:v>
                </c:pt>
                <c:pt idx="533">
                  <c:v>14:23</c:v>
                </c:pt>
                <c:pt idx="534">
                  <c:v>14:24</c:v>
                </c:pt>
                <c:pt idx="535">
                  <c:v>14:25</c:v>
                </c:pt>
                <c:pt idx="536">
                  <c:v>14:26</c:v>
                </c:pt>
                <c:pt idx="537">
                  <c:v>14:27</c:v>
                </c:pt>
                <c:pt idx="538">
                  <c:v>14:28</c:v>
                </c:pt>
                <c:pt idx="539">
                  <c:v>14:29</c:v>
                </c:pt>
                <c:pt idx="540">
                  <c:v>14:30</c:v>
                </c:pt>
                <c:pt idx="541">
                  <c:v>14:31</c:v>
                </c:pt>
                <c:pt idx="542">
                  <c:v>14:32</c:v>
                </c:pt>
                <c:pt idx="543">
                  <c:v>14:33</c:v>
                </c:pt>
                <c:pt idx="544">
                  <c:v>14:34</c:v>
                </c:pt>
                <c:pt idx="545">
                  <c:v>14:35</c:v>
                </c:pt>
                <c:pt idx="546">
                  <c:v>14:36</c:v>
                </c:pt>
                <c:pt idx="547">
                  <c:v>14:37</c:v>
                </c:pt>
                <c:pt idx="548">
                  <c:v>14:38</c:v>
                </c:pt>
                <c:pt idx="549">
                  <c:v>14:39</c:v>
                </c:pt>
                <c:pt idx="550">
                  <c:v>14:40</c:v>
                </c:pt>
                <c:pt idx="551">
                  <c:v>14:41</c:v>
                </c:pt>
                <c:pt idx="552">
                  <c:v>14:42</c:v>
                </c:pt>
                <c:pt idx="553">
                  <c:v>14:43</c:v>
                </c:pt>
                <c:pt idx="554">
                  <c:v>14:44</c:v>
                </c:pt>
                <c:pt idx="555">
                  <c:v>14:45</c:v>
                </c:pt>
                <c:pt idx="556">
                  <c:v>14:46</c:v>
                </c:pt>
                <c:pt idx="557">
                  <c:v>14:47</c:v>
                </c:pt>
                <c:pt idx="558">
                  <c:v>14:48</c:v>
                </c:pt>
                <c:pt idx="559">
                  <c:v>14:49</c:v>
                </c:pt>
                <c:pt idx="560">
                  <c:v>14:50</c:v>
                </c:pt>
                <c:pt idx="561">
                  <c:v>14:51</c:v>
                </c:pt>
                <c:pt idx="562">
                  <c:v>14:52</c:v>
                </c:pt>
                <c:pt idx="563">
                  <c:v>14:53</c:v>
                </c:pt>
                <c:pt idx="564">
                  <c:v>14:54</c:v>
                </c:pt>
                <c:pt idx="565">
                  <c:v>14:55</c:v>
                </c:pt>
                <c:pt idx="566">
                  <c:v>14:56</c:v>
                </c:pt>
                <c:pt idx="567">
                  <c:v>14:57</c:v>
                </c:pt>
                <c:pt idx="568">
                  <c:v>14:58</c:v>
                </c:pt>
                <c:pt idx="569">
                  <c:v>14:59</c:v>
                </c:pt>
                <c:pt idx="570">
                  <c:v>15:00</c:v>
                </c:pt>
                <c:pt idx="571">
                  <c:v>15:01</c:v>
                </c:pt>
                <c:pt idx="572">
                  <c:v>15:02</c:v>
                </c:pt>
                <c:pt idx="573">
                  <c:v>15:03</c:v>
                </c:pt>
                <c:pt idx="574">
                  <c:v>15:04</c:v>
                </c:pt>
                <c:pt idx="575">
                  <c:v>15:05</c:v>
                </c:pt>
                <c:pt idx="576">
                  <c:v>15:06</c:v>
                </c:pt>
                <c:pt idx="577">
                  <c:v>15:07</c:v>
                </c:pt>
                <c:pt idx="578">
                  <c:v>15:08</c:v>
                </c:pt>
                <c:pt idx="579">
                  <c:v>15:09</c:v>
                </c:pt>
                <c:pt idx="580">
                  <c:v>15:10</c:v>
                </c:pt>
                <c:pt idx="581">
                  <c:v>15:11</c:v>
                </c:pt>
                <c:pt idx="582">
                  <c:v>15:12</c:v>
                </c:pt>
                <c:pt idx="583">
                  <c:v>15:13</c:v>
                </c:pt>
                <c:pt idx="584">
                  <c:v>15:14</c:v>
                </c:pt>
                <c:pt idx="585">
                  <c:v>15:15</c:v>
                </c:pt>
                <c:pt idx="586">
                  <c:v>15:16</c:v>
                </c:pt>
                <c:pt idx="587">
                  <c:v>15:17</c:v>
                </c:pt>
                <c:pt idx="588">
                  <c:v>15:18</c:v>
                </c:pt>
                <c:pt idx="589">
                  <c:v>15:19</c:v>
                </c:pt>
                <c:pt idx="590">
                  <c:v>15:20</c:v>
                </c:pt>
                <c:pt idx="591">
                  <c:v>15:21</c:v>
                </c:pt>
                <c:pt idx="592">
                  <c:v>15:22</c:v>
                </c:pt>
                <c:pt idx="593">
                  <c:v>15:23</c:v>
                </c:pt>
                <c:pt idx="594">
                  <c:v>15:24</c:v>
                </c:pt>
                <c:pt idx="595">
                  <c:v>15:25</c:v>
                </c:pt>
                <c:pt idx="596">
                  <c:v>15:26</c:v>
                </c:pt>
                <c:pt idx="597">
                  <c:v>15:27</c:v>
                </c:pt>
                <c:pt idx="598">
                  <c:v>15:28</c:v>
                </c:pt>
                <c:pt idx="599">
                  <c:v>15:29</c:v>
                </c:pt>
                <c:pt idx="600">
                  <c:v>15:30</c:v>
                </c:pt>
                <c:pt idx="601">
                  <c:v>15:31</c:v>
                </c:pt>
                <c:pt idx="602">
                  <c:v>15:32</c:v>
                </c:pt>
                <c:pt idx="603">
                  <c:v>15:33</c:v>
                </c:pt>
                <c:pt idx="604">
                  <c:v>15:34</c:v>
                </c:pt>
                <c:pt idx="605">
                  <c:v>15:35</c:v>
                </c:pt>
                <c:pt idx="606">
                  <c:v>15:36</c:v>
                </c:pt>
                <c:pt idx="607">
                  <c:v>15:37</c:v>
                </c:pt>
                <c:pt idx="608">
                  <c:v>15:38</c:v>
                </c:pt>
                <c:pt idx="609">
                  <c:v>15:39</c:v>
                </c:pt>
                <c:pt idx="610">
                  <c:v>15:40</c:v>
                </c:pt>
                <c:pt idx="611">
                  <c:v>15:41</c:v>
                </c:pt>
                <c:pt idx="612">
                  <c:v>15:42</c:v>
                </c:pt>
                <c:pt idx="613">
                  <c:v>15:43</c:v>
                </c:pt>
                <c:pt idx="614">
                  <c:v>15:44</c:v>
                </c:pt>
                <c:pt idx="615">
                  <c:v>15:45</c:v>
                </c:pt>
                <c:pt idx="616">
                  <c:v>15:46</c:v>
                </c:pt>
                <c:pt idx="617">
                  <c:v>15:47</c:v>
                </c:pt>
                <c:pt idx="618">
                  <c:v>15:48</c:v>
                </c:pt>
                <c:pt idx="619">
                  <c:v>15:49</c:v>
                </c:pt>
                <c:pt idx="620">
                  <c:v>15:50</c:v>
                </c:pt>
                <c:pt idx="621">
                  <c:v>15:51</c:v>
                </c:pt>
                <c:pt idx="622">
                  <c:v>15:52</c:v>
                </c:pt>
                <c:pt idx="623">
                  <c:v>15:53</c:v>
                </c:pt>
                <c:pt idx="624">
                  <c:v>15:54</c:v>
                </c:pt>
                <c:pt idx="625">
                  <c:v>15:55</c:v>
                </c:pt>
                <c:pt idx="626">
                  <c:v>15:56</c:v>
                </c:pt>
                <c:pt idx="627">
                  <c:v>15:57</c:v>
                </c:pt>
                <c:pt idx="628">
                  <c:v>15:58</c:v>
                </c:pt>
                <c:pt idx="629">
                  <c:v>15:59</c:v>
                </c:pt>
                <c:pt idx="630">
                  <c:v>16:00</c:v>
                </c:pt>
                <c:pt idx="631">
                  <c:v>16:01</c:v>
                </c:pt>
                <c:pt idx="632">
                  <c:v>16:02</c:v>
                </c:pt>
                <c:pt idx="633">
                  <c:v>16:03</c:v>
                </c:pt>
                <c:pt idx="634">
                  <c:v>16:04</c:v>
                </c:pt>
                <c:pt idx="635">
                  <c:v>16:05</c:v>
                </c:pt>
                <c:pt idx="636">
                  <c:v>16:06</c:v>
                </c:pt>
                <c:pt idx="637">
                  <c:v>16:07</c:v>
                </c:pt>
                <c:pt idx="638">
                  <c:v>16:08</c:v>
                </c:pt>
                <c:pt idx="639">
                  <c:v>16:09</c:v>
                </c:pt>
                <c:pt idx="640">
                  <c:v>16:10</c:v>
                </c:pt>
                <c:pt idx="641">
                  <c:v>16:11</c:v>
                </c:pt>
                <c:pt idx="642">
                  <c:v>16:12</c:v>
                </c:pt>
                <c:pt idx="643">
                  <c:v>16:13</c:v>
                </c:pt>
                <c:pt idx="644">
                  <c:v>16:14</c:v>
                </c:pt>
                <c:pt idx="645">
                  <c:v>16:15</c:v>
                </c:pt>
                <c:pt idx="646">
                  <c:v>16:16</c:v>
                </c:pt>
                <c:pt idx="647">
                  <c:v>16:17</c:v>
                </c:pt>
                <c:pt idx="648">
                  <c:v>16:18</c:v>
                </c:pt>
                <c:pt idx="649">
                  <c:v>16:19</c:v>
                </c:pt>
                <c:pt idx="650">
                  <c:v>16:20</c:v>
                </c:pt>
                <c:pt idx="651">
                  <c:v>16:21</c:v>
                </c:pt>
                <c:pt idx="652">
                  <c:v>16:22</c:v>
                </c:pt>
                <c:pt idx="653">
                  <c:v>16:23</c:v>
                </c:pt>
                <c:pt idx="654">
                  <c:v>16:24</c:v>
                </c:pt>
                <c:pt idx="655">
                  <c:v>16:25</c:v>
                </c:pt>
                <c:pt idx="656">
                  <c:v>16:26</c:v>
                </c:pt>
                <c:pt idx="657">
                  <c:v>16:27</c:v>
                </c:pt>
                <c:pt idx="658">
                  <c:v>16:28</c:v>
                </c:pt>
                <c:pt idx="659">
                  <c:v>16:29</c:v>
                </c:pt>
                <c:pt idx="660">
                  <c:v>16:30</c:v>
                </c:pt>
                <c:pt idx="661">
                  <c:v>16:31</c:v>
                </c:pt>
                <c:pt idx="662">
                  <c:v>16:32</c:v>
                </c:pt>
                <c:pt idx="663">
                  <c:v>16:33</c:v>
                </c:pt>
                <c:pt idx="664">
                  <c:v>16:34</c:v>
                </c:pt>
                <c:pt idx="665">
                  <c:v>16:35</c:v>
                </c:pt>
                <c:pt idx="666">
                  <c:v>16:36</c:v>
                </c:pt>
                <c:pt idx="667">
                  <c:v>16:37</c:v>
                </c:pt>
                <c:pt idx="668">
                  <c:v>16:38</c:v>
                </c:pt>
                <c:pt idx="669">
                  <c:v>16:39</c:v>
                </c:pt>
                <c:pt idx="670">
                  <c:v>16:40</c:v>
                </c:pt>
                <c:pt idx="671">
                  <c:v>16:41</c:v>
                </c:pt>
                <c:pt idx="672">
                  <c:v>16:42</c:v>
                </c:pt>
                <c:pt idx="673">
                  <c:v>16:43</c:v>
                </c:pt>
                <c:pt idx="674">
                  <c:v>16:44</c:v>
                </c:pt>
                <c:pt idx="675">
                  <c:v>16:45</c:v>
                </c:pt>
                <c:pt idx="676">
                  <c:v>16:46</c:v>
                </c:pt>
                <c:pt idx="677">
                  <c:v>16:47</c:v>
                </c:pt>
                <c:pt idx="678">
                  <c:v>16:48</c:v>
                </c:pt>
                <c:pt idx="679">
                  <c:v>16:49</c:v>
                </c:pt>
                <c:pt idx="680">
                  <c:v>16:50</c:v>
                </c:pt>
                <c:pt idx="681">
                  <c:v>16:51</c:v>
                </c:pt>
                <c:pt idx="682">
                  <c:v>16:52</c:v>
                </c:pt>
                <c:pt idx="683">
                  <c:v>16:53</c:v>
                </c:pt>
                <c:pt idx="684">
                  <c:v>16:54</c:v>
                </c:pt>
                <c:pt idx="685">
                  <c:v>16:55</c:v>
                </c:pt>
                <c:pt idx="686">
                  <c:v>16:56</c:v>
                </c:pt>
                <c:pt idx="687">
                  <c:v>16:57</c:v>
                </c:pt>
                <c:pt idx="688">
                  <c:v>16:58</c:v>
                </c:pt>
                <c:pt idx="689">
                  <c:v>16:59</c:v>
                </c:pt>
                <c:pt idx="690">
                  <c:v>17:00</c:v>
                </c:pt>
                <c:pt idx="691">
                  <c:v>17:01</c:v>
                </c:pt>
                <c:pt idx="692">
                  <c:v>17:02</c:v>
                </c:pt>
                <c:pt idx="693">
                  <c:v>17:03</c:v>
                </c:pt>
                <c:pt idx="694">
                  <c:v>17:04</c:v>
                </c:pt>
                <c:pt idx="695">
                  <c:v>17:05</c:v>
                </c:pt>
                <c:pt idx="696">
                  <c:v>17:06</c:v>
                </c:pt>
                <c:pt idx="697">
                  <c:v>17:07</c:v>
                </c:pt>
                <c:pt idx="698">
                  <c:v>17:08</c:v>
                </c:pt>
                <c:pt idx="699">
                  <c:v>17:09</c:v>
                </c:pt>
                <c:pt idx="700">
                  <c:v>17:10</c:v>
                </c:pt>
                <c:pt idx="701">
                  <c:v>17:11</c:v>
                </c:pt>
                <c:pt idx="702">
                  <c:v>17:12</c:v>
                </c:pt>
                <c:pt idx="703">
                  <c:v>17:13</c:v>
                </c:pt>
                <c:pt idx="704">
                  <c:v>17:14</c:v>
                </c:pt>
                <c:pt idx="705">
                  <c:v>17:15</c:v>
                </c:pt>
                <c:pt idx="706">
                  <c:v>17:16</c:v>
                </c:pt>
                <c:pt idx="707">
                  <c:v>17:17</c:v>
                </c:pt>
                <c:pt idx="708">
                  <c:v>17:18</c:v>
                </c:pt>
                <c:pt idx="709">
                  <c:v>17:19</c:v>
                </c:pt>
                <c:pt idx="710">
                  <c:v>17:20</c:v>
                </c:pt>
                <c:pt idx="711">
                  <c:v>17:21</c:v>
                </c:pt>
                <c:pt idx="712">
                  <c:v>17:22</c:v>
                </c:pt>
                <c:pt idx="713">
                  <c:v>17:23</c:v>
                </c:pt>
                <c:pt idx="714">
                  <c:v>17:24</c:v>
                </c:pt>
                <c:pt idx="715">
                  <c:v>17:25</c:v>
                </c:pt>
                <c:pt idx="716">
                  <c:v>17:26</c:v>
                </c:pt>
                <c:pt idx="717">
                  <c:v>17:27</c:v>
                </c:pt>
                <c:pt idx="718">
                  <c:v>17:28</c:v>
                </c:pt>
                <c:pt idx="719">
                  <c:v>17:29</c:v>
                </c:pt>
                <c:pt idx="720">
                  <c:v>17:30</c:v>
                </c:pt>
                <c:pt idx="721">
                  <c:v>17:31</c:v>
                </c:pt>
                <c:pt idx="722">
                  <c:v>17:32</c:v>
                </c:pt>
                <c:pt idx="723">
                  <c:v>17:33</c:v>
                </c:pt>
                <c:pt idx="724">
                  <c:v>17:34</c:v>
                </c:pt>
                <c:pt idx="725">
                  <c:v>17:35</c:v>
                </c:pt>
                <c:pt idx="726">
                  <c:v>17:36</c:v>
                </c:pt>
                <c:pt idx="727">
                  <c:v>17:37</c:v>
                </c:pt>
                <c:pt idx="728">
                  <c:v>17:38</c:v>
                </c:pt>
                <c:pt idx="729">
                  <c:v>17:39</c:v>
                </c:pt>
                <c:pt idx="730">
                  <c:v>17:40</c:v>
                </c:pt>
                <c:pt idx="731">
                  <c:v>17:41</c:v>
                </c:pt>
                <c:pt idx="732">
                  <c:v>17:42</c:v>
                </c:pt>
                <c:pt idx="733">
                  <c:v>17:43</c:v>
                </c:pt>
                <c:pt idx="734">
                  <c:v>17:44</c:v>
                </c:pt>
                <c:pt idx="735">
                  <c:v>17:45</c:v>
                </c:pt>
                <c:pt idx="736">
                  <c:v>17:46</c:v>
                </c:pt>
                <c:pt idx="737">
                  <c:v>17:47</c:v>
                </c:pt>
                <c:pt idx="738">
                  <c:v>17:48</c:v>
                </c:pt>
                <c:pt idx="739">
                  <c:v>17:49</c:v>
                </c:pt>
                <c:pt idx="740">
                  <c:v>17:50</c:v>
                </c:pt>
                <c:pt idx="741">
                  <c:v>17:51</c:v>
                </c:pt>
                <c:pt idx="742">
                  <c:v>17:52</c:v>
                </c:pt>
                <c:pt idx="743">
                  <c:v>17:53</c:v>
                </c:pt>
                <c:pt idx="744">
                  <c:v>17:54</c:v>
                </c:pt>
                <c:pt idx="745">
                  <c:v>17:55</c:v>
                </c:pt>
                <c:pt idx="746">
                  <c:v>17:56</c:v>
                </c:pt>
                <c:pt idx="747">
                  <c:v>17:57</c:v>
                </c:pt>
                <c:pt idx="748">
                  <c:v>17:58</c:v>
                </c:pt>
                <c:pt idx="749">
                  <c:v>17:59</c:v>
                </c:pt>
                <c:pt idx="750">
                  <c:v>18:00</c:v>
                </c:pt>
                <c:pt idx="751">
                  <c:v>18:01</c:v>
                </c:pt>
                <c:pt idx="752">
                  <c:v>18:02</c:v>
                </c:pt>
                <c:pt idx="753">
                  <c:v>18:03</c:v>
                </c:pt>
                <c:pt idx="754">
                  <c:v>18:04</c:v>
                </c:pt>
                <c:pt idx="755">
                  <c:v>18:05</c:v>
                </c:pt>
                <c:pt idx="756">
                  <c:v>18:06</c:v>
                </c:pt>
                <c:pt idx="757">
                  <c:v>18:07</c:v>
                </c:pt>
                <c:pt idx="758">
                  <c:v>18:08</c:v>
                </c:pt>
                <c:pt idx="759">
                  <c:v>18:09</c:v>
                </c:pt>
                <c:pt idx="760">
                  <c:v>18:10</c:v>
                </c:pt>
                <c:pt idx="761">
                  <c:v>18:11</c:v>
                </c:pt>
                <c:pt idx="762">
                  <c:v>18:12</c:v>
                </c:pt>
                <c:pt idx="763">
                  <c:v>18:13</c:v>
                </c:pt>
                <c:pt idx="764">
                  <c:v>18:14</c:v>
                </c:pt>
                <c:pt idx="765">
                  <c:v>18:15</c:v>
                </c:pt>
                <c:pt idx="766">
                  <c:v>18:16</c:v>
                </c:pt>
                <c:pt idx="767">
                  <c:v>18:17</c:v>
                </c:pt>
                <c:pt idx="768">
                  <c:v>18:18</c:v>
                </c:pt>
                <c:pt idx="769">
                  <c:v>18:19</c:v>
                </c:pt>
                <c:pt idx="770">
                  <c:v>18:20</c:v>
                </c:pt>
                <c:pt idx="771">
                  <c:v>18:21</c:v>
                </c:pt>
                <c:pt idx="772">
                  <c:v>18:22</c:v>
                </c:pt>
                <c:pt idx="773">
                  <c:v>18:23</c:v>
                </c:pt>
                <c:pt idx="774">
                  <c:v>18:24</c:v>
                </c:pt>
                <c:pt idx="775">
                  <c:v>18:25</c:v>
                </c:pt>
                <c:pt idx="776">
                  <c:v>18:26</c:v>
                </c:pt>
                <c:pt idx="777">
                  <c:v>18:27</c:v>
                </c:pt>
                <c:pt idx="778">
                  <c:v>18:28</c:v>
                </c:pt>
                <c:pt idx="779">
                  <c:v>18:29</c:v>
                </c:pt>
                <c:pt idx="780">
                  <c:v>18:30</c:v>
                </c:pt>
                <c:pt idx="781">
                  <c:v>18:31</c:v>
                </c:pt>
                <c:pt idx="782">
                  <c:v>18:32</c:v>
                </c:pt>
                <c:pt idx="783">
                  <c:v>18:33</c:v>
                </c:pt>
                <c:pt idx="784">
                  <c:v>18:34</c:v>
                </c:pt>
                <c:pt idx="785">
                  <c:v>18:35</c:v>
                </c:pt>
                <c:pt idx="786">
                  <c:v>18:36</c:v>
                </c:pt>
                <c:pt idx="787">
                  <c:v>18:37</c:v>
                </c:pt>
                <c:pt idx="788">
                  <c:v>18:38</c:v>
                </c:pt>
                <c:pt idx="789">
                  <c:v>18:39</c:v>
                </c:pt>
                <c:pt idx="790">
                  <c:v>18:40</c:v>
                </c:pt>
                <c:pt idx="791">
                  <c:v>18:41</c:v>
                </c:pt>
                <c:pt idx="792">
                  <c:v>18:42</c:v>
                </c:pt>
                <c:pt idx="793">
                  <c:v>18:43</c:v>
                </c:pt>
                <c:pt idx="794">
                  <c:v>18:44</c:v>
                </c:pt>
                <c:pt idx="795">
                  <c:v>18:45</c:v>
                </c:pt>
                <c:pt idx="796">
                  <c:v>18:46</c:v>
                </c:pt>
                <c:pt idx="797">
                  <c:v>18:47</c:v>
                </c:pt>
                <c:pt idx="798">
                  <c:v>18:48</c:v>
                </c:pt>
                <c:pt idx="799">
                  <c:v>18:49</c:v>
                </c:pt>
                <c:pt idx="800">
                  <c:v>18:50</c:v>
                </c:pt>
                <c:pt idx="801">
                  <c:v>18:51</c:v>
                </c:pt>
                <c:pt idx="802">
                  <c:v>18:52</c:v>
                </c:pt>
                <c:pt idx="803">
                  <c:v>18:53</c:v>
                </c:pt>
                <c:pt idx="804">
                  <c:v>18:54</c:v>
                </c:pt>
                <c:pt idx="805">
                  <c:v>18:55</c:v>
                </c:pt>
                <c:pt idx="806">
                  <c:v>18:56</c:v>
                </c:pt>
                <c:pt idx="807">
                  <c:v>18:57</c:v>
                </c:pt>
                <c:pt idx="808">
                  <c:v>18:58</c:v>
                </c:pt>
                <c:pt idx="809">
                  <c:v>18:59</c:v>
                </c:pt>
                <c:pt idx="810">
                  <c:v>19:00</c:v>
                </c:pt>
                <c:pt idx="811">
                  <c:v>19:01</c:v>
                </c:pt>
                <c:pt idx="812">
                  <c:v>19:02</c:v>
                </c:pt>
                <c:pt idx="813">
                  <c:v>19:03</c:v>
                </c:pt>
                <c:pt idx="814">
                  <c:v>19:04</c:v>
                </c:pt>
                <c:pt idx="815">
                  <c:v>19:05</c:v>
                </c:pt>
                <c:pt idx="816">
                  <c:v>19:06</c:v>
                </c:pt>
                <c:pt idx="817">
                  <c:v>19:07</c:v>
                </c:pt>
                <c:pt idx="818">
                  <c:v>19:08</c:v>
                </c:pt>
                <c:pt idx="819">
                  <c:v>19:09</c:v>
                </c:pt>
                <c:pt idx="820">
                  <c:v>19:10</c:v>
                </c:pt>
                <c:pt idx="821">
                  <c:v>19:11</c:v>
                </c:pt>
                <c:pt idx="822">
                  <c:v>19:12</c:v>
                </c:pt>
                <c:pt idx="823">
                  <c:v>19:13</c:v>
                </c:pt>
                <c:pt idx="824">
                  <c:v>19:14</c:v>
                </c:pt>
                <c:pt idx="825">
                  <c:v>19:15</c:v>
                </c:pt>
                <c:pt idx="826">
                  <c:v>19:16</c:v>
                </c:pt>
                <c:pt idx="827">
                  <c:v>19:17</c:v>
                </c:pt>
                <c:pt idx="828">
                  <c:v>19:18</c:v>
                </c:pt>
                <c:pt idx="829">
                  <c:v>19:19</c:v>
                </c:pt>
                <c:pt idx="830">
                  <c:v>19:20</c:v>
                </c:pt>
                <c:pt idx="831">
                  <c:v>19:21</c:v>
                </c:pt>
                <c:pt idx="832">
                  <c:v>19:22</c:v>
                </c:pt>
                <c:pt idx="833">
                  <c:v>19:23</c:v>
                </c:pt>
                <c:pt idx="834">
                  <c:v>19:24</c:v>
                </c:pt>
                <c:pt idx="835">
                  <c:v>19:25</c:v>
                </c:pt>
                <c:pt idx="836">
                  <c:v>19:26</c:v>
                </c:pt>
                <c:pt idx="837">
                  <c:v>19:27</c:v>
                </c:pt>
                <c:pt idx="838">
                  <c:v>19:28</c:v>
                </c:pt>
                <c:pt idx="839">
                  <c:v>19:29</c:v>
                </c:pt>
                <c:pt idx="840">
                  <c:v>19:30</c:v>
                </c:pt>
                <c:pt idx="841">
                  <c:v>19:31</c:v>
                </c:pt>
                <c:pt idx="842">
                  <c:v>19:32</c:v>
                </c:pt>
                <c:pt idx="843">
                  <c:v>19:33</c:v>
                </c:pt>
                <c:pt idx="844">
                  <c:v>19:34</c:v>
                </c:pt>
                <c:pt idx="845">
                  <c:v>19:35</c:v>
                </c:pt>
                <c:pt idx="846">
                  <c:v>19:36</c:v>
                </c:pt>
                <c:pt idx="847">
                  <c:v>19:37</c:v>
                </c:pt>
                <c:pt idx="848">
                  <c:v>19:38</c:v>
                </c:pt>
                <c:pt idx="849">
                  <c:v>19:39</c:v>
                </c:pt>
                <c:pt idx="850">
                  <c:v>19:40</c:v>
                </c:pt>
                <c:pt idx="851">
                  <c:v>19:41</c:v>
                </c:pt>
                <c:pt idx="852">
                  <c:v>19:42</c:v>
                </c:pt>
                <c:pt idx="853">
                  <c:v>19:43</c:v>
                </c:pt>
                <c:pt idx="854">
                  <c:v>19:44</c:v>
                </c:pt>
                <c:pt idx="855">
                  <c:v>19:45</c:v>
                </c:pt>
                <c:pt idx="856">
                  <c:v>19:46</c:v>
                </c:pt>
                <c:pt idx="857">
                  <c:v>19:47</c:v>
                </c:pt>
                <c:pt idx="858">
                  <c:v>19:48</c:v>
                </c:pt>
                <c:pt idx="859">
                  <c:v>19:49</c:v>
                </c:pt>
                <c:pt idx="860">
                  <c:v>19:50</c:v>
                </c:pt>
                <c:pt idx="861">
                  <c:v>19:51</c:v>
                </c:pt>
                <c:pt idx="862">
                  <c:v>19:52</c:v>
                </c:pt>
                <c:pt idx="863">
                  <c:v>19:53</c:v>
                </c:pt>
                <c:pt idx="864">
                  <c:v>19:54</c:v>
                </c:pt>
                <c:pt idx="865">
                  <c:v>19:55</c:v>
                </c:pt>
                <c:pt idx="866">
                  <c:v>19:56</c:v>
                </c:pt>
                <c:pt idx="867">
                  <c:v>19:57</c:v>
                </c:pt>
                <c:pt idx="868">
                  <c:v>19:58</c:v>
                </c:pt>
                <c:pt idx="869">
                  <c:v>19:59</c:v>
                </c:pt>
                <c:pt idx="870">
                  <c:v>20:00</c:v>
                </c:pt>
                <c:pt idx="871">
                  <c:v>20:01</c:v>
                </c:pt>
                <c:pt idx="872">
                  <c:v>20:02</c:v>
                </c:pt>
                <c:pt idx="873">
                  <c:v>20:03</c:v>
                </c:pt>
                <c:pt idx="874">
                  <c:v>20:04</c:v>
                </c:pt>
                <c:pt idx="875">
                  <c:v>20:05</c:v>
                </c:pt>
                <c:pt idx="876">
                  <c:v>20:06</c:v>
                </c:pt>
                <c:pt idx="877">
                  <c:v>20:07</c:v>
                </c:pt>
                <c:pt idx="878">
                  <c:v>20:08</c:v>
                </c:pt>
                <c:pt idx="879">
                  <c:v>20:09</c:v>
                </c:pt>
                <c:pt idx="880">
                  <c:v>20:10</c:v>
                </c:pt>
                <c:pt idx="881">
                  <c:v>20:11</c:v>
                </c:pt>
                <c:pt idx="882">
                  <c:v>20:12</c:v>
                </c:pt>
                <c:pt idx="883">
                  <c:v>20:13</c:v>
                </c:pt>
                <c:pt idx="884">
                  <c:v>20:14</c:v>
                </c:pt>
                <c:pt idx="885">
                  <c:v>20:15</c:v>
                </c:pt>
                <c:pt idx="886">
                  <c:v>20:16</c:v>
                </c:pt>
                <c:pt idx="887">
                  <c:v>20:17</c:v>
                </c:pt>
                <c:pt idx="888">
                  <c:v>20:18</c:v>
                </c:pt>
                <c:pt idx="889">
                  <c:v>20:19</c:v>
                </c:pt>
                <c:pt idx="890">
                  <c:v>20:20</c:v>
                </c:pt>
                <c:pt idx="891">
                  <c:v>20:21</c:v>
                </c:pt>
                <c:pt idx="892">
                  <c:v>20:22</c:v>
                </c:pt>
                <c:pt idx="893">
                  <c:v>20:23</c:v>
                </c:pt>
                <c:pt idx="894">
                  <c:v>20:24</c:v>
                </c:pt>
                <c:pt idx="895">
                  <c:v>20:25</c:v>
                </c:pt>
                <c:pt idx="896">
                  <c:v>20:26</c:v>
                </c:pt>
                <c:pt idx="897">
                  <c:v>20:27</c:v>
                </c:pt>
                <c:pt idx="898">
                  <c:v>20:28</c:v>
                </c:pt>
                <c:pt idx="899">
                  <c:v>20:29</c:v>
                </c:pt>
                <c:pt idx="900">
                  <c:v>20:30</c:v>
                </c:pt>
                <c:pt idx="901">
                  <c:v>20:31</c:v>
                </c:pt>
                <c:pt idx="902">
                  <c:v>20:32</c:v>
                </c:pt>
                <c:pt idx="903">
                  <c:v>20:33</c:v>
                </c:pt>
                <c:pt idx="904">
                  <c:v>20:34</c:v>
                </c:pt>
                <c:pt idx="905">
                  <c:v>20:35</c:v>
                </c:pt>
                <c:pt idx="906">
                  <c:v>20:36</c:v>
                </c:pt>
                <c:pt idx="907">
                  <c:v>20:37</c:v>
                </c:pt>
                <c:pt idx="908">
                  <c:v>20:38</c:v>
                </c:pt>
                <c:pt idx="909">
                  <c:v>20:39</c:v>
                </c:pt>
                <c:pt idx="910">
                  <c:v>20:40</c:v>
                </c:pt>
                <c:pt idx="911">
                  <c:v>20:41</c:v>
                </c:pt>
                <c:pt idx="912">
                  <c:v>20:42</c:v>
                </c:pt>
                <c:pt idx="913">
                  <c:v>20:43</c:v>
                </c:pt>
                <c:pt idx="914">
                  <c:v>20:44</c:v>
                </c:pt>
                <c:pt idx="915">
                  <c:v>20:45</c:v>
                </c:pt>
                <c:pt idx="916">
                  <c:v>20:46</c:v>
                </c:pt>
                <c:pt idx="917">
                  <c:v>20:47</c:v>
                </c:pt>
                <c:pt idx="918">
                  <c:v>20:48</c:v>
                </c:pt>
                <c:pt idx="919">
                  <c:v>20:49</c:v>
                </c:pt>
                <c:pt idx="920">
                  <c:v>20:50</c:v>
                </c:pt>
                <c:pt idx="921">
                  <c:v>20:51</c:v>
                </c:pt>
                <c:pt idx="922">
                  <c:v>20:52</c:v>
                </c:pt>
                <c:pt idx="923">
                  <c:v>20:53</c:v>
                </c:pt>
                <c:pt idx="924">
                  <c:v>20:54</c:v>
                </c:pt>
                <c:pt idx="925">
                  <c:v>20:55</c:v>
                </c:pt>
                <c:pt idx="926">
                  <c:v>20:56</c:v>
                </c:pt>
                <c:pt idx="927">
                  <c:v>20:57</c:v>
                </c:pt>
                <c:pt idx="928">
                  <c:v>20:58</c:v>
                </c:pt>
                <c:pt idx="929">
                  <c:v>20:59</c:v>
                </c:pt>
                <c:pt idx="930">
                  <c:v>21:00</c:v>
                </c:pt>
                <c:pt idx="931">
                  <c:v>21:01</c:v>
                </c:pt>
                <c:pt idx="932">
                  <c:v>21:02</c:v>
                </c:pt>
                <c:pt idx="933">
                  <c:v>21:03</c:v>
                </c:pt>
                <c:pt idx="934">
                  <c:v>21:04</c:v>
                </c:pt>
                <c:pt idx="935">
                  <c:v>21:05</c:v>
                </c:pt>
                <c:pt idx="936">
                  <c:v>21:06</c:v>
                </c:pt>
                <c:pt idx="937">
                  <c:v>21:07</c:v>
                </c:pt>
                <c:pt idx="938">
                  <c:v>21:08</c:v>
                </c:pt>
                <c:pt idx="939">
                  <c:v>21:09</c:v>
                </c:pt>
                <c:pt idx="940">
                  <c:v>21:10</c:v>
                </c:pt>
                <c:pt idx="941">
                  <c:v>21:11</c:v>
                </c:pt>
                <c:pt idx="942">
                  <c:v>21:12</c:v>
                </c:pt>
                <c:pt idx="943">
                  <c:v>21:13</c:v>
                </c:pt>
                <c:pt idx="944">
                  <c:v>21:14</c:v>
                </c:pt>
                <c:pt idx="945">
                  <c:v>21:15</c:v>
                </c:pt>
                <c:pt idx="946">
                  <c:v>21:16</c:v>
                </c:pt>
                <c:pt idx="947">
                  <c:v>21:17</c:v>
                </c:pt>
                <c:pt idx="948">
                  <c:v>21:18</c:v>
                </c:pt>
                <c:pt idx="949">
                  <c:v>21:19</c:v>
                </c:pt>
                <c:pt idx="950">
                  <c:v>21:20</c:v>
                </c:pt>
                <c:pt idx="951">
                  <c:v>21:21</c:v>
                </c:pt>
                <c:pt idx="952">
                  <c:v>21:22</c:v>
                </c:pt>
                <c:pt idx="953">
                  <c:v>21:23</c:v>
                </c:pt>
                <c:pt idx="954">
                  <c:v>21:24</c:v>
                </c:pt>
                <c:pt idx="955">
                  <c:v>21:25</c:v>
                </c:pt>
                <c:pt idx="956">
                  <c:v>21:26</c:v>
                </c:pt>
                <c:pt idx="957">
                  <c:v>21:27</c:v>
                </c:pt>
                <c:pt idx="958">
                  <c:v>21:28</c:v>
                </c:pt>
                <c:pt idx="959">
                  <c:v>21:29</c:v>
                </c:pt>
                <c:pt idx="960">
                  <c:v>21:30</c:v>
                </c:pt>
                <c:pt idx="961">
                  <c:v>21:31</c:v>
                </c:pt>
                <c:pt idx="962">
                  <c:v>21:32</c:v>
                </c:pt>
                <c:pt idx="963">
                  <c:v>21:33</c:v>
                </c:pt>
                <c:pt idx="964">
                  <c:v>21:34</c:v>
                </c:pt>
                <c:pt idx="965">
                  <c:v>21:35</c:v>
                </c:pt>
                <c:pt idx="966">
                  <c:v>21:36</c:v>
                </c:pt>
                <c:pt idx="967">
                  <c:v>21:37</c:v>
                </c:pt>
                <c:pt idx="968">
                  <c:v>21:38</c:v>
                </c:pt>
                <c:pt idx="969">
                  <c:v>21:39</c:v>
                </c:pt>
                <c:pt idx="970">
                  <c:v>21:40</c:v>
                </c:pt>
                <c:pt idx="971">
                  <c:v>21:41</c:v>
                </c:pt>
                <c:pt idx="972">
                  <c:v>21:42</c:v>
                </c:pt>
                <c:pt idx="973">
                  <c:v>21:43</c:v>
                </c:pt>
                <c:pt idx="974">
                  <c:v>21:44</c:v>
                </c:pt>
                <c:pt idx="975">
                  <c:v>21:45</c:v>
                </c:pt>
                <c:pt idx="976">
                  <c:v>21:46</c:v>
                </c:pt>
                <c:pt idx="977">
                  <c:v>21:47</c:v>
                </c:pt>
                <c:pt idx="978">
                  <c:v>21:48</c:v>
                </c:pt>
                <c:pt idx="979">
                  <c:v>21:49</c:v>
                </c:pt>
                <c:pt idx="980">
                  <c:v>21:50</c:v>
                </c:pt>
                <c:pt idx="981">
                  <c:v>21:51</c:v>
                </c:pt>
                <c:pt idx="982">
                  <c:v>21:52</c:v>
                </c:pt>
                <c:pt idx="983">
                  <c:v>21:53</c:v>
                </c:pt>
                <c:pt idx="984">
                  <c:v>21:54</c:v>
                </c:pt>
                <c:pt idx="985">
                  <c:v>21:55</c:v>
                </c:pt>
                <c:pt idx="986">
                  <c:v>21:56</c:v>
                </c:pt>
                <c:pt idx="987">
                  <c:v>21:57</c:v>
                </c:pt>
                <c:pt idx="988">
                  <c:v>21:58</c:v>
                </c:pt>
                <c:pt idx="989">
                  <c:v>21:59</c:v>
                </c:pt>
                <c:pt idx="990">
                  <c:v>22:00</c:v>
                </c:pt>
                <c:pt idx="991">
                  <c:v>22:01</c:v>
                </c:pt>
                <c:pt idx="992">
                  <c:v>22:02</c:v>
                </c:pt>
                <c:pt idx="993">
                  <c:v>22:03</c:v>
                </c:pt>
                <c:pt idx="994">
                  <c:v>22:04</c:v>
                </c:pt>
                <c:pt idx="995">
                  <c:v>22:05</c:v>
                </c:pt>
                <c:pt idx="996">
                  <c:v>22:06</c:v>
                </c:pt>
                <c:pt idx="997">
                  <c:v>22:07</c:v>
                </c:pt>
                <c:pt idx="998">
                  <c:v>22:08</c:v>
                </c:pt>
                <c:pt idx="999">
                  <c:v>22:09</c:v>
                </c:pt>
                <c:pt idx="1000">
                  <c:v>22:10</c:v>
                </c:pt>
                <c:pt idx="1001">
                  <c:v>22:11</c:v>
                </c:pt>
                <c:pt idx="1002">
                  <c:v>22:12</c:v>
                </c:pt>
                <c:pt idx="1003">
                  <c:v>22:13</c:v>
                </c:pt>
                <c:pt idx="1004">
                  <c:v>22:14</c:v>
                </c:pt>
                <c:pt idx="1005">
                  <c:v>22:15</c:v>
                </c:pt>
                <c:pt idx="1006">
                  <c:v>22:16</c:v>
                </c:pt>
                <c:pt idx="1007">
                  <c:v>22:17</c:v>
                </c:pt>
                <c:pt idx="1008">
                  <c:v>22:18</c:v>
                </c:pt>
                <c:pt idx="1009">
                  <c:v>22:19</c:v>
                </c:pt>
                <c:pt idx="1010">
                  <c:v>22:20</c:v>
                </c:pt>
                <c:pt idx="1011">
                  <c:v>22:21</c:v>
                </c:pt>
                <c:pt idx="1012">
                  <c:v>22:22</c:v>
                </c:pt>
                <c:pt idx="1013">
                  <c:v>22:23</c:v>
                </c:pt>
                <c:pt idx="1014">
                  <c:v>22:24</c:v>
                </c:pt>
                <c:pt idx="1015">
                  <c:v>22:25</c:v>
                </c:pt>
                <c:pt idx="1016">
                  <c:v>22:26</c:v>
                </c:pt>
                <c:pt idx="1017">
                  <c:v>22:27</c:v>
                </c:pt>
                <c:pt idx="1018">
                  <c:v>22:28</c:v>
                </c:pt>
                <c:pt idx="1019">
                  <c:v>22:29</c:v>
                </c:pt>
                <c:pt idx="1020">
                  <c:v>22:30</c:v>
                </c:pt>
                <c:pt idx="1021">
                  <c:v>22:31</c:v>
                </c:pt>
                <c:pt idx="1022">
                  <c:v>22:32</c:v>
                </c:pt>
                <c:pt idx="1023">
                  <c:v>22:33</c:v>
                </c:pt>
                <c:pt idx="1024">
                  <c:v>22:34</c:v>
                </c:pt>
                <c:pt idx="1025">
                  <c:v>22:35</c:v>
                </c:pt>
                <c:pt idx="1026">
                  <c:v>22:36</c:v>
                </c:pt>
                <c:pt idx="1027">
                  <c:v>22:37</c:v>
                </c:pt>
                <c:pt idx="1028">
                  <c:v>22:38</c:v>
                </c:pt>
                <c:pt idx="1029">
                  <c:v>22:39</c:v>
                </c:pt>
                <c:pt idx="1030">
                  <c:v>22:40</c:v>
                </c:pt>
                <c:pt idx="1031">
                  <c:v>22:41</c:v>
                </c:pt>
                <c:pt idx="1032">
                  <c:v>22:42</c:v>
                </c:pt>
                <c:pt idx="1033">
                  <c:v>22:43</c:v>
                </c:pt>
                <c:pt idx="1034">
                  <c:v>22:44</c:v>
                </c:pt>
                <c:pt idx="1035">
                  <c:v>22:45</c:v>
                </c:pt>
                <c:pt idx="1036">
                  <c:v>22:46</c:v>
                </c:pt>
                <c:pt idx="1037">
                  <c:v>22:47</c:v>
                </c:pt>
                <c:pt idx="1038">
                  <c:v>22:48</c:v>
                </c:pt>
                <c:pt idx="1039">
                  <c:v>22:49</c:v>
                </c:pt>
                <c:pt idx="1040">
                  <c:v>22:50</c:v>
                </c:pt>
                <c:pt idx="1041">
                  <c:v>22:51</c:v>
                </c:pt>
                <c:pt idx="1042">
                  <c:v>22:52</c:v>
                </c:pt>
                <c:pt idx="1043">
                  <c:v>22:53</c:v>
                </c:pt>
                <c:pt idx="1044">
                  <c:v>22:54</c:v>
                </c:pt>
                <c:pt idx="1045">
                  <c:v>22:55</c:v>
                </c:pt>
                <c:pt idx="1046">
                  <c:v>22:56</c:v>
                </c:pt>
                <c:pt idx="1047">
                  <c:v>22:57</c:v>
                </c:pt>
                <c:pt idx="1048">
                  <c:v>22:58</c:v>
                </c:pt>
                <c:pt idx="1049">
                  <c:v>22:59</c:v>
                </c:pt>
                <c:pt idx="1050">
                  <c:v>23:00</c:v>
                </c:pt>
                <c:pt idx="1051">
                  <c:v>23:01</c:v>
                </c:pt>
                <c:pt idx="1052">
                  <c:v>23:02</c:v>
                </c:pt>
                <c:pt idx="1053">
                  <c:v>23:03</c:v>
                </c:pt>
                <c:pt idx="1054">
                  <c:v>23:04</c:v>
                </c:pt>
                <c:pt idx="1055">
                  <c:v>23:05</c:v>
                </c:pt>
                <c:pt idx="1056">
                  <c:v>23:06</c:v>
                </c:pt>
                <c:pt idx="1057">
                  <c:v>23:07</c:v>
                </c:pt>
                <c:pt idx="1058">
                  <c:v>23:08</c:v>
                </c:pt>
                <c:pt idx="1059">
                  <c:v>23:09</c:v>
                </c:pt>
                <c:pt idx="1060">
                  <c:v>23:10</c:v>
                </c:pt>
                <c:pt idx="1061">
                  <c:v>23:11</c:v>
                </c:pt>
                <c:pt idx="1062">
                  <c:v>23:12</c:v>
                </c:pt>
                <c:pt idx="1063">
                  <c:v>23:13</c:v>
                </c:pt>
                <c:pt idx="1064">
                  <c:v>23:14</c:v>
                </c:pt>
                <c:pt idx="1065">
                  <c:v>23:15</c:v>
                </c:pt>
                <c:pt idx="1066">
                  <c:v>23:16</c:v>
                </c:pt>
                <c:pt idx="1067">
                  <c:v>23:17</c:v>
                </c:pt>
                <c:pt idx="1068">
                  <c:v>23:18</c:v>
                </c:pt>
                <c:pt idx="1069">
                  <c:v>23:19</c:v>
                </c:pt>
                <c:pt idx="1070">
                  <c:v>23:20</c:v>
                </c:pt>
                <c:pt idx="1071">
                  <c:v>23:21</c:v>
                </c:pt>
                <c:pt idx="1072">
                  <c:v>23:22</c:v>
                </c:pt>
                <c:pt idx="1073">
                  <c:v>23:23</c:v>
                </c:pt>
                <c:pt idx="1074">
                  <c:v>23:24</c:v>
                </c:pt>
                <c:pt idx="1075">
                  <c:v>23:25</c:v>
                </c:pt>
                <c:pt idx="1076">
                  <c:v>23:26</c:v>
                </c:pt>
                <c:pt idx="1077">
                  <c:v>23:27</c:v>
                </c:pt>
                <c:pt idx="1078">
                  <c:v>23:28</c:v>
                </c:pt>
                <c:pt idx="1079">
                  <c:v>23:29</c:v>
                </c:pt>
                <c:pt idx="1080">
                  <c:v>23:30</c:v>
                </c:pt>
                <c:pt idx="1081">
                  <c:v>23:31</c:v>
                </c:pt>
                <c:pt idx="1082">
                  <c:v>23:32</c:v>
                </c:pt>
                <c:pt idx="1083">
                  <c:v>23:33</c:v>
                </c:pt>
                <c:pt idx="1084">
                  <c:v>23:34</c:v>
                </c:pt>
                <c:pt idx="1085">
                  <c:v>23:35</c:v>
                </c:pt>
                <c:pt idx="1086">
                  <c:v>23:36</c:v>
                </c:pt>
                <c:pt idx="1087">
                  <c:v>23:37</c:v>
                </c:pt>
                <c:pt idx="1088">
                  <c:v>23:38</c:v>
                </c:pt>
                <c:pt idx="1089">
                  <c:v>23:39</c:v>
                </c:pt>
                <c:pt idx="1090">
                  <c:v>23:40</c:v>
                </c:pt>
                <c:pt idx="1091">
                  <c:v>23:41</c:v>
                </c:pt>
                <c:pt idx="1092">
                  <c:v>23:42</c:v>
                </c:pt>
                <c:pt idx="1093">
                  <c:v>23:43</c:v>
                </c:pt>
                <c:pt idx="1094">
                  <c:v>23:44</c:v>
                </c:pt>
                <c:pt idx="1095">
                  <c:v>23:45</c:v>
                </c:pt>
                <c:pt idx="1096">
                  <c:v>23:46</c:v>
                </c:pt>
                <c:pt idx="1097">
                  <c:v>23:47</c:v>
                </c:pt>
                <c:pt idx="1098">
                  <c:v>23:48</c:v>
                </c:pt>
                <c:pt idx="1099">
                  <c:v>23:49</c:v>
                </c:pt>
                <c:pt idx="1100">
                  <c:v>23:50</c:v>
                </c:pt>
                <c:pt idx="1101">
                  <c:v>23:51</c:v>
                </c:pt>
                <c:pt idx="1102">
                  <c:v>23:52</c:v>
                </c:pt>
                <c:pt idx="1103">
                  <c:v>23:53</c:v>
                </c:pt>
                <c:pt idx="1104">
                  <c:v>23:54</c:v>
                </c:pt>
                <c:pt idx="1105">
                  <c:v>23:55</c:v>
                </c:pt>
                <c:pt idx="1106">
                  <c:v>23:56</c:v>
                </c:pt>
                <c:pt idx="1107">
                  <c:v>23:57</c:v>
                </c:pt>
                <c:pt idx="1108">
                  <c:v>23:58</c:v>
                </c:pt>
                <c:pt idx="1109">
                  <c:v>23:59</c:v>
                </c:pt>
                <c:pt idx="1110">
                  <c:v>00:00</c:v>
                </c:pt>
                <c:pt idx="1111">
                  <c:v>00:01</c:v>
                </c:pt>
                <c:pt idx="1112">
                  <c:v>00:02</c:v>
                </c:pt>
                <c:pt idx="1113">
                  <c:v>00:03</c:v>
                </c:pt>
                <c:pt idx="1114">
                  <c:v>00:04</c:v>
                </c:pt>
                <c:pt idx="1115">
                  <c:v>00:05</c:v>
                </c:pt>
                <c:pt idx="1116">
                  <c:v>00:06</c:v>
                </c:pt>
                <c:pt idx="1117">
                  <c:v>00:07</c:v>
                </c:pt>
                <c:pt idx="1118">
                  <c:v>00:08</c:v>
                </c:pt>
                <c:pt idx="1119">
                  <c:v>00:09</c:v>
                </c:pt>
                <c:pt idx="1120">
                  <c:v>00:10</c:v>
                </c:pt>
                <c:pt idx="1121">
                  <c:v>00:11</c:v>
                </c:pt>
                <c:pt idx="1122">
                  <c:v>00:12</c:v>
                </c:pt>
                <c:pt idx="1123">
                  <c:v>00:13</c:v>
                </c:pt>
                <c:pt idx="1124">
                  <c:v>00:14</c:v>
                </c:pt>
                <c:pt idx="1125">
                  <c:v>00:15</c:v>
                </c:pt>
                <c:pt idx="1126">
                  <c:v>00:16</c:v>
                </c:pt>
                <c:pt idx="1127">
                  <c:v>00:17</c:v>
                </c:pt>
                <c:pt idx="1128">
                  <c:v>00:18</c:v>
                </c:pt>
                <c:pt idx="1129">
                  <c:v>00:19</c:v>
                </c:pt>
                <c:pt idx="1130">
                  <c:v>00:20</c:v>
                </c:pt>
                <c:pt idx="1131">
                  <c:v>00:21</c:v>
                </c:pt>
                <c:pt idx="1132">
                  <c:v>00:22</c:v>
                </c:pt>
                <c:pt idx="1133">
                  <c:v>00:23</c:v>
                </c:pt>
                <c:pt idx="1134">
                  <c:v>00:24</c:v>
                </c:pt>
                <c:pt idx="1135">
                  <c:v>00:25</c:v>
                </c:pt>
                <c:pt idx="1136">
                  <c:v>00:26</c:v>
                </c:pt>
                <c:pt idx="1137">
                  <c:v>00:27</c:v>
                </c:pt>
                <c:pt idx="1138">
                  <c:v>00:28</c:v>
                </c:pt>
                <c:pt idx="1139">
                  <c:v>00:29</c:v>
                </c:pt>
                <c:pt idx="1140">
                  <c:v>00:30</c:v>
                </c:pt>
                <c:pt idx="1141">
                  <c:v>00:31</c:v>
                </c:pt>
                <c:pt idx="1142">
                  <c:v>00:32</c:v>
                </c:pt>
                <c:pt idx="1143">
                  <c:v>00:33</c:v>
                </c:pt>
                <c:pt idx="1144">
                  <c:v>00:34</c:v>
                </c:pt>
                <c:pt idx="1145">
                  <c:v>00:35</c:v>
                </c:pt>
                <c:pt idx="1146">
                  <c:v>00:36</c:v>
                </c:pt>
                <c:pt idx="1147">
                  <c:v>00:37</c:v>
                </c:pt>
                <c:pt idx="1148">
                  <c:v>00:38</c:v>
                </c:pt>
                <c:pt idx="1149">
                  <c:v>00:39</c:v>
                </c:pt>
                <c:pt idx="1150">
                  <c:v>00:40</c:v>
                </c:pt>
                <c:pt idx="1151">
                  <c:v>00:41</c:v>
                </c:pt>
                <c:pt idx="1152">
                  <c:v>00:42</c:v>
                </c:pt>
                <c:pt idx="1153">
                  <c:v>00:43</c:v>
                </c:pt>
                <c:pt idx="1154">
                  <c:v>00:44</c:v>
                </c:pt>
                <c:pt idx="1155">
                  <c:v>00:45</c:v>
                </c:pt>
                <c:pt idx="1156">
                  <c:v>00:46</c:v>
                </c:pt>
                <c:pt idx="1157">
                  <c:v>00:47</c:v>
                </c:pt>
                <c:pt idx="1158">
                  <c:v>00:48</c:v>
                </c:pt>
                <c:pt idx="1159">
                  <c:v>00:49</c:v>
                </c:pt>
                <c:pt idx="1160">
                  <c:v>00:50</c:v>
                </c:pt>
                <c:pt idx="1161">
                  <c:v>00:51</c:v>
                </c:pt>
                <c:pt idx="1162">
                  <c:v>00:52</c:v>
                </c:pt>
                <c:pt idx="1163">
                  <c:v>00:53</c:v>
                </c:pt>
                <c:pt idx="1164">
                  <c:v>00:54</c:v>
                </c:pt>
                <c:pt idx="1165">
                  <c:v>00:55</c:v>
                </c:pt>
                <c:pt idx="1166">
                  <c:v>00:56</c:v>
                </c:pt>
                <c:pt idx="1167">
                  <c:v>00:57</c:v>
                </c:pt>
                <c:pt idx="1168">
                  <c:v>00:58</c:v>
                </c:pt>
                <c:pt idx="1169">
                  <c:v>00:59</c:v>
                </c:pt>
                <c:pt idx="1170">
                  <c:v>01:00</c:v>
                </c:pt>
                <c:pt idx="1171">
                  <c:v>01:01</c:v>
                </c:pt>
                <c:pt idx="1172">
                  <c:v>01:02</c:v>
                </c:pt>
                <c:pt idx="1173">
                  <c:v>01:03</c:v>
                </c:pt>
                <c:pt idx="1174">
                  <c:v>01:04</c:v>
                </c:pt>
                <c:pt idx="1175">
                  <c:v>01:05</c:v>
                </c:pt>
                <c:pt idx="1176">
                  <c:v>01:06</c:v>
                </c:pt>
                <c:pt idx="1177">
                  <c:v>01:07</c:v>
                </c:pt>
                <c:pt idx="1178">
                  <c:v>01:08</c:v>
                </c:pt>
                <c:pt idx="1179">
                  <c:v>01:09</c:v>
                </c:pt>
                <c:pt idx="1180">
                  <c:v>01:10</c:v>
                </c:pt>
                <c:pt idx="1181">
                  <c:v>01:11</c:v>
                </c:pt>
                <c:pt idx="1182">
                  <c:v>01:12</c:v>
                </c:pt>
                <c:pt idx="1183">
                  <c:v>01:13</c:v>
                </c:pt>
                <c:pt idx="1184">
                  <c:v>01:14</c:v>
                </c:pt>
                <c:pt idx="1185">
                  <c:v>01:15</c:v>
                </c:pt>
                <c:pt idx="1186">
                  <c:v>01:16</c:v>
                </c:pt>
                <c:pt idx="1187">
                  <c:v>01:17</c:v>
                </c:pt>
                <c:pt idx="1188">
                  <c:v>01:18</c:v>
                </c:pt>
                <c:pt idx="1189">
                  <c:v>01:19</c:v>
                </c:pt>
                <c:pt idx="1190">
                  <c:v>01:20</c:v>
                </c:pt>
                <c:pt idx="1191">
                  <c:v>01:21</c:v>
                </c:pt>
                <c:pt idx="1192">
                  <c:v>01:22</c:v>
                </c:pt>
                <c:pt idx="1193">
                  <c:v>01:23</c:v>
                </c:pt>
                <c:pt idx="1194">
                  <c:v>01:24</c:v>
                </c:pt>
                <c:pt idx="1195">
                  <c:v>01:25</c:v>
                </c:pt>
                <c:pt idx="1196">
                  <c:v>01:26</c:v>
                </c:pt>
                <c:pt idx="1197">
                  <c:v>01:27</c:v>
                </c:pt>
                <c:pt idx="1198">
                  <c:v>01:28</c:v>
                </c:pt>
                <c:pt idx="1199">
                  <c:v>01:29</c:v>
                </c:pt>
                <c:pt idx="1200">
                  <c:v>01:30</c:v>
                </c:pt>
                <c:pt idx="1201">
                  <c:v>01:31</c:v>
                </c:pt>
                <c:pt idx="1202">
                  <c:v>01:32</c:v>
                </c:pt>
                <c:pt idx="1203">
                  <c:v>01:33</c:v>
                </c:pt>
                <c:pt idx="1204">
                  <c:v>01:34</c:v>
                </c:pt>
                <c:pt idx="1205">
                  <c:v>01:35</c:v>
                </c:pt>
                <c:pt idx="1206">
                  <c:v>01:36</c:v>
                </c:pt>
                <c:pt idx="1207">
                  <c:v>01:37</c:v>
                </c:pt>
                <c:pt idx="1208">
                  <c:v>01:38</c:v>
                </c:pt>
                <c:pt idx="1209">
                  <c:v>01:39</c:v>
                </c:pt>
                <c:pt idx="1210">
                  <c:v>01:40</c:v>
                </c:pt>
                <c:pt idx="1211">
                  <c:v>01:41</c:v>
                </c:pt>
                <c:pt idx="1212">
                  <c:v>01:42</c:v>
                </c:pt>
                <c:pt idx="1213">
                  <c:v>01:43</c:v>
                </c:pt>
                <c:pt idx="1214">
                  <c:v>01:44</c:v>
                </c:pt>
                <c:pt idx="1215">
                  <c:v>01:45</c:v>
                </c:pt>
                <c:pt idx="1216">
                  <c:v>01:46</c:v>
                </c:pt>
                <c:pt idx="1217">
                  <c:v>01:47</c:v>
                </c:pt>
                <c:pt idx="1218">
                  <c:v>01:48</c:v>
                </c:pt>
                <c:pt idx="1219">
                  <c:v>01:49</c:v>
                </c:pt>
                <c:pt idx="1220">
                  <c:v>01:50</c:v>
                </c:pt>
                <c:pt idx="1221">
                  <c:v>01:51</c:v>
                </c:pt>
                <c:pt idx="1222">
                  <c:v>01:52</c:v>
                </c:pt>
                <c:pt idx="1223">
                  <c:v>01:53</c:v>
                </c:pt>
                <c:pt idx="1224">
                  <c:v>01:54</c:v>
                </c:pt>
                <c:pt idx="1225">
                  <c:v>01:55</c:v>
                </c:pt>
                <c:pt idx="1226">
                  <c:v>01:56</c:v>
                </c:pt>
                <c:pt idx="1227">
                  <c:v>01:57</c:v>
                </c:pt>
                <c:pt idx="1228">
                  <c:v>01:58</c:v>
                </c:pt>
                <c:pt idx="1229">
                  <c:v>01:59</c:v>
                </c:pt>
              </c:strCache>
            </c:strRef>
          </c:cat>
          <c:val>
            <c:numRef>
              <c:f>Sheet1!$B$2:$B$1231</c:f>
              <c:numCache>
                <c:formatCode>General</c:formatCode>
                <c:ptCount val="1230"/>
                <c:pt idx="0">
                  <c:v>0.0324113669650403</c:v>
                </c:pt>
                <c:pt idx="1">
                  <c:v>0.0257855176019384</c:v>
                </c:pt>
                <c:pt idx="2">
                  <c:v>0.0890009102640726</c:v>
                </c:pt>
                <c:pt idx="3">
                  <c:v>0.130584852996374</c:v>
                </c:pt>
                <c:pt idx="4">
                  <c:v>0.100028995828048</c:v>
                </c:pt>
                <c:pt idx="5">
                  <c:v>0.0459007658150132</c:v>
                </c:pt>
                <c:pt idx="6">
                  <c:v>0.0255779216379495</c:v>
                </c:pt>
                <c:pt idx="7">
                  <c:v>0.0645471888172382</c:v>
                </c:pt>
                <c:pt idx="8">
                  <c:v>0.0973939053769369</c:v>
                </c:pt>
                <c:pt idx="9">
                  <c:v>0.0967079893719774</c:v>
                </c:pt>
                <c:pt idx="10">
                  <c:v>0.0306789871598046</c:v>
                </c:pt>
                <c:pt idx="11">
                  <c:v>0.0304388881175852</c:v>
                </c:pt>
                <c:pt idx="12">
                  <c:v>0.00609287852000143</c:v>
                </c:pt>
                <c:pt idx="13">
                  <c:v>0.070349686379726</c:v>
                </c:pt>
                <c:pt idx="14">
                  <c:v>0.0697962431860131</c:v>
                </c:pt>
                <c:pt idx="15">
                  <c:v>0.0699907570759798</c:v>
                </c:pt>
                <c:pt idx="16">
                  <c:v>0.0786729586440987</c:v>
                </c:pt>
                <c:pt idx="17">
                  <c:v>0.101455384585004</c:v>
                </c:pt>
                <c:pt idx="18">
                  <c:v>0.100786294291552</c:v>
                </c:pt>
                <c:pt idx="19">
                  <c:v>0.0850333388264304</c:v>
                </c:pt>
                <c:pt idx="20">
                  <c:v>0.0612314735914112</c:v>
                </c:pt>
                <c:pt idx="21">
                  <c:v>0.0693148393935402</c:v>
                </c:pt>
                <c:pt idx="22">
                  <c:v>0.109829302275963</c:v>
                </c:pt>
                <c:pt idx="23">
                  <c:v>0.108978891820877</c:v>
                </c:pt>
                <c:pt idx="24">
                  <c:v>0.113848714682599</c:v>
                </c:pt>
                <c:pt idx="25">
                  <c:v>0.0863953017290719</c:v>
                </c:pt>
                <c:pt idx="26">
                  <c:v>0.124084173976928</c:v>
                </c:pt>
                <c:pt idx="27">
                  <c:v>0.16018074581021</c:v>
                </c:pt>
                <c:pt idx="28">
                  <c:v>0.156251320638576</c:v>
                </c:pt>
                <c:pt idx="29">
                  <c:v>0.146520677036633</c:v>
                </c:pt>
                <c:pt idx="30">
                  <c:v>0.199455519880913</c:v>
                </c:pt>
                <c:pt idx="31">
                  <c:v>0.195162079729841</c:v>
                </c:pt>
                <c:pt idx="32">
                  <c:v>0.199241464472837</c:v>
                </c:pt>
                <c:pt idx="33">
                  <c:v>0.211817526403555</c:v>
                </c:pt>
                <c:pt idx="34">
                  <c:v>0.213915483034207</c:v>
                </c:pt>
                <c:pt idx="35">
                  <c:v>0.200337587016049</c:v>
                </c:pt>
                <c:pt idx="36">
                  <c:v>0.225073363143603</c:v>
                </c:pt>
                <c:pt idx="37">
                  <c:v>0.269016459227274</c:v>
                </c:pt>
                <c:pt idx="38">
                  <c:v>0.261173642203518</c:v>
                </c:pt>
                <c:pt idx="39">
                  <c:v>0.279619694029341</c:v>
                </c:pt>
                <c:pt idx="40">
                  <c:v>0.248026957599693</c:v>
                </c:pt>
                <c:pt idx="41">
                  <c:v>0.251468889293053</c:v>
                </c:pt>
                <c:pt idx="42">
                  <c:v>0.26518898343392</c:v>
                </c:pt>
                <c:pt idx="43">
                  <c:v>0.280541207236947</c:v>
                </c:pt>
                <c:pt idx="44">
                  <c:v>0.242594157703769</c:v>
                </c:pt>
                <c:pt idx="45">
                  <c:v>0.318131162210497</c:v>
                </c:pt>
                <c:pt idx="46">
                  <c:v>0.314364138106702</c:v>
                </c:pt>
                <c:pt idx="47">
                  <c:v>0.247654385090169</c:v>
                </c:pt>
                <c:pt idx="48">
                  <c:v>0.271120768735749</c:v>
                </c:pt>
                <c:pt idx="49">
                  <c:v>0.257072858968311</c:v>
                </c:pt>
                <c:pt idx="50">
                  <c:v>0.26215927308257</c:v>
                </c:pt>
                <c:pt idx="51">
                  <c:v>0.282509877593109</c:v>
                </c:pt>
                <c:pt idx="52">
                  <c:v>0.281988980500641</c:v>
                </c:pt>
                <c:pt idx="53">
                  <c:v>0.254590600893699</c:v>
                </c:pt>
                <c:pt idx="54">
                  <c:v>0.303398806839869</c:v>
                </c:pt>
                <c:pt idx="55">
                  <c:v>0.285792295309462</c:v>
                </c:pt>
                <c:pt idx="56">
                  <c:v>0.247667076120371</c:v>
                </c:pt>
                <c:pt idx="57">
                  <c:v>0.255764785519567</c:v>
                </c:pt>
                <c:pt idx="58">
                  <c:v>0.263822309922144</c:v>
                </c:pt>
                <c:pt idx="59">
                  <c:v>0.29665879792595</c:v>
                </c:pt>
                <c:pt idx="60">
                  <c:v>0.31413126981837</c:v>
                </c:pt>
                <c:pt idx="61">
                  <c:v>0.307402070671876</c:v>
                </c:pt>
                <c:pt idx="62">
                  <c:v>0.372235434898336</c:v>
                </c:pt>
                <c:pt idx="63">
                  <c:v>0.361890759601231</c:v>
                </c:pt>
                <c:pt idx="64">
                  <c:v>0.369680460674069</c:v>
                </c:pt>
                <c:pt idx="65">
                  <c:v>0.392646837696939</c:v>
                </c:pt>
                <c:pt idx="66">
                  <c:v>0.430257279157045</c:v>
                </c:pt>
                <c:pt idx="67">
                  <c:v>0.405815280592017</c:v>
                </c:pt>
                <c:pt idx="68">
                  <c:v>0.356508132249252</c:v>
                </c:pt>
                <c:pt idx="69">
                  <c:v>0.384108691726404</c:v>
                </c:pt>
                <c:pt idx="70">
                  <c:v>0.401894542585675</c:v>
                </c:pt>
                <c:pt idx="71">
                  <c:v>0.335568303828487</c:v>
                </c:pt>
                <c:pt idx="72">
                  <c:v>0.393906809155756</c:v>
                </c:pt>
                <c:pt idx="73">
                  <c:v>0.436391659245493</c:v>
                </c:pt>
                <c:pt idx="74">
                  <c:v>0.385853430570612</c:v>
                </c:pt>
                <c:pt idx="75">
                  <c:v>0.405942293120442</c:v>
                </c:pt>
                <c:pt idx="76">
                  <c:v>0.385927018532235</c:v>
                </c:pt>
                <c:pt idx="77">
                  <c:v>0.355069229779198</c:v>
                </c:pt>
                <c:pt idx="78">
                  <c:v>0.374728799265864</c:v>
                </c:pt>
                <c:pt idx="79">
                  <c:v>0.317296202447696</c:v>
                </c:pt>
                <c:pt idx="80">
                  <c:v>0.28827519000498</c:v>
                </c:pt>
                <c:pt idx="81">
                  <c:v>0.301253178613655</c:v>
                </c:pt>
                <c:pt idx="82">
                  <c:v>0.235301331040151</c:v>
                </c:pt>
                <c:pt idx="83">
                  <c:v>0.274956454174352</c:v>
                </c:pt>
                <c:pt idx="84">
                  <c:v>0.264169138615557</c:v>
                </c:pt>
                <c:pt idx="85">
                  <c:v>0.262490871218052</c:v>
                </c:pt>
                <c:pt idx="86">
                  <c:v>0.309280031176677</c:v>
                </c:pt>
                <c:pt idx="87">
                  <c:v>0.381153174624667</c:v>
                </c:pt>
                <c:pt idx="88">
                  <c:v>0.386412528585177</c:v>
                </c:pt>
                <c:pt idx="89">
                  <c:v>0.410711094426282</c:v>
                </c:pt>
                <c:pt idx="90">
                  <c:v>0.512897235167647</c:v>
                </c:pt>
                <c:pt idx="91">
                  <c:v>0.487545815147226</c:v>
                </c:pt>
                <c:pt idx="92">
                  <c:v>0.482754511100804</c:v>
                </c:pt>
                <c:pt idx="93">
                  <c:v>0.50600330437348</c:v>
                </c:pt>
                <c:pt idx="94">
                  <c:v>0.514021521166117</c:v>
                </c:pt>
                <c:pt idx="95">
                  <c:v>0.464546270265709</c:v>
                </c:pt>
                <c:pt idx="96">
                  <c:v>0.456486837225829</c:v>
                </c:pt>
                <c:pt idx="97">
                  <c:v>0.42762805824399</c:v>
                </c:pt>
                <c:pt idx="98">
                  <c:v>0.392514091496529</c:v>
                </c:pt>
                <c:pt idx="99">
                  <c:v>0.405563601304075</c:v>
                </c:pt>
                <c:pt idx="100">
                  <c:v>0.402632840424525</c:v>
                </c:pt>
                <c:pt idx="101">
                  <c:v>0.444835501898112</c:v>
                </c:pt>
                <c:pt idx="102">
                  <c:v>0.444814873616792</c:v>
                </c:pt>
                <c:pt idx="103">
                  <c:v>0.454611833147373</c:v>
                </c:pt>
                <c:pt idx="104">
                  <c:v>0.612531234648028</c:v>
                </c:pt>
                <c:pt idx="105">
                  <c:v>0.640244285853687</c:v>
                </c:pt>
                <c:pt idx="106">
                  <c:v>0.667090264971912</c:v>
                </c:pt>
                <c:pt idx="107">
                  <c:v>0.603574161944446</c:v>
                </c:pt>
                <c:pt idx="108">
                  <c:v>0.597236687190778</c:v>
                </c:pt>
                <c:pt idx="109">
                  <c:v>0.579592175269756</c:v>
                </c:pt>
                <c:pt idx="110">
                  <c:v>0.5687833656037</c:v>
                </c:pt>
                <c:pt idx="111">
                  <c:v>0.55018283857121</c:v>
                </c:pt>
                <c:pt idx="112">
                  <c:v>0.628072022157208</c:v>
                </c:pt>
                <c:pt idx="113">
                  <c:v>0.619726041568547</c:v>
                </c:pt>
                <c:pt idx="114">
                  <c:v>0.632361048766436</c:v>
                </c:pt>
                <c:pt idx="115">
                  <c:v>0.622258404364212</c:v>
                </c:pt>
                <c:pt idx="116">
                  <c:v>0.610785539393688</c:v>
                </c:pt>
                <c:pt idx="117">
                  <c:v>0.641446568316321</c:v>
                </c:pt>
                <c:pt idx="118">
                  <c:v>0.653347899952037</c:v>
                </c:pt>
                <c:pt idx="119">
                  <c:v>0.638237792986844</c:v>
                </c:pt>
                <c:pt idx="120">
                  <c:v>0.675683881360952</c:v>
                </c:pt>
                <c:pt idx="121">
                  <c:v>0.682875085176548</c:v>
                </c:pt>
                <c:pt idx="122">
                  <c:v>0.637001713969852</c:v>
                </c:pt>
                <c:pt idx="123">
                  <c:v>0.713349076656024</c:v>
                </c:pt>
                <c:pt idx="124">
                  <c:v>0.750201268466299</c:v>
                </c:pt>
                <c:pt idx="125">
                  <c:v>0.768231228451744</c:v>
                </c:pt>
                <c:pt idx="126">
                  <c:v>0.768952502003875</c:v>
                </c:pt>
                <c:pt idx="127">
                  <c:v>0.758674862168918</c:v>
                </c:pt>
                <c:pt idx="128">
                  <c:v>0.789265175982302</c:v>
                </c:pt>
                <c:pt idx="129">
                  <c:v>0.727521945523853</c:v>
                </c:pt>
                <c:pt idx="130">
                  <c:v>0.682473514963378</c:v>
                </c:pt>
                <c:pt idx="131">
                  <c:v>0.691555638201774</c:v>
                </c:pt>
                <c:pt idx="132">
                  <c:v>0.759385969314996</c:v>
                </c:pt>
                <c:pt idx="133">
                  <c:v>0.755785663489047</c:v>
                </c:pt>
                <c:pt idx="134">
                  <c:v>0.853759480363526</c:v>
                </c:pt>
                <c:pt idx="135">
                  <c:v>0.808856190447615</c:v>
                </c:pt>
                <c:pt idx="136">
                  <c:v>0.93977602678726</c:v>
                </c:pt>
                <c:pt idx="137">
                  <c:v>0.985690076899916</c:v>
                </c:pt>
                <c:pt idx="138">
                  <c:v>0.974292767258311</c:v>
                </c:pt>
                <c:pt idx="139">
                  <c:v>0.954133042599483</c:v>
                </c:pt>
                <c:pt idx="140">
                  <c:v>0.973974327461444</c:v>
                </c:pt>
                <c:pt idx="141">
                  <c:v>0.886290798458644</c:v>
                </c:pt>
                <c:pt idx="142">
                  <c:v>0.895695090876625</c:v>
                </c:pt>
                <c:pt idx="143">
                  <c:v>0.939448070141036</c:v>
                </c:pt>
                <c:pt idx="144">
                  <c:v>0.902272710902358</c:v>
                </c:pt>
                <c:pt idx="145">
                  <c:v>0.919930321054567</c:v>
                </c:pt>
                <c:pt idx="146">
                  <c:v>0.904019499241077</c:v>
                </c:pt>
                <c:pt idx="147">
                  <c:v>0.911904131153067</c:v>
                </c:pt>
                <c:pt idx="148">
                  <c:v>0.825657180712652</c:v>
                </c:pt>
                <c:pt idx="149">
                  <c:v>0.793254817135142</c:v>
                </c:pt>
                <c:pt idx="150">
                  <c:v>0.81352773990646</c:v>
                </c:pt>
                <c:pt idx="151">
                  <c:v>0.9411840124307</c:v>
                </c:pt>
                <c:pt idx="152">
                  <c:v>0.962588862658353</c:v>
                </c:pt>
                <c:pt idx="153">
                  <c:v>0.935660138766025</c:v>
                </c:pt>
                <c:pt idx="154">
                  <c:v>0.973902778429532</c:v>
                </c:pt>
                <c:pt idx="155">
                  <c:v>1.00288455766599</c:v>
                </c:pt>
                <c:pt idx="156">
                  <c:v>1.01433273382117</c:v>
                </c:pt>
                <c:pt idx="157">
                  <c:v>1.00369770930237</c:v>
                </c:pt>
                <c:pt idx="158">
                  <c:v>1.05577034449799</c:v>
                </c:pt>
                <c:pt idx="159">
                  <c:v>1.06337629486427</c:v>
                </c:pt>
                <c:pt idx="160">
                  <c:v>1.06718844193331</c:v>
                </c:pt>
                <c:pt idx="161">
                  <c:v>1.10761991662963</c:v>
                </c:pt>
                <c:pt idx="162">
                  <c:v>1.06159929085459</c:v>
                </c:pt>
                <c:pt idx="163">
                  <c:v>1.04945312699085</c:v>
                </c:pt>
                <c:pt idx="164">
                  <c:v>1.05469773550594</c:v>
                </c:pt>
                <c:pt idx="165">
                  <c:v>1.0191427759994</c:v>
                </c:pt>
                <c:pt idx="166">
                  <c:v>1.00850255802888</c:v>
                </c:pt>
                <c:pt idx="167">
                  <c:v>0.969926724050388</c:v>
                </c:pt>
                <c:pt idx="168">
                  <c:v>0.962283085326256</c:v>
                </c:pt>
                <c:pt idx="169">
                  <c:v>0.957339570974886</c:v>
                </c:pt>
                <c:pt idx="170">
                  <c:v>0.929608700115969</c:v>
                </c:pt>
                <c:pt idx="171">
                  <c:v>0.966234209730036</c:v>
                </c:pt>
                <c:pt idx="172">
                  <c:v>0.97314215209602</c:v>
                </c:pt>
                <c:pt idx="173">
                  <c:v>0.958823446807051</c:v>
                </c:pt>
                <c:pt idx="174">
                  <c:v>0.953811916853903</c:v>
                </c:pt>
                <c:pt idx="175">
                  <c:v>0.844599563969446</c:v>
                </c:pt>
                <c:pt idx="176">
                  <c:v>0.805053222671407</c:v>
                </c:pt>
                <c:pt idx="177">
                  <c:v>0.794407689889724</c:v>
                </c:pt>
                <c:pt idx="178">
                  <c:v>0.754336834603244</c:v>
                </c:pt>
                <c:pt idx="179">
                  <c:v>0.68800080050585</c:v>
                </c:pt>
                <c:pt idx="180">
                  <c:v>0.637131613564639</c:v>
                </c:pt>
                <c:pt idx="181">
                  <c:v>0.677260935353267</c:v>
                </c:pt>
                <c:pt idx="182">
                  <c:v>0.728605789302202</c:v>
                </c:pt>
                <c:pt idx="183">
                  <c:v>0.730319449475774</c:v>
                </c:pt>
                <c:pt idx="184">
                  <c:v>0.670259485340141</c:v>
                </c:pt>
                <c:pt idx="185">
                  <c:v>0.650334571838873</c:v>
                </c:pt>
                <c:pt idx="186">
                  <c:v>0.617139738553078</c:v>
                </c:pt>
                <c:pt idx="187">
                  <c:v>0.668425636428869</c:v>
                </c:pt>
                <c:pt idx="188">
                  <c:v>0.626149595523717</c:v>
                </c:pt>
                <c:pt idx="189">
                  <c:v>0.589787613136056</c:v>
                </c:pt>
                <c:pt idx="190">
                  <c:v>0.594307484758497</c:v>
                </c:pt>
                <c:pt idx="191">
                  <c:v>0.617651869734524</c:v>
                </c:pt>
                <c:pt idx="192">
                  <c:v>0.611958050632649</c:v>
                </c:pt>
                <c:pt idx="193">
                  <c:v>0.578680814114816</c:v>
                </c:pt>
                <c:pt idx="194">
                  <c:v>0.547623174388685</c:v>
                </c:pt>
                <c:pt idx="195">
                  <c:v>0.578245712565952</c:v>
                </c:pt>
                <c:pt idx="196">
                  <c:v>0.614200001568928</c:v>
                </c:pt>
                <c:pt idx="197">
                  <c:v>0.646775131590282</c:v>
                </c:pt>
                <c:pt idx="198">
                  <c:v>0.626247778460776</c:v>
                </c:pt>
                <c:pt idx="199">
                  <c:v>0.576682873900735</c:v>
                </c:pt>
                <c:pt idx="200">
                  <c:v>0.537214518055938</c:v>
                </c:pt>
                <c:pt idx="201">
                  <c:v>0.530967596283767</c:v>
                </c:pt>
                <c:pt idx="202">
                  <c:v>0.532252073073276</c:v>
                </c:pt>
                <c:pt idx="203">
                  <c:v>0.542979033362918</c:v>
                </c:pt>
                <c:pt idx="204">
                  <c:v>0.541607008180513</c:v>
                </c:pt>
                <c:pt idx="205">
                  <c:v>0.542287505186828</c:v>
                </c:pt>
                <c:pt idx="206">
                  <c:v>0.501154028552648</c:v>
                </c:pt>
                <c:pt idx="207">
                  <c:v>0.483362097320623</c:v>
                </c:pt>
                <c:pt idx="208">
                  <c:v>0.449374136344013</c:v>
                </c:pt>
                <c:pt idx="209">
                  <c:v>0.453239365126368</c:v>
                </c:pt>
                <c:pt idx="210">
                  <c:v>0.464089730016507</c:v>
                </c:pt>
                <c:pt idx="211">
                  <c:v>0.474843467463602</c:v>
                </c:pt>
                <c:pt idx="212">
                  <c:v>0.469649084176259</c:v>
                </c:pt>
                <c:pt idx="213">
                  <c:v>0.491477664158156</c:v>
                </c:pt>
                <c:pt idx="214">
                  <c:v>0.508215736617669</c:v>
                </c:pt>
                <c:pt idx="215">
                  <c:v>0.51819269976837</c:v>
                </c:pt>
                <c:pt idx="216">
                  <c:v>0.529318115419703</c:v>
                </c:pt>
                <c:pt idx="217">
                  <c:v>0.53070207271737</c:v>
                </c:pt>
                <c:pt idx="218">
                  <c:v>0.523587135267673</c:v>
                </c:pt>
                <c:pt idx="219">
                  <c:v>0.522820072052582</c:v>
                </c:pt>
                <c:pt idx="220">
                  <c:v>0.50067768801672</c:v>
                </c:pt>
                <c:pt idx="221">
                  <c:v>0.508431272181558</c:v>
                </c:pt>
                <c:pt idx="222">
                  <c:v>0.469272761574984</c:v>
                </c:pt>
                <c:pt idx="223">
                  <c:v>0.521842089043459</c:v>
                </c:pt>
                <c:pt idx="224">
                  <c:v>0.553841786288163</c:v>
                </c:pt>
                <c:pt idx="225">
                  <c:v>0.557768094614513</c:v>
                </c:pt>
                <c:pt idx="226">
                  <c:v>0.565602628648743</c:v>
                </c:pt>
                <c:pt idx="227">
                  <c:v>0.550766740898718</c:v>
                </c:pt>
                <c:pt idx="228">
                  <c:v>0.518181075981146</c:v>
                </c:pt>
                <c:pt idx="229">
                  <c:v>0.586477984520878</c:v>
                </c:pt>
                <c:pt idx="230">
                  <c:v>0.632917968200227</c:v>
                </c:pt>
                <c:pt idx="231">
                  <c:v>0.616644866816122</c:v>
                </c:pt>
                <c:pt idx="232">
                  <c:v>0.598531084535899</c:v>
                </c:pt>
                <c:pt idx="233">
                  <c:v>0.625103411841888</c:v>
                </c:pt>
                <c:pt idx="234">
                  <c:v>0.648212303521407</c:v>
                </c:pt>
                <c:pt idx="235">
                  <c:v>0.646349622207783</c:v>
                </c:pt>
                <c:pt idx="236">
                  <c:v>0.5959443062681</c:v>
                </c:pt>
                <c:pt idx="237">
                  <c:v>0.595711491002447</c:v>
                </c:pt>
                <c:pt idx="238">
                  <c:v>0.603350930111703</c:v>
                </c:pt>
                <c:pt idx="239">
                  <c:v>0.576449555624624</c:v>
                </c:pt>
                <c:pt idx="240">
                  <c:v>0.58626753356118</c:v>
                </c:pt>
                <c:pt idx="241">
                  <c:v>0.62658918257302</c:v>
                </c:pt>
                <c:pt idx="242">
                  <c:v>0.599207674373217</c:v>
                </c:pt>
                <c:pt idx="243">
                  <c:v>0.630417389530031</c:v>
                </c:pt>
                <c:pt idx="244">
                  <c:v>0.61483242854578</c:v>
                </c:pt>
                <c:pt idx="245">
                  <c:v>0.574287311491752</c:v>
                </c:pt>
                <c:pt idx="246">
                  <c:v>0.60297266946652</c:v>
                </c:pt>
                <c:pt idx="247">
                  <c:v>0.628393871838062</c:v>
                </c:pt>
                <c:pt idx="248">
                  <c:v>0.643187576760091</c:v>
                </c:pt>
                <c:pt idx="249">
                  <c:v>0.711343809086268</c:v>
                </c:pt>
                <c:pt idx="250">
                  <c:v>0.695212066295568</c:v>
                </c:pt>
                <c:pt idx="251">
                  <c:v>0.690900715228282</c:v>
                </c:pt>
                <c:pt idx="252">
                  <c:v>0.657378243801905</c:v>
                </c:pt>
                <c:pt idx="253">
                  <c:v>0.660806699610387</c:v>
                </c:pt>
                <c:pt idx="254">
                  <c:v>0.661353637019681</c:v>
                </c:pt>
                <c:pt idx="255">
                  <c:v>0.649990664750877</c:v>
                </c:pt>
                <c:pt idx="256">
                  <c:v>0.66503320917337</c:v>
                </c:pt>
                <c:pt idx="257">
                  <c:v>0.648672463283048</c:v>
                </c:pt>
                <c:pt idx="258">
                  <c:v>0.659540227723239</c:v>
                </c:pt>
                <c:pt idx="259">
                  <c:v>0.682763594034497</c:v>
                </c:pt>
                <c:pt idx="260">
                  <c:v>0.645524901619976</c:v>
                </c:pt>
                <c:pt idx="261">
                  <c:v>0.625734203845962</c:v>
                </c:pt>
                <c:pt idx="262">
                  <c:v>0.581524105703641</c:v>
                </c:pt>
                <c:pt idx="263">
                  <c:v>0.553926971531619</c:v>
                </c:pt>
                <c:pt idx="264">
                  <c:v>0.566878914089655</c:v>
                </c:pt>
                <c:pt idx="265">
                  <c:v>0.573766832299095</c:v>
                </c:pt>
                <c:pt idx="266">
                  <c:v>0.581378272641633</c:v>
                </c:pt>
                <c:pt idx="267">
                  <c:v>0.608865726266549</c:v>
                </c:pt>
                <c:pt idx="268">
                  <c:v>0.606234151338669</c:v>
                </c:pt>
                <c:pt idx="269">
                  <c:v>0.63483623000874</c:v>
                </c:pt>
                <c:pt idx="270">
                  <c:v>0.676051280984169</c:v>
                </c:pt>
                <c:pt idx="271">
                  <c:v>0.681511595350631</c:v>
                </c:pt>
                <c:pt idx="272">
                  <c:v>0.675901809957268</c:v>
                </c:pt>
                <c:pt idx="273">
                  <c:v>0.681277419941686</c:v>
                </c:pt>
                <c:pt idx="274">
                  <c:v>0.714411452954478</c:v>
                </c:pt>
                <c:pt idx="275">
                  <c:v>0.713495864362931</c:v>
                </c:pt>
                <c:pt idx="276">
                  <c:v>0.681256611599697</c:v>
                </c:pt>
                <c:pt idx="277">
                  <c:v>0.68314372676808</c:v>
                </c:pt>
                <c:pt idx="278">
                  <c:v>0.72709170133633</c:v>
                </c:pt>
                <c:pt idx="279">
                  <c:v>0.736115594310026</c:v>
                </c:pt>
                <c:pt idx="280">
                  <c:v>0.726759674130686</c:v>
                </c:pt>
                <c:pt idx="281">
                  <c:v>0.709821233791398</c:v>
                </c:pt>
                <c:pt idx="282">
                  <c:v>0.710359211694817</c:v>
                </c:pt>
                <c:pt idx="283">
                  <c:v>0.687592796148254</c:v>
                </c:pt>
                <c:pt idx="284">
                  <c:v>0.705498380337445</c:v>
                </c:pt>
                <c:pt idx="285">
                  <c:v>0.689379501081458</c:v>
                </c:pt>
                <c:pt idx="286">
                  <c:v>0.665846719094173</c:v>
                </c:pt>
                <c:pt idx="287">
                  <c:v>0.659727464239204</c:v>
                </c:pt>
                <c:pt idx="288">
                  <c:v>0.646082023971809</c:v>
                </c:pt>
                <c:pt idx="289">
                  <c:v>0.644593239047943</c:v>
                </c:pt>
                <c:pt idx="290">
                  <c:v>0.589811530933788</c:v>
                </c:pt>
                <c:pt idx="291">
                  <c:v>0.507949531617195</c:v>
                </c:pt>
                <c:pt idx="292">
                  <c:v>0.525028084706034</c:v>
                </c:pt>
                <c:pt idx="293">
                  <c:v>0.501408772983598</c:v>
                </c:pt>
                <c:pt idx="294">
                  <c:v>0.534793819704272</c:v>
                </c:pt>
                <c:pt idx="295">
                  <c:v>0.55028840304232</c:v>
                </c:pt>
                <c:pt idx="296">
                  <c:v>0.556300529278285</c:v>
                </c:pt>
                <c:pt idx="297">
                  <c:v>0.601343838336915</c:v>
                </c:pt>
                <c:pt idx="298">
                  <c:v>0.642906780174605</c:v>
                </c:pt>
                <c:pt idx="299">
                  <c:v>0.649487327450839</c:v>
                </c:pt>
                <c:pt idx="300">
                  <c:v>0.69240577802998</c:v>
                </c:pt>
                <c:pt idx="301">
                  <c:v>0.660699240571577</c:v>
                </c:pt>
                <c:pt idx="302">
                  <c:v>0.716055209673145</c:v>
                </c:pt>
                <c:pt idx="303">
                  <c:v>0.705285645436612</c:v>
                </c:pt>
                <c:pt idx="304">
                  <c:v>0.724184467974338</c:v>
                </c:pt>
                <c:pt idx="305">
                  <c:v>0.748100464697412</c:v>
                </c:pt>
                <c:pt idx="306">
                  <c:v>0.750658386081282</c:v>
                </c:pt>
                <c:pt idx="307">
                  <c:v>0.752122882923155</c:v>
                </c:pt>
                <c:pt idx="308">
                  <c:v>0.739224405804301</c:v>
                </c:pt>
                <c:pt idx="309">
                  <c:v>0.740831540127068</c:v>
                </c:pt>
                <c:pt idx="310">
                  <c:v>0.780226204536201</c:v>
                </c:pt>
                <c:pt idx="311">
                  <c:v>0.826429787847469</c:v>
                </c:pt>
                <c:pt idx="312">
                  <c:v>0.840217966674761</c:v>
                </c:pt>
                <c:pt idx="313">
                  <c:v>0.837236924362177</c:v>
                </c:pt>
                <c:pt idx="314">
                  <c:v>0.85261561269577</c:v>
                </c:pt>
                <c:pt idx="315">
                  <c:v>0.881781146513542</c:v>
                </c:pt>
                <c:pt idx="316">
                  <c:v>0.900209184055813</c:v>
                </c:pt>
                <c:pt idx="317">
                  <c:v>0.860137793421149</c:v>
                </c:pt>
                <c:pt idx="318">
                  <c:v>0.886679609647357</c:v>
                </c:pt>
                <c:pt idx="319">
                  <c:v>0.912268583343596</c:v>
                </c:pt>
                <c:pt idx="320">
                  <c:v>0.941977434911914</c:v>
                </c:pt>
                <c:pt idx="321">
                  <c:v>0.934017788158138</c:v>
                </c:pt>
                <c:pt idx="322">
                  <c:v>0.957545095261562</c:v>
                </c:pt>
                <c:pt idx="323">
                  <c:v>0.922980625198665</c:v>
                </c:pt>
                <c:pt idx="324">
                  <c:v>1.00343836066227</c:v>
                </c:pt>
                <c:pt idx="325">
                  <c:v>0.999423520778367</c:v>
                </c:pt>
                <c:pt idx="326">
                  <c:v>1.05054401506296</c:v>
                </c:pt>
                <c:pt idx="327">
                  <c:v>1.06376540851052</c:v>
                </c:pt>
                <c:pt idx="328">
                  <c:v>1.06823698741683</c:v>
                </c:pt>
                <c:pt idx="329">
                  <c:v>1.05727246915302</c:v>
                </c:pt>
                <c:pt idx="330">
                  <c:v>1.06856854107544</c:v>
                </c:pt>
                <c:pt idx="331">
                  <c:v>1.05920534698876</c:v>
                </c:pt>
                <c:pt idx="332">
                  <c:v>1.05180030918191</c:v>
                </c:pt>
                <c:pt idx="333">
                  <c:v>1.05447334385595</c:v>
                </c:pt>
                <c:pt idx="334">
                  <c:v>1.04566897829515</c:v>
                </c:pt>
                <c:pt idx="335">
                  <c:v>1.02896984553054</c:v>
                </c:pt>
                <c:pt idx="336">
                  <c:v>0.978914155352513</c:v>
                </c:pt>
                <c:pt idx="337">
                  <c:v>0.90381525087599</c:v>
                </c:pt>
                <c:pt idx="338">
                  <c:v>0.867255968981529</c:v>
                </c:pt>
                <c:pt idx="339">
                  <c:v>0.860984861403896</c:v>
                </c:pt>
                <c:pt idx="340">
                  <c:v>0.83994557397394</c:v>
                </c:pt>
                <c:pt idx="341">
                  <c:v>0.846931044076341</c:v>
                </c:pt>
                <c:pt idx="342">
                  <c:v>0.839899449133861</c:v>
                </c:pt>
                <c:pt idx="343">
                  <c:v>0.856103400541674</c:v>
                </c:pt>
                <c:pt idx="344">
                  <c:v>0.908472779572522</c:v>
                </c:pt>
                <c:pt idx="345">
                  <c:v>0.920735845274949</c:v>
                </c:pt>
                <c:pt idx="346">
                  <c:v>0.915145677062563</c:v>
                </c:pt>
                <c:pt idx="347">
                  <c:v>0.929955925865913</c:v>
                </c:pt>
                <c:pt idx="348">
                  <c:v>0.944975722572318</c:v>
                </c:pt>
                <c:pt idx="349">
                  <c:v>0.926677118468928</c:v>
                </c:pt>
                <c:pt idx="350">
                  <c:v>0.961708380624384</c:v>
                </c:pt>
                <c:pt idx="351">
                  <c:v>1.00979465501653</c:v>
                </c:pt>
                <c:pt idx="352">
                  <c:v>0.991432851619816</c:v>
                </c:pt>
                <c:pt idx="353">
                  <c:v>1.00983200280016</c:v>
                </c:pt>
                <c:pt idx="354">
                  <c:v>0.98204467630487</c:v>
                </c:pt>
                <c:pt idx="355">
                  <c:v>0.994049476433854</c:v>
                </c:pt>
                <c:pt idx="356">
                  <c:v>1.00592348794432</c:v>
                </c:pt>
                <c:pt idx="357">
                  <c:v>1.03428332620587</c:v>
                </c:pt>
                <c:pt idx="358">
                  <c:v>1.04408449276034</c:v>
                </c:pt>
                <c:pt idx="359">
                  <c:v>1.04792812041512</c:v>
                </c:pt>
                <c:pt idx="360">
                  <c:v>1.0157515323899</c:v>
                </c:pt>
                <c:pt idx="361">
                  <c:v>0.989794323320981</c:v>
                </c:pt>
                <c:pt idx="362">
                  <c:v>0.963918328731937</c:v>
                </c:pt>
                <c:pt idx="363">
                  <c:v>0.940783419486527</c:v>
                </c:pt>
                <c:pt idx="364">
                  <c:v>0.942147660672743</c:v>
                </c:pt>
                <c:pt idx="365">
                  <c:v>0.960731558729834</c:v>
                </c:pt>
                <c:pt idx="366">
                  <c:v>1.00585421955334</c:v>
                </c:pt>
                <c:pt idx="367">
                  <c:v>0.997887683556951</c:v>
                </c:pt>
                <c:pt idx="368">
                  <c:v>0.997532693489486</c:v>
                </c:pt>
                <c:pt idx="369">
                  <c:v>0.965599333325324</c:v>
                </c:pt>
                <c:pt idx="370">
                  <c:v>0.999827197916466</c:v>
                </c:pt>
                <c:pt idx="371">
                  <c:v>1.01863137640692</c:v>
                </c:pt>
                <c:pt idx="372">
                  <c:v>1.02287915623921</c:v>
                </c:pt>
                <c:pt idx="373">
                  <c:v>1.02928080264089</c:v>
                </c:pt>
                <c:pt idx="374">
                  <c:v>1.08433448949299</c:v>
                </c:pt>
                <c:pt idx="375">
                  <c:v>1.04214342803555</c:v>
                </c:pt>
                <c:pt idx="376">
                  <c:v>1.01128802661944</c:v>
                </c:pt>
                <c:pt idx="377">
                  <c:v>1.03055871434201</c:v>
                </c:pt>
                <c:pt idx="378">
                  <c:v>1.03252781065782</c:v>
                </c:pt>
                <c:pt idx="379">
                  <c:v>1.00973793705088</c:v>
                </c:pt>
                <c:pt idx="380">
                  <c:v>1.00485110266274</c:v>
                </c:pt>
                <c:pt idx="381">
                  <c:v>0.988539039688371</c:v>
                </c:pt>
                <c:pt idx="382">
                  <c:v>1.01359009193469</c:v>
                </c:pt>
                <c:pt idx="383">
                  <c:v>0.975316992713163</c:v>
                </c:pt>
                <c:pt idx="384">
                  <c:v>0.881866641437101</c:v>
                </c:pt>
                <c:pt idx="385">
                  <c:v>0.664215572077771</c:v>
                </c:pt>
                <c:pt idx="386">
                  <c:v>0.637220841904945</c:v>
                </c:pt>
                <c:pt idx="387">
                  <c:v>0.496876965904282</c:v>
                </c:pt>
                <c:pt idx="388">
                  <c:v>0.441885037380245</c:v>
                </c:pt>
                <c:pt idx="389">
                  <c:v>0.556684782375145</c:v>
                </c:pt>
                <c:pt idx="390">
                  <c:v>0.538370621941673</c:v>
                </c:pt>
                <c:pt idx="391">
                  <c:v>0.539717191025985</c:v>
                </c:pt>
                <c:pt idx="392">
                  <c:v>0.501830329424616</c:v>
                </c:pt>
                <c:pt idx="393">
                  <c:v>0.494069781574527</c:v>
                </c:pt>
                <c:pt idx="394">
                  <c:v>0.472637247244828</c:v>
                </c:pt>
                <c:pt idx="395">
                  <c:v>0.463796451259099</c:v>
                </c:pt>
                <c:pt idx="396">
                  <c:v>0.463672449923719</c:v>
                </c:pt>
                <c:pt idx="397">
                  <c:v>0.456431724487331</c:v>
                </c:pt>
                <c:pt idx="398">
                  <c:v>0.416178094427115</c:v>
                </c:pt>
                <c:pt idx="399">
                  <c:v>0.426354900173092</c:v>
                </c:pt>
                <c:pt idx="400">
                  <c:v>0.41063349178854</c:v>
                </c:pt>
                <c:pt idx="401">
                  <c:v>0.4421787307053</c:v>
                </c:pt>
                <c:pt idx="402">
                  <c:v>0.415602328334092</c:v>
                </c:pt>
                <c:pt idx="403">
                  <c:v>0.421379132434548</c:v>
                </c:pt>
                <c:pt idx="404">
                  <c:v>0.409658789568802</c:v>
                </c:pt>
                <c:pt idx="405">
                  <c:v>0.421430330003187</c:v>
                </c:pt>
                <c:pt idx="406">
                  <c:v>0.405467179047332</c:v>
                </c:pt>
                <c:pt idx="407">
                  <c:v>0.417062846319724</c:v>
                </c:pt>
                <c:pt idx="408">
                  <c:v>0.40507837309876</c:v>
                </c:pt>
                <c:pt idx="409">
                  <c:v>0.38456292441678</c:v>
                </c:pt>
                <c:pt idx="410">
                  <c:v>0.39190661240646</c:v>
                </c:pt>
                <c:pt idx="411">
                  <c:v>0.389202319601032</c:v>
                </c:pt>
                <c:pt idx="412">
                  <c:v>0.437569903880029</c:v>
                </c:pt>
                <c:pt idx="413">
                  <c:v>0.405781234384908</c:v>
                </c:pt>
                <c:pt idx="414">
                  <c:v>0.412271801470451</c:v>
                </c:pt>
                <c:pt idx="415">
                  <c:v>0.34944132247948</c:v>
                </c:pt>
                <c:pt idx="416">
                  <c:v>0.32818781526399</c:v>
                </c:pt>
                <c:pt idx="417">
                  <c:v>0.348955384268538</c:v>
                </c:pt>
                <c:pt idx="418">
                  <c:v>0.340674246299867</c:v>
                </c:pt>
                <c:pt idx="419">
                  <c:v>0.316832020428031</c:v>
                </c:pt>
                <c:pt idx="420">
                  <c:v>0.301052828004877</c:v>
                </c:pt>
                <c:pt idx="421">
                  <c:v>0.336932944005073</c:v>
                </c:pt>
                <c:pt idx="422">
                  <c:v>0.360880203942903</c:v>
                </c:pt>
                <c:pt idx="423">
                  <c:v>0.353493829058805</c:v>
                </c:pt>
                <c:pt idx="424">
                  <c:v>0.362158804567721</c:v>
                </c:pt>
                <c:pt idx="425">
                  <c:v>0.397448060944768</c:v>
                </c:pt>
                <c:pt idx="426">
                  <c:v>0.424155076333061</c:v>
                </c:pt>
                <c:pt idx="427">
                  <c:v>0.425577580225448</c:v>
                </c:pt>
                <c:pt idx="428">
                  <c:v>0.440643262896521</c:v>
                </c:pt>
                <c:pt idx="429">
                  <c:v>0.44542960392919</c:v>
                </c:pt>
                <c:pt idx="430">
                  <c:v>0.421373204338904</c:v>
                </c:pt>
                <c:pt idx="431">
                  <c:v>0.402536801010875</c:v>
                </c:pt>
                <c:pt idx="432">
                  <c:v>0.407313004810366</c:v>
                </c:pt>
                <c:pt idx="433">
                  <c:v>0.404284388014919</c:v>
                </c:pt>
                <c:pt idx="434">
                  <c:v>0.429142311594041</c:v>
                </c:pt>
                <c:pt idx="435">
                  <c:v>0.418435384467732</c:v>
                </c:pt>
                <c:pt idx="436">
                  <c:v>0.431192224139809</c:v>
                </c:pt>
                <c:pt idx="437">
                  <c:v>0.444081507732209</c:v>
                </c:pt>
                <c:pt idx="438">
                  <c:v>0.458429146976803</c:v>
                </c:pt>
                <c:pt idx="439">
                  <c:v>0.473054157277242</c:v>
                </c:pt>
                <c:pt idx="440">
                  <c:v>0.459397940424406</c:v>
                </c:pt>
                <c:pt idx="441">
                  <c:v>0.495713926579118</c:v>
                </c:pt>
                <c:pt idx="442">
                  <c:v>0.506936181649411</c:v>
                </c:pt>
                <c:pt idx="443">
                  <c:v>0.4882393536566</c:v>
                </c:pt>
                <c:pt idx="444">
                  <c:v>0.500297302822275</c:v>
                </c:pt>
                <c:pt idx="445">
                  <c:v>0.490381245811753</c:v>
                </c:pt>
                <c:pt idx="446">
                  <c:v>0.471135201716588</c:v>
                </c:pt>
                <c:pt idx="447">
                  <c:v>0.468578201485669</c:v>
                </c:pt>
                <c:pt idx="448">
                  <c:v>0.42946678805327</c:v>
                </c:pt>
                <c:pt idx="449">
                  <c:v>0.463937161617137</c:v>
                </c:pt>
                <c:pt idx="450">
                  <c:v>0.452640893642017</c:v>
                </c:pt>
                <c:pt idx="451">
                  <c:v>0.456576731157364</c:v>
                </c:pt>
                <c:pt idx="452">
                  <c:v>0.467192307308059</c:v>
                </c:pt>
                <c:pt idx="453">
                  <c:v>0.503865746948999</c:v>
                </c:pt>
                <c:pt idx="454">
                  <c:v>0.486263025708395</c:v>
                </c:pt>
                <c:pt idx="455">
                  <c:v>0.468602595878783</c:v>
                </c:pt>
                <c:pt idx="456">
                  <c:v>0.483507715236062</c:v>
                </c:pt>
                <c:pt idx="457">
                  <c:v>0.468605389616674</c:v>
                </c:pt>
                <c:pt idx="458">
                  <c:v>0.443438507749978</c:v>
                </c:pt>
                <c:pt idx="459">
                  <c:v>0.454485135350734</c:v>
                </c:pt>
                <c:pt idx="460">
                  <c:v>0.449726248596355</c:v>
                </c:pt>
                <c:pt idx="461">
                  <c:v>0.467043031924173</c:v>
                </c:pt>
                <c:pt idx="462">
                  <c:v>0.481156129854938</c:v>
                </c:pt>
                <c:pt idx="463">
                  <c:v>0.514283363123489</c:v>
                </c:pt>
                <c:pt idx="464">
                  <c:v>0.525390917484622</c:v>
                </c:pt>
                <c:pt idx="465">
                  <c:v>0.537682705207578</c:v>
                </c:pt>
                <c:pt idx="466">
                  <c:v>0.524251738454601</c:v>
                </c:pt>
                <c:pt idx="467">
                  <c:v>0.529155331456747</c:v>
                </c:pt>
                <c:pt idx="468">
                  <c:v>0.545970770773564</c:v>
                </c:pt>
                <c:pt idx="469">
                  <c:v>0.512441850126574</c:v>
                </c:pt>
                <c:pt idx="470">
                  <c:v>0.496783811695728</c:v>
                </c:pt>
                <c:pt idx="471">
                  <c:v>0.491108218430742</c:v>
                </c:pt>
                <c:pt idx="472">
                  <c:v>0.510184924682362</c:v>
                </c:pt>
                <c:pt idx="473">
                  <c:v>0.494533678552542</c:v>
                </c:pt>
                <c:pt idx="474">
                  <c:v>0.46404860923726</c:v>
                </c:pt>
                <c:pt idx="475">
                  <c:v>0.468299298904631</c:v>
                </c:pt>
                <c:pt idx="476">
                  <c:v>0.470690828003759</c:v>
                </c:pt>
                <c:pt idx="477">
                  <c:v>0.476643654769802</c:v>
                </c:pt>
                <c:pt idx="478">
                  <c:v>0.510109565069692</c:v>
                </c:pt>
                <c:pt idx="479">
                  <c:v>0.530224069213205</c:v>
                </c:pt>
                <c:pt idx="480">
                  <c:v>0.498731631180187</c:v>
                </c:pt>
                <c:pt idx="481">
                  <c:v>0.500920971190959</c:v>
                </c:pt>
                <c:pt idx="482">
                  <c:v>0.491940289870321</c:v>
                </c:pt>
                <c:pt idx="483">
                  <c:v>0.481071221551667</c:v>
                </c:pt>
                <c:pt idx="484">
                  <c:v>0.454766662550389</c:v>
                </c:pt>
                <c:pt idx="485">
                  <c:v>0.46429779747003</c:v>
                </c:pt>
                <c:pt idx="486">
                  <c:v>0.459262479172395</c:v>
                </c:pt>
                <c:pt idx="487">
                  <c:v>0.447064406665257</c:v>
                </c:pt>
                <c:pt idx="488">
                  <c:v>0.439072395147138</c:v>
                </c:pt>
                <c:pt idx="489">
                  <c:v>0.423486250270419</c:v>
                </c:pt>
                <c:pt idx="490">
                  <c:v>0.437599540584276</c:v>
                </c:pt>
                <c:pt idx="491">
                  <c:v>0.430005579009918</c:v>
                </c:pt>
                <c:pt idx="492">
                  <c:v>0.440776609653482</c:v>
                </c:pt>
                <c:pt idx="493">
                  <c:v>0.447821671699312</c:v>
                </c:pt>
                <c:pt idx="494">
                  <c:v>0.472686880263021</c:v>
                </c:pt>
                <c:pt idx="495">
                  <c:v>0.470221620437016</c:v>
                </c:pt>
                <c:pt idx="496">
                  <c:v>0.459317853541315</c:v>
                </c:pt>
                <c:pt idx="497">
                  <c:v>0.457458007387848</c:v>
                </c:pt>
                <c:pt idx="498">
                  <c:v>0.44706811123846</c:v>
                </c:pt>
                <c:pt idx="499">
                  <c:v>0.472090772871348</c:v>
                </c:pt>
                <c:pt idx="500">
                  <c:v>0.488433181583151</c:v>
                </c:pt>
                <c:pt idx="501">
                  <c:v>0.516043360319086</c:v>
                </c:pt>
                <c:pt idx="502">
                  <c:v>0.604040394775882</c:v>
                </c:pt>
                <c:pt idx="503">
                  <c:v>0.633458365992408</c:v>
                </c:pt>
                <c:pt idx="504">
                  <c:v>0.655694747222263</c:v>
                </c:pt>
                <c:pt idx="505">
                  <c:v>0.654558577589514</c:v>
                </c:pt>
                <c:pt idx="506">
                  <c:v>0.672960724577469</c:v>
                </c:pt>
                <c:pt idx="507">
                  <c:v>0.680805188899805</c:v>
                </c:pt>
                <c:pt idx="508">
                  <c:v>0.682414852292813</c:v>
                </c:pt>
                <c:pt idx="509">
                  <c:v>0.700474262390374</c:v>
                </c:pt>
                <c:pt idx="510">
                  <c:v>0.695436273789945</c:v>
                </c:pt>
                <c:pt idx="511">
                  <c:v>0.710018740534468</c:v>
                </c:pt>
                <c:pt idx="512">
                  <c:v>0.719431533819663</c:v>
                </c:pt>
                <c:pt idx="513">
                  <c:v>0.720588803171929</c:v>
                </c:pt>
                <c:pt idx="514">
                  <c:v>0.695557231027969</c:v>
                </c:pt>
                <c:pt idx="515">
                  <c:v>0.704904236358259</c:v>
                </c:pt>
                <c:pt idx="516">
                  <c:v>0.727293641236939</c:v>
                </c:pt>
                <c:pt idx="517">
                  <c:v>0.754394494301723</c:v>
                </c:pt>
                <c:pt idx="518">
                  <c:v>0.768027955167104</c:v>
                </c:pt>
                <c:pt idx="519">
                  <c:v>0.77578612443655</c:v>
                </c:pt>
                <c:pt idx="520">
                  <c:v>0.790064062789778</c:v>
                </c:pt>
                <c:pt idx="521">
                  <c:v>0.78920421553267</c:v>
                </c:pt>
                <c:pt idx="522">
                  <c:v>0.78845489848178</c:v>
                </c:pt>
                <c:pt idx="523">
                  <c:v>0.769897460384251</c:v>
                </c:pt>
                <c:pt idx="524">
                  <c:v>0.766077499656717</c:v>
                </c:pt>
                <c:pt idx="525">
                  <c:v>0.817941788819771</c:v>
                </c:pt>
                <c:pt idx="526">
                  <c:v>0.816757255757276</c:v>
                </c:pt>
                <c:pt idx="527">
                  <c:v>0.849794231243582</c:v>
                </c:pt>
                <c:pt idx="528">
                  <c:v>0.858937926003131</c:v>
                </c:pt>
                <c:pt idx="529">
                  <c:v>0.895452212574221</c:v>
                </c:pt>
                <c:pt idx="530">
                  <c:v>0.897644780204937</c:v>
                </c:pt>
                <c:pt idx="531">
                  <c:v>0.904177389001666</c:v>
                </c:pt>
                <c:pt idx="532">
                  <c:v>0.860272467395393</c:v>
                </c:pt>
                <c:pt idx="533">
                  <c:v>0.810772309713589</c:v>
                </c:pt>
                <c:pt idx="534">
                  <c:v>0.77251581484604</c:v>
                </c:pt>
                <c:pt idx="535">
                  <c:v>0.764887544009745</c:v>
                </c:pt>
                <c:pt idx="536">
                  <c:v>0.750024095423722</c:v>
                </c:pt>
                <c:pt idx="537">
                  <c:v>0.743846109616033</c:v>
                </c:pt>
                <c:pt idx="538">
                  <c:v>0.810497774176528</c:v>
                </c:pt>
                <c:pt idx="539">
                  <c:v>0.840843343180085</c:v>
                </c:pt>
                <c:pt idx="540">
                  <c:v>0.82349359654619</c:v>
                </c:pt>
                <c:pt idx="541">
                  <c:v>0.792320539841687</c:v>
                </c:pt>
                <c:pt idx="542">
                  <c:v>0.764796265173677</c:v>
                </c:pt>
                <c:pt idx="543">
                  <c:v>0.78265263284811</c:v>
                </c:pt>
                <c:pt idx="544">
                  <c:v>0.783838038558979</c:v>
                </c:pt>
                <c:pt idx="545">
                  <c:v>0.833426654864224</c:v>
                </c:pt>
                <c:pt idx="546">
                  <c:v>0.821698108932824</c:v>
                </c:pt>
                <c:pt idx="547">
                  <c:v>0.805130874813396</c:v>
                </c:pt>
                <c:pt idx="548">
                  <c:v>0.799588940539987</c:v>
                </c:pt>
                <c:pt idx="549">
                  <c:v>0.768572711616881</c:v>
                </c:pt>
                <c:pt idx="550">
                  <c:v>0.77768577867917</c:v>
                </c:pt>
                <c:pt idx="551">
                  <c:v>0.785966947523955</c:v>
                </c:pt>
                <c:pt idx="552">
                  <c:v>0.807022959174094</c:v>
                </c:pt>
                <c:pt idx="553">
                  <c:v>0.875320810041975</c:v>
                </c:pt>
                <c:pt idx="554">
                  <c:v>0.878934055324084</c:v>
                </c:pt>
                <c:pt idx="555">
                  <c:v>0.924462649238728</c:v>
                </c:pt>
                <c:pt idx="556">
                  <c:v>0.909869036945005</c:v>
                </c:pt>
                <c:pt idx="557">
                  <c:v>0.888298088477699</c:v>
                </c:pt>
                <c:pt idx="558">
                  <c:v>0.913154559514835</c:v>
                </c:pt>
                <c:pt idx="559">
                  <c:v>0.916883457212678</c:v>
                </c:pt>
                <c:pt idx="560">
                  <c:v>0.942354886527073</c:v>
                </c:pt>
                <c:pt idx="561">
                  <c:v>1.00942539331918</c:v>
                </c:pt>
                <c:pt idx="562">
                  <c:v>1.01468576426351</c:v>
                </c:pt>
                <c:pt idx="563">
                  <c:v>1.01016224020589</c:v>
                </c:pt>
                <c:pt idx="564">
                  <c:v>0.944295464541337</c:v>
                </c:pt>
                <c:pt idx="565">
                  <c:v>0.915385581023376</c:v>
                </c:pt>
                <c:pt idx="566">
                  <c:v>0.921572670144428</c:v>
                </c:pt>
                <c:pt idx="567">
                  <c:v>0.951566210473309</c:v>
                </c:pt>
                <c:pt idx="568">
                  <c:v>0.929489928223657</c:v>
                </c:pt>
                <c:pt idx="569">
                  <c:v>0.913121373979256</c:v>
                </c:pt>
                <c:pt idx="570">
                  <c:v>0.908103170770748</c:v>
                </c:pt>
                <c:pt idx="571">
                  <c:v>0.904148793348512</c:v>
                </c:pt>
                <c:pt idx="572">
                  <c:v>0.91575267385075</c:v>
                </c:pt>
                <c:pt idx="573">
                  <c:v>0.951207158517216</c:v>
                </c:pt>
                <c:pt idx="574">
                  <c:v>0.983357903444596</c:v>
                </c:pt>
                <c:pt idx="575">
                  <c:v>1.00743697838901</c:v>
                </c:pt>
                <c:pt idx="576">
                  <c:v>1.00229928720476</c:v>
                </c:pt>
                <c:pt idx="577">
                  <c:v>1.00437744807725</c:v>
                </c:pt>
                <c:pt idx="578">
                  <c:v>1.00274721313529</c:v>
                </c:pt>
                <c:pt idx="579">
                  <c:v>1.0104935347241</c:v>
                </c:pt>
                <c:pt idx="580">
                  <c:v>1.0270312183562</c:v>
                </c:pt>
                <c:pt idx="581">
                  <c:v>1.01799567517563</c:v>
                </c:pt>
                <c:pt idx="582">
                  <c:v>0.983691132348792</c:v>
                </c:pt>
                <c:pt idx="583">
                  <c:v>0.952733327572758</c:v>
                </c:pt>
                <c:pt idx="584">
                  <c:v>0.909167735855565</c:v>
                </c:pt>
                <c:pt idx="585">
                  <c:v>0.904815840353403</c:v>
                </c:pt>
                <c:pt idx="586">
                  <c:v>0.908232386165082</c:v>
                </c:pt>
                <c:pt idx="587">
                  <c:v>0.911508140123619</c:v>
                </c:pt>
                <c:pt idx="588">
                  <c:v>0.876075357109482</c:v>
                </c:pt>
                <c:pt idx="589">
                  <c:v>0.846508637848752</c:v>
                </c:pt>
                <c:pt idx="590">
                  <c:v>0.855754550978015</c:v>
                </c:pt>
                <c:pt idx="591">
                  <c:v>0.858233409312962</c:v>
                </c:pt>
                <c:pt idx="592">
                  <c:v>0.88973283702259</c:v>
                </c:pt>
                <c:pt idx="593">
                  <c:v>0.84596196833071</c:v>
                </c:pt>
                <c:pt idx="594">
                  <c:v>0.825126363815123</c:v>
                </c:pt>
                <c:pt idx="595">
                  <c:v>0.81713265565278</c:v>
                </c:pt>
                <c:pt idx="596">
                  <c:v>0.820463664235045</c:v>
                </c:pt>
                <c:pt idx="597">
                  <c:v>0.814784042670201</c:v>
                </c:pt>
                <c:pt idx="598">
                  <c:v>0.830377937845303</c:v>
                </c:pt>
                <c:pt idx="599">
                  <c:v>0.884450871834613</c:v>
                </c:pt>
                <c:pt idx="600">
                  <c:v>0.927864790797727</c:v>
                </c:pt>
                <c:pt idx="601">
                  <c:v>0.927938227458805</c:v>
                </c:pt>
                <c:pt idx="602">
                  <c:v>0.951255544111681</c:v>
                </c:pt>
                <c:pt idx="603">
                  <c:v>0.991434011795463</c:v>
                </c:pt>
                <c:pt idx="604">
                  <c:v>1.01225376304212</c:v>
                </c:pt>
                <c:pt idx="605">
                  <c:v>1.0179265849234</c:v>
                </c:pt>
                <c:pt idx="606">
                  <c:v>1.01895135079195</c:v>
                </c:pt>
                <c:pt idx="607">
                  <c:v>1.01472946209491</c:v>
                </c:pt>
                <c:pt idx="608">
                  <c:v>1.03884144431301</c:v>
                </c:pt>
                <c:pt idx="609">
                  <c:v>1.0695579523936</c:v>
                </c:pt>
                <c:pt idx="610">
                  <c:v>1.04593359209235</c:v>
                </c:pt>
                <c:pt idx="611">
                  <c:v>1.05687544368436</c:v>
                </c:pt>
                <c:pt idx="612">
                  <c:v>1.07673323661922</c:v>
                </c:pt>
                <c:pt idx="613">
                  <c:v>1.09719011444918</c:v>
                </c:pt>
                <c:pt idx="614">
                  <c:v>1.15378876411234</c:v>
                </c:pt>
                <c:pt idx="615">
                  <c:v>1.14741349222707</c:v>
                </c:pt>
                <c:pt idx="616">
                  <c:v>1.11485175950829</c:v>
                </c:pt>
                <c:pt idx="617">
                  <c:v>1.12434046271176</c:v>
                </c:pt>
                <c:pt idx="618">
                  <c:v>1.12694632440777</c:v>
                </c:pt>
                <c:pt idx="619">
                  <c:v>1.124652433824</c:v>
                </c:pt>
                <c:pt idx="620">
                  <c:v>1.10832005054966</c:v>
                </c:pt>
                <c:pt idx="621">
                  <c:v>1.09398687099891</c:v>
                </c:pt>
                <c:pt idx="622">
                  <c:v>1.10369220291022</c:v>
                </c:pt>
                <c:pt idx="623">
                  <c:v>1.12407812741127</c:v>
                </c:pt>
                <c:pt idx="624">
                  <c:v>1.12284473449118</c:v>
                </c:pt>
                <c:pt idx="625">
                  <c:v>1.11250318150468</c:v>
                </c:pt>
                <c:pt idx="626">
                  <c:v>1.09362144403509</c:v>
                </c:pt>
                <c:pt idx="627">
                  <c:v>1.09117707697201</c:v>
                </c:pt>
                <c:pt idx="628">
                  <c:v>1.14891650301815</c:v>
                </c:pt>
                <c:pt idx="629">
                  <c:v>1.18899008839994</c:v>
                </c:pt>
                <c:pt idx="630">
                  <c:v>1.18114757862313</c:v>
                </c:pt>
                <c:pt idx="631">
                  <c:v>1.15076446660279</c:v>
                </c:pt>
                <c:pt idx="632">
                  <c:v>1.14300098128289</c:v>
                </c:pt>
                <c:pt idx="633">
                  <c:v>1.11399079802011</c:v>
                </c:pt>
                <c:pt idx="634">
                  <c:v>1.09137132094128</c:v>
                </c:pt>
                <c:pt idx="635">
                  <c:v>1.05730604552418</c:v>
                </c:pt>
                <c:pt idx="636">
                  <c:v>1.0056090267522</c:v>
                </c:pt>
                <c:pt idx="637">
                  <c:v>1.03706372173575</c:v>
                </c:pt>
                <c:pt idx="638">
                  <c:v>1.01873402849436</c:v>
                </c:pt>
                <c:pt idx="639">
                  <c:v>0.989208190297684</c:v>
                </c:pt>
                <c:pt idx="640">
                  <c:v>0.974761531189092</c:v>
                </c:pt>
                <c:pt idx="641">
                  <c:v>0.918017746303108</c:v>
                </c:pt>
                <c:pt idx="642">
                  <c:v>0.934767522285116</c:v>
                </c:pt>
                <c:pt idx="643">
                  <c:v>0.932987231353712</c:v>
                </c:pt>
                <c:pt idx="644">
                  <c:v>0.932722107198293</c:v>
                </c:pt>
                <c:pt idx="645">
                  <c:v>0.943619158415428</c:v>
                </c:pt>
                <c:pt idx="646">
                  <c:v>0.93273053629505</c:v>
                </c:pt>
                <c:pt idx="647">
                  <c:v>0.93255381861137</c:v>
                </c:pt>
                <c:pt idx="648">
                  <c:v>0.942202253656868</c:v>
                </c:pt>
                <c:pt idx="649">
                  <c:v>0.937043301973731</c:v>
                </c:pt>
                <c:pt idx="650">
                  <c:v>0.901723564636054</c:v>
                </c:pt>
                <c:pt idx="651">
                  <c:v>0.903538700392934</c:v>
                </c:pt>
                <c:pt idx="652">
                  <c:v>0.895731783190991</c:v>
                </c:pt>
                <c:pt idx="653">
                  <c:v>0.937904067652427</c:v>
                </c:pt>
                <c:pt idx="654">
                  <c:v>0.996808312407375</c:v>
                </c:pt>
                <c:pt idx="655">
                  <c:v>0.974726495030711</c:v>
                </c:pt>
                <c:pt idx="656">
                  <c:v>1.00163134448987</c:v>
                </c:pt>
                <c:pt idx="657">
                  <c:v>1.02203708876151</c:v>
                </c:pt>
                <c:pt idx="658">
                  <c:v>1.00541146363779</c:v>
                </c:pt>
                <c:pt idx="659">
                  <c:v>1.02349563824666</c:v>
                </c:pt>
                <c:pt idx="660">
                  <c:v>1.02853840298432</c:v>
                </c:pt>
                <c:pt idx="661">
                  <c:v>1.05851788144659</c:v>
                </c:pt>
                <c:pt idx="662">
                  <c:v>1.07276690101748</c:v>
                </c:pt>
                <c:pt idx="663">
                  <c:v>1.09564023516893</c:v>
                </c:pt>
                <c:pt idx="664">
                  <c:v>1.12570526874257</c:v>
                </c:pt>
                <c:pt idx="665">
                  <c:v>1.1082111923689</c:v>
                </c:pt>
                <c:pt idx="666">
                  <c:v>1.09181226379743</c:v>
                </c:pt>
                <c:pt idx="667">
                  <c:v>1.09556360896276</c:v>
                </c:pt>
                <c:pt idx="668">
                  <c:v>1.11370281575588</c:v>
                </c:pt>
                <c:pt idx="669">
                  <c:v>1.17220047695684</c:v>
                </c:pt>
                <c:pt idx="670">
                  <c:v>1.18610969110719</c:v>
                </c:pt>
                <c:pt idx="671">
                  <c:v>1.12262810373603</c:v>
                </c:pt>
                <c:pt idx="672">
                  <c:v>1.11264060112624</c:v>
                </c:pt>
                <c:pt idx="673">
                  <c:v>1.15266724582996</c:v>
                </c:pt>
                <c:pt idx="674">
                  <c:v>1.15233549009505</c:v>
                </c:pt>
                <c:pt idx="675">
                  <c:v>1.17214999190205</c:v>
                </c:pt>
                <c:pt idx="676">
                  <c:v>1.20395496229175</c:v>
                </c:pt>
                <c:pt idx="677">
                  <c:v>1.20033904617188</c:v>
                </c:pt>
                <c:pt idx="678">
                  <c:v>1.17757898515772</c:v>
                </c:pt>
                <c:pt idx="679">
                  <c:v>1.15125099652081</c:v>
                </c:pt>
                <c:pt idx="680">
                  <c:v>1.13615263644142</c:v>
                </c:pt>
                <c:pt idx="681">
                  <c:v>1.1382429114633</c:v>
                </c:pt>
                <c:pt idx="682">
                  <c:v>1.13516764638472</c:v>
                </c:pt>
                <c:pt idx="683">
                  <c:v>1.1325547815483</c:v>
                </c:pt>
                <c:pt idx="684">
                  <c:v>1.11023352290531</c:v>
                </c:pt>
                <c:pt idx="685">
                  <c:v>1.09886985008173</c:v>
                </c:pt>
                <c:pt idx="686">
                  <c:v>1.04064779382673</c:v>
                </c:pt>
                <c:pt idx="687">
                  <c:v>1.02168259563956</c:v>
                </c:pt>
                <c:pt idx="688">
                  <c:v>0.992466805091768</c:v>
                </c:pt>
                <c:pt idx="689">
                  <c:v>0.945745967596643</c:v>
                </c:pt>
                <c:pt idx="690">
                  <c:v>0.932016759524751</c:v>
                </c:pt>
                <c:pt idx="691">
                  <c:v>0.846717561526399</c:v>
                </c:pt>
                <c:pt idx="692">
                  <c:v>0.743949446846221</c:v>
                </c:pt>
                <c:pt idx="693">
                  <c:v>0.698723669881968</c:v>
                </c:pt>
                <c:pt idx="694">
                  <c:v>0.696098545473582</c:v>
                </c:pt>
                <c:pt idx="695">
                  <c:v>0.678282560662061</c:v>
                </c:pt>
                <c:pt idx="696">
                  <c:v>0.639809478966748</c:v>
                </c:pt>
                <c:pt idx="697">
                  <c:v>0.609532624094047</c:v>
                </c:pt>
                <c:pt idx="698">
                  <c:v>0.616359464954524</c:v>
                </c:pt>
                <c:pt idx="699">
                  <c:v>0.612847216872193</c:v>
                </c:pt>
                <c:pt idx="700">
                  <c:v>0.63181297314148</c:v>
                </c:pt>
                <c:pt idx="701">
                  <c:v>0.626808793276589</c:v>
                </c:pt>
                <c:pt idx="702">
                  <c:v>0.642950926011928</c:v>
                </c:pt>
                <c:pt idx="703">
                  <c:v>0.640548843548526</c:v>
                </c:pt>
                <c:pt idx="704">
                  <c:v>0.623733215009608</c:v>
                </c:pt>
                <c:pt idx="705">
                  <c:v>0.611119776768224</c:v>
                </c:pt>
                <c:pt idx="706">
                  <c:v>0.61394931990019</c:v>
                </c:pt>
                <c:pt idx="707">
                  <c:v>0.621461914312477</c:v>
                </c:pt>
                <c:pt idx="708">
                  <c:v>0.566265120282303</c:v>
                </c:pt>
                <c:pt idx="709">
                  <c:v>0.581977192547736</c:v>
                </c:pt>
                <c:pt idx="710">
                  <c:v>0.587118709062511</c:v>
                </c:pt>
                <c:pt idx="711">
                  <c:v>0.587532862076779</c:v>
                </c:pt>
                <c:pt idx="712">
                  <c:v>0.559834235495338</c:v>
                </c:pt>
                <c:pt idx="713">
                  <c:v>0.552680633789249</c:v>
                </c:pt>
                <c:pt idx="714">
                  <c:v>0.55403222030699</c:v>
                </c:pt>
                <c:pt idx="715">
                  <c:v>0.537626761571011</c:v>
                </c:pt>
                <c:pt idx="716">
                  <c:v>0.547504437578457</c:v>
                </c:pt>
                <c:pt idx="717">
                  <c:v>0.567115707467221</c:v>
                </c:pt>
                <c:pt idx="718">
                  <c:v>0.571994677434189</c:v>
                </c:pt>
                <c:pt idx="719">
                  <c:v>0.537297335255129</c:v>
                </c:pt>
                <c:pt idx="720">
                  <c:v>0.537399432213644</c:v>
                </c:pt>
                <c:pt idx="721">
                  <c:v>0.535985786445332</c:v>
                </c:pt>
                <c:pt idx="722">
                  <c:v>0.501618235586411</c:v>
                </c:pt>
                <c:pt idx="723">
                  <c:v>0.49017891017604</c:v>
                </c:pt>
                <c:pt idx="724">
                  <c:v>0.487967850091772</c:v>
                </c:pt>
                <c:pt idx="725">
                  <c:v>0.49617666669569</c:v>
                </c:pt>
                <c:pt idx="726">
                  <c:v>0.523048786182731</c:v>
                </c:pt>
                <c:pt idx="727">
                  <c:v>0.517688654291917</c:v>
                </c:pt>
                <c:pt idx="728">
                  <c:v>0.517219896696665</c:v>
                </c:pt>
                <c:pt idx="729">
                  <c:v>0.529517471032263</c:v>
                </c:pt>
                <c:pt idx="730">
                  <c:v>0.543491168818435</c:v>
                </c:pt>
                <c:pt idx="731">
                  <c:v>0.560080350176397</c:v>
                </c:pt>
                <c:pt idx="732">
                  <c:v>0.565979052008188</c:v>
                </c:pt>
                <c:pt idx="733">
                  <c:v>0.581271872296397</c:v>
                </c:pt>
                <c:pt idx="734">
                  <c:v>0.578053290347094</c:v>
                </c:pt>
                <c:pt idx="735">
                  <c:v>0.559689406456581</c:v>
                </c:pt>
                <c:pt idx="736">
                  <c:v>0.559963892213251</c:v>
                </c:pt>
                <c:pt idx="737">
                  <c:v>0.556528092747862</c:v>
                </c:pt>
                <c:pt idx="738">
                  <c:v>0.562302819851796</c:v>
                </c:pt>
                <c:pt idx="739">
                  <c:v>0.57596171550032</c:v>
                </c:pt>
                <c:pt idx="740">
                  <c:v>0.577314779470841</c:v>
                </c:pt>
                <c:pt idx="741">
                  <c:v>0.578465104299028</c:v>
                </c:pt>
                <c:pt idx="742">
                  <c:v>0.584326319827663</c:v>
                </c:pt>
                <c:pt idx="743">
                  <c:v>0.604374028958176</c:v>
                </c:pt>
                <c:pt idx="744">
                  <c:v>0.607934716306053</c:v>
                </c:pt>
                <c:pt idx="745">
                  <c:v>0.612638474857847</c:v>
                </c:pt>
                <c:pt idx="746">
                  <c:v>0.61318359666567</c:v>
                </c:pt>
                <c:pt idx="747">
                  <c:v>0.595978560950447</c:v>
                </c:pt>
                <c:pt idx="748">
                  <c:v>0.555052506695103</c:v>
                </c:pt>
                <c:pt idx="749">
                  <c:v>0.510871809245872</c:v>
                </c:pt>
                <c:pt idx="750">
                  <c:v>0.535709527273871</c:v>
                </c:pt>
                <c:pt idx="751">
                  <c:v>0.502208210809262</c:v>
                </c:pt>
                <c:pt idx="752">
                  <c:v>0.491671340078035</c:v>
                </c:pt>
                <c:pt idx="753">
                  <c:v>0.48599379118981</c:v>
                </c:pt>
                <c:pt idx="754">
                  <c:v>0.496509565643378</c:v>
                </c:pt>
                <c:pt idx="755">
                  <c:v>0.515723249371379</c:v>
                </c:pt>
                <c:pt idx="756">
                  <c:v>0.517852580925526</c:v>
                </c:pt>
                <c:pt idx="757">
                  <c:v>0.5526252300732</c:v>
                </c:pt>
                <c:pt idx="758">
                  <c:v>0.548351299983031</c:v>
                </c:pt>
                <c:pt idx="759">
                  <c:v>0.564598682285962</c:v>
                </c:pt>
                <c:pt idx="760">
                  <c:v>0.615820583514386</c:v>
                </c:pt>
                <c:pt idx="761">
                  <c:v>0.627996762357813</c:v>
                </c:pt>
                <c:pt idx="762">
                  <c:v>0.620658595145893</c:v>
                </c:pt>
                <c:pt idx="763">
                  <c:v>0.618500128273505</c:v>
                </c:pt>
                <c:pt idx="764">
                  <c:v>0.623222095305332</c:v>
                </c:pt>
                <c:pt idx="765">
                  <c:v>0.618842179903782</c:v>
                </c:pt>
                <c:pt idx="766">
                  <c:v>0.667252127573151</c:v>
                </c:pt>
                <c:pt idx="767">
                  <c:v>0.682114646193487</c:v>
                </c:pt>
                <c:pt idx="768">
                  <c:v>0.686003372736657</c:v>
                </c:pt>
                <c:pt idx="769">
                  <c:v>0.701489040315034</c:v>
                </c:pt>
                <c:pt idx="770">
                  <c:v>0.692691968289132</c:v>
                </c:pt>
                <c:pt idx="771">
                  <c:v>0.692430276251328</c:v>
                </c:pt>
                <c:pt idx="772">
                  <c:v>0.727773018614515</c:v>
                </c:pt>
                <c:pt idx="773">
                  <c:v>0.727977746917581</c:v>
                </c:pt>
                <c:pt idx="774">
                  <c:v>0.734588977446544</c:v>
                </c:pt>
                <c:pt idx="775">
                  <c:v>0.760105083912875</c:v>
                </c:pt>
                <c:pt idx="776">
                  <c:v>0.769419430786946</c:v>
                </c:pt>
                <c:pt idx="777">
                  <c:v>0.778599723630277</c:v>
                </c:pt>
                <c:pt idx="778">
                  <c:v>0.759992904035438</c:v>
                </c:pt>
                <c:pt idx="779">
                  <c:v>0.73348979413686</c:v>
                </c:pt>
                <c:pt idx="780">
                  <c:v>0.669488011346091</c:v>
                </c:pt>
                <c:pt idx="781">
                  <c:v>0.650219138406735</c:v>
                </c:pt>
                <c:pt idx="782">
                  <c:v>0.690316579627419</c:v>
                </c:pt>
                <c:pt idx="783">
                  <c:v>0.673274000056116</c:v>
                </c:pt>
                <c:pt idx="784">
                  <c:v>0.677832278084104</c:v>
                </c:pt>
                <c:pt idx="785">
                  <c:v>0.694618932997315</c:v>
                </c:pt>
                <c:pt idx="786">
                  <c:v>0.692277493013005</c:v>
                </c:pt>
                <c:pt idx="787">
                  <c:v>0.697807971596449</c:v>
                </c:pt>
                <c:pt idx="788">
                  <c:v>0.721892792276943</c:v>
                </c:pt>
                <c:pt idx="789">
                  <c:v>0.77596539937486</c:v>
                </c:pt>
                <c:pt idx="790">
                  <c:v>0.828226419822368</c:v>
                </c:pt>
                <c:pt idx="791">
                  <c:v>0.860758437513819</c:v>
                </c:pt>
                <c:pt idx="792">
                  <c:v>0.90111264986458</c:v>
                </c:pt>
                <c:pt idx="793">
                  <c:v>0.929637675681818</c:v>
                </c:pt>
                <c:pt idx="794">
                  <c:v>0.972545184500514</c:v>
                </c:pt>
                <c:pt idx="795">
                  <c:v>0.994460856153221</c:v>
                </c:pt>
                <c:pt idx="796">
                  <c:v>1.03376667667345</c:v>
                </c:pt>
                <c:pt idx="797">
                  <c:v>1.05393835228945</c:v>
                </c:pt>
                <c:pt idx="798">
                  <c:v>1.07364255813111</c:v>
                </c:pt>
                <c:pt idx="799">
                  <c:v>1.09822237980656</c:v>
                </c:pt>
                <c:pt idx="800">
                  <c:v>1.12408134531369</c:v>
                </c:pt>
                <c:pt idx="801">
                  <c:v>1.14125896522585</c:v>
                </c:pt>
                <c:pt idx="802">
                  <c:v>1.16616256217166</c:v>
                </c:pt>
                <c:pt idx="803">
                  <c:v>1.15157945609417</c:v>
                </c:pt>
                <c:pt idx="804">
                  <c:v>1.15895926033734</c:v>
                </c:pt>
                <c:pt idx="805">
                  <c:v>1.1625172148103</c:v>
                </c:pt>
                <c:pt idx="806">
                  <c:v>1.16556260565306</c:v>
                </c:pt>
                <c:pt idx="807">
                  <c:v>1.18752399685121</c:v>
                </c:pt>
                <c:pt idx="808">
                  <c:v>1.25152247872609</c:v>
                </c:pt>
                <c:pt idx="809">
                  <c:v>1.2699267651257</c:v>
                </c:pt>
                <c:pt idx="810">
                  <c:v>1.30978041534056</c:v>
                </c:pt>
                <c:pt idx="811">
                  <c:v>1.31163897673866</c:v>
                </c:pt>
                <c:pt idx="812">
                  <c:v>1.32730493470145</c:v>
                </c:pt>
                <c:pt idx="813">
                  <c:v>1.34397886391645</c:v>
                </c:pt>
                <c:pt idx="814">
                  <c:v>1.36229440290621</c:v>
                </c:pt>
                <c:pt idx="815">
                  <c:v>1.36129671900014</c:v>
                </c:pt>
                <c:pt idx="816">
                  <c:v>1.37308397273381</c:v>
                </c:pt>
                <c:pt idx="817">
                  <c:v>1.38608389706708</c:v>
                </c:pt>
                <c:pt idx="818">
                  <c:v>1.40537082335966</c:v>
                </c:pt>
                <c:pt idx="819">
                  <c:v>1.41066652678338</c:v>
                </c:pt>
                <c:pt idx="820">
                  <c:v>1.4379729819027</c:v>
                </c:pt>
                <c:pt idx="821">
                  <c:v>1.44348772636402</c:v>
                </c:pt>
                <c:pt idx="822">
                  <c:v>1.47157964729546</c:v>
                </c:pt>
                <c:pt idx="823">
                  <c:v>1.4896760125105</c:v>
                </c:pt>
                <c:pt idx="824">
                  <c:v>1.50923471590757</c:v>
                </c:pt>
                <c:pt idx="825">
                  <c:v>1.52467195031471</c:v>
                </c:pt>
                <c:pt idx="826">
                  <c:v>1.55725796182971</c:v>
                </c:pt>
                <c:pt idx="827">
                  <c:v>1.55871595602156</c:v>
                </c:pt>
                <c:pt idx="828">
                  <c:v>1.56619518647169</c:v>
                </c:pt>
                <c:pt idx="829">
                  <c:v>1.56095416821955</c:v>
                </c:pt>
                <c:pt idx="830">
                  <c:v>1.54150787151336</c:v>
                </c:pt>
                <c:pt idx="831">
                  <c:v>1.4716573546041</c:v>
                </c:pt>
                <c:pt idx="832">
                  <c:v>1.42734187053173</c:v>
                </c:pt>
                <c:pt idx="833">
                  <c:v>1.36867852248513</c:v>
                </c:pt>
                <c:pt idx="834">
                  <c:v>1.2586169807333</c:v>
                </c:pt>
                <c:pt idx="835">
                  <c:v>1.21587118763566</c:v>
                </c:pt>
                <c:pt idx="836">
                  <c:v>1.13994040542518</c:v>
                </c:pt>
                <c:pt idx="837">
                  <c:v>1.05034141363445</c:v>
                </c:pt>
                <c:pt idx="838">
                  <c:v>1.05998796462609</c:v>
                </c:pt>
                <c:pt idx="839">
                  <c:v>1.01557880094654</c:v>
                </c:pt>
                <c:pt idx="840">
                  <c:v>1.00327133735848</c:v>
                </c:pt>
                <c:pt idx="841">
                  <c:v>0.932583032239227</c:v>
                </c:pt>
                <c:pt idx="842">
                  <c:v>0.895361916666696</c:v>
                </c:pt>
                <c:pt idx="843">
                  <c:v>0.976431089071735</c:v>
                </c:pt>
                <c:pt idx="844">
                  <c:v>0.998903852097315</c:v>
                </c:pt>
                <c:pt idx="845">
                  <c:v>1.00593108698241</c:v>
                </c:pt>
                <c:pt idx="846">
                  <c:v>1.10331520969077</c:v>
                </c:pt>
                <c:pt idx="847">
                  <c:v>1.19050872584019</c:v>
                </c:pt>
                <c:pt idx="848">
                  <c:v>1.27015991432327</c:v>
                </c:pt>
                <c:pt idx="849">
                  <c:v>1.28813988968254</c:v>
                </c:pt>
                <c:pt idx="850">
                  <c:v>1.31090196281821</c:v>
                </c:pt>
                <c:pt idx="851">
                  <c:v>1.34124510105908</c:v>
                </c:pt>
                <c:pt idx="852">
                  <c:v>1.33178680439869</c:v>
                </c:pt>
                <c:pt idx="853">
                  <c:v>1.34293170080258</c:v>
                </c:pt>
                <c:pt idx="854">
                  <c:v>1.36604120514564</c:v>
                </c:pt>
                <c:pt idx="855">
                  <c:v>1.3729922349542</c:v>
                </c:pt>
                <c:pt idx="856">
                  <c:v>1.38085612153632</c:v>
                </c:pt>
                <c:pt idx="857">
                  <c:v>1.39812604134876</c:v>
                </c:pt>
                <c:pt idx="858">
                  <c:v>1.38781461725659</c:v>
                </c:pt>
                <c:pt idx="859">
                  <c:v>1.3877134111647</c:v>
                </c:pt>
                <c:pt idx="860">
                  <c:v>1.40652237845317</c:v>
                </c:pt>
                <c:pt idx="861">
                  <c:v>1.4098321555087</c:v>
                </c:pt>
                <c:pt idx="862">
                  <c:v>1.40932246430743</c:v>
                </c:pt>
                <c:pt idx="863">
                  <c:v>1.40464889722857</c:v>
                </c:pt>
                <c:pt idx="864">
                  <c:v>1.40380293889441</c:v>
                </c:pt>
                <c:pt idx="865">
                  <c:v>1.40203546932246</c:v>
                </c:pt>
                <c:pt idx="866">
                  <c:v>1.41285235441431</c:v>
                </c:pt>
                <c:pt idx="867">
                  <c:v>1.41613415554198</c:v>
                </c:pt>
                <c:pt idx="868">
                  <c:v>1.41524914416402</c:v>
                </c:pt>
                <c:pt idx="869">
                  <c:v>1.44957615402867</c:v>
                </c:pt>
                <c:pt idx="870">
                  <c:v>1.46261394882865</c:v>
                </c:pt>
                <c:pt idx="871">
                  <c:v>1.46784050781384</c:v>
                </c:pt>
                <c:pt idx="872">
                  <c:v>1.47223228965628</c:v>
                </c:pt>
                <c:pt idx="873">
                  <c:v>1.46748123814911</c:v>
                </c:pt>
                <c:pt idx="874">
                  <c:v>1.47326800259253</c:v>
                </c:pt>
                <c:pt idx="875">
                  <c:v>1.48477064665925</c:v>
                </c:pt>
                <c:pt idx="876">
                  <c:v>1.48473579709114</c:v>
                </c:pt>
                <c:pt idx="877">
                  <c:v>1.48606389511451</c:v>
                </c:pt>
                <c:pt idx="878">
                  <c:v>1.4875130115673</c:v>
                </c:pt>
                <c:pt idx="879">
                  <c:v>1.49610430208939</c:v>
                </c:pt>
                <c:pt idx="880">
                  <c:v>1.5038246011872</c:v>
                </c:pt>
                <c:pt idx="881">
                  <c:v>1.50967746615379</c:v>
                </c:pt>
                <c:pt idx="882">
                  <c:v>1.51365180533929</c:v>
                </c:pt>
                <c:pt idx="883">
                  <c:v>1.52513287345089</c:v>
                </c:pt>
                <c:pt idx="884">
                  <c:v>1.54066077433963</c:v>
                </c:pt>
                <c:pt idx="885">
                  <c:v>1.52309120065793</c:v>
                </c:pt>
                <c:pt idx="886">
                  <c:v>1.43376123051889</c:v>
                </c:pt>
                <c:pt idx="887">
                  <c:v>1.39863509473936</c:v>
                </c:pt>
                <c:pt idx="888">
                  <c:v>1.30042368438104</c:v>
                </c:pt>
                <c:pt idx="889">
                  <c:v>1.13493809409482</c:v>
                </c:pt>
                <c:pt idx="890">
                  <c:v>1.02445704059542</c:v>
                </c:pt>
                <c:pt idx="891">
                  <c:v>0.908780105348723</c:v>
                </c:pt>
                <c:pt idx="892">
                  <c:v>0.810125638009503</c:v>
                </c:pt>
                <c:pt idx="893">
                  <c:v>0.749849517184756</c:v>
                </c:pt>
                <c:pt idx="894">
                  <c:v>0.7178387132789</c:v>
                </c:pt>
                <c:pt idx="895">
                  <c:v>0.671549487172225</c:v>
                </c:pt>
                <c:pt idx="896">
                  <c:v>0.660402076412384</c:v>
                </c:pt>
                <c:pt idx="897">
                  <c:v>0.649581014657571</c:v>
                </c:pt>
                <c:pt idx="898">
                  <c:v>0.641836793738735</c:v>
                </c:pt>
                <c:pt idx="899">
                  <c:v>0.606355897319388</c:v>
                </c:pt>
                <c:pt idx="900">
                  <c:v>0.594944088418406</c:v>
                </c:pt>
                <c:pt idx="901">
                  <c:v>0.592743178052701</c:v>
                </c:pt>
                <c:pt idx="902">
                  <c:v>0.570484262711527</c:v>
                </c:pt>
                <c:pt idx="903">
                  <c:v>0.553265330374185</c:v>
                </c:pt>
                <c:pt idx="904">
                  <c:v>0.528706285249199</c:v>
                </c:pt>
                <c:pt idx="905">
                  <c:v>0.514889391462222</c:v>
                </c:pt>
                <c:pt idx="906">
                  <c:v>0.515088378785699</c:v>
                </c:pt>
                <c:pt idx="907">
                  <c:v>0.513417345703705</c:v>
                </c:pt>
                <c:pt idx="908">
                  <c:v>0.492165158338408</c:v>
                </c:pt>
                <c:pt idx="909">
                  <c:v>0.465236064783283</c:v>
                </c:pt>
                <c:pt idx="910">
                  <c:v>0.454532659884732</c:v>
                </c:pt>
                <c:pt idx="911">
                  <c:v>0.436704689828168</c:v>
                </c:pt>
                <c:pt idx="912">
                  <c:v>0.424036082815419</c:v>
                </c:pt>
                <c:pt idx="913">
                  <c:v>0.442646020990113</c:v>
                </c:pt>
                <c:pt idx="914">
                  <c:v>0.434644247819408</c:v>
                </c:pt>
                <c:pt idx="915">
                  <c:v>0.426034890895823</c:v>
                </c:pt>
                <c:pt idx="916">
                  <c:v>0.421410189118007</c:v>
                </c:pt>
                <c:pt idx="917">
                  <c:v>0.420452384435061</c:v>
                </c:pt>
                <c:pt idx="918">
                  <c:v>0.436523831770516</c:v>
                </c:pt>
                <c:pt idx="919">
                  <c:v>0.439609994632882</c:v>
                </c:pt>
                <c:pt idx="920">
                  <c:v>0.432591040221153</c:v>
                </c:pt>
                <c:pt idx="921">
                  <c:v>0.411249484188091</c:v>
                </c:pt>
                <c:pt idx="922">
                  <c:v>0.418660485912516</c:v>
                </c:pt>
                <c:pt idx="923">
                  <c:v>0.401954617302039</c:v>
                </c:pt>
                <c:pt idx="924">
                  <c:v>0.407353997580427</c:v>
                </c:pt>
                <c:pt idx="925">
                  <c:v>0.407068716195249</c:v>
                </c:pt>
                <c:pt idx="926">
                  <c:v>0.418828534067624</c:v>
                </c:pt>
                <c:pt idx="927">
                  <c:v>0.416255485356121</c:v>
                </c:pt>
                <c:pt idx="928">
                  <c:v>0.424723738784342</c:v>
                </c:pt>
                <c:pt idx="929">
                  <c:v>0.417284729618758</c:v>
                </c:pt>
                <c:pt idx="930">
                  <c:v>0.432839487267324</c:v>
                </c:pt>
                <c:pt idx="931">
                  <c:v>0.454149557986081</c:v>
                </c:pt>
                <c:pt idx="932">
                  <c:v>0.442849658891029</c:v>
                </c:pt>
                <c:pt idx="933">
                  <c:v>0.435826460361481</c:v>
                </c:pt>
                <c:pt idx="934">
                  <c:v>0.448210506007803</c:v>
                </c:pt>
                <c:pt idx="935">
                  <c:v>0.454255799266794</c:v>
                </c:pt>
                <c:pt idx="936">
                  <c:v>0.456964767737219</c:v>
                </c:pt>
                <c:pt idx="937">
                  <c:v>0.466718476837502</c:v>
                </c:pt>
                <c:pt idx="938">
                  <c:v>0.480046137538151</c:v>
                </c:pt>
                <c:pt idx="939">
                  <c:v>0.465305122148267</c:v>
                </c:pt>
                <c:pt idx="940">
                  <c:v>0.448446844319909</c:v>
                </c:pt>
                <c:pt idx="941">
                  <c:v>0.417590688679041</c:v>
                </c:pt>
                <c:pt idx="942">
                  <c:v>0.433487373743677</c:v>
                </c:pt>
                <c:pt idx="943">
                  <c:v>0.434157691003187</c:v>
                </c:pt>
                <c:pt idx="944">
                  <c:v>0.446026987006044</c:v>
                </c:pt>
                <c:pt idx="945">
                  <c:v>0.475926517565424</c:v>
                </c:pt>
                <c:pt idx="946">
                  <c:v>0.501532429044355</c:v>
                </c:pt>
                <c:pt idx="947">
                  <c:v>0.487396318380139</c:v>
                </c:pt>
                <c:pt idx="948">
                  <c:v>0.494809711243988</c:v>
                </c:pt>
                <c:pt idx="949">
                  <c:v>0.484762736765853</c:v>
                </c:pt>
                <c:pt idx="950">
                  <c:v>0.485351287609731</c:v>
                </c:pt>
                <c:pt idx="951">
                  <c:v>0.504828739688473</c:v>
                </c:pt>
                <c:pt idx="952">
                  <c:v>0.487221074836267</c:v>
                </c:pt>
                <c:pt idx="953">
                  <c:v>0.4894277341939</c:v>
                </c:pt>
                <c:pt idx="954">
                  <c:v>0.483584435951526</c:v>
                </c:pt>
                <c:pt idx="955">
                  <c:v>0.494634491974602</c:v>
                </c:pt>
                <c:pt idx="956">
                  <c:v>0.468528173331038</c:v>
                </c:pt>
                <c:pt idx="957">
                  <c:v>0.445113702964478</c:v>
                </c:pt>
                <c:pt idx="958">
                  <c:v>0.420709478669765</c:v>
                </c:pt>
                <c:pt idx="959">
                  <c:v>0.414840799603955</c:v>
                </c:pt>
                <c:pt idx="960">
                  <c:v>0.441754594239501</c:v>
                </c:pt>
                <c:pt idx="961">
                  <c:v>0.43057589805068</c:v>
                </c:pt>
                <c:pt idx="962">
                  <c:v>0.456049173081348</c:v>
                </c:pt>
                <c:pt idx="963">
                  <c:v>0.47849123522401</c:v>
                </c:pt>
                <c:pt idx="964">
                  <c:v>0.472426040003133</c:v>
                </c:pt>
                <c:pt idx="965">
                  <c:v>0.482487646511587</c:v>
                </c:pt>
                <c:pt idx="966">
                  <c:v>0.48592835952233</c:v>
                </c:pt>
                <c:pt idx="967">
                  <c:v>0.501671285382502</c:v>
                </c:pt>
                <c:pt idx="968">
                  <c:v>0.503269561634429</c:v>
                </c:pt>
                <c:pt idx="969">
                  <c:v>0.497188423122733</c:v>
                </c:pt>
                <c:pt idx="970">
                  <c:v>0.486644292323019</c:v>
                </c:pt>
                <c:pt idx="971">
                  <c:v>0.486640408390982</c:v>
                </c:pt>
                <c:pt idx="972">
                  <c:v>0.500957826716606</c:v>
                </c:pt>
                <c:pt idx="973">
                  <c:v>0.497808286383075</c:v>
                </c:pt>
                <c:pt idx="974">
                  <c:v>0.489340488711385</c:v>
                </c:pt>
                <c:pt idx="975">
                  <c:v>0.482553801024189</c:v>
                </c:pt>
                <c:pt idx="976">
                  <c:v>0.480312110990805</c:v>
                </c:pt>
                <c:pt idx="977">
                  <c:v>0.435750772316625</c:v>
                </c:pt>
                <c:pt idx="978">
                  <c:v>0.428419105619236</c:v>
                </c:pt>
                <c:pt idx="979">
                  <c:v>0.421188584538435</c:v>
                </c:pt>
                <c:pt idx="980">
                  <c:v>0.419215842826241</c:v>
                </c:pt>
                <c:pt idx="981">
                  <c:v>0.450670355319474</c:v>
                </c:pt>
                <c:pt idx="982">
                  <c:v>0.437124469269977</c:v>
                </c:pt>
                <c:pt idx="983">
                  <c:v>0.454043812211291</c:v>
                </c:pt>
                <c:pt idx="984">
                  <c:v>0.442763904397029</c:v>
                </c:pt>
                <c:pt idx="985">
                  <c:v>0.472073291019222</c:v>
                </c:pt>
                <c:pt idx="986">
                  <c:v>0.478377330828009</c:v>
                </c:pt>
                <c:pt idx="987">
                  <c:v>0.49810709476428</c:v>
                </c:pt>
                <c:pt idx="988">
                  <c:v>0.498787446274753</c:v>
                </c:pt>
                <c:pt idx="989">
                  <c:v>0.528566457583796</c:v>
                </c:pt>
                <c:pt idx="990">
                  <c:v>0.518044738066036</c:v>
                </c:pt>
                <c:pt idx="991">
                  <c:v>0.500329539199445</c:v>
                </c:pt>
                <c:pt idx="992">
                  <c:v>0.503611979458563</c:v>
                </c:pt>
                <c:pt idx="993">
                  <c:v>0.482133790518107</c:v>
                </c:pt>
                <c:pt idx="994">
                  <c:v>0.494754743271363</c:v>
                </c:pt>
                <c:pt idx="995">
                  <c:v>0.502457607377824</c:v>
                </c:pt>
                <c:pt idx="996">
                  <c:v>0.509807579197439</c:v>
                </c:pt>
                <c:pt idx="997">
                  <c:v>0.505687430863269</c:v>
                </c:pt>
                <c:pt idx="998">
                  <c:v>0.533404467461948</c:v>
                </c:pt>
                <c:pt idx="999">
                  <c:v>0.535353198146036</c:v>
                </c:pt>
                <c:pt idx="1000">
                  <c:v>0.514033696264374</c:v>
                </c:pt>
                <c:pt idx="1001">
                  <c:v>0.512309788562183</c:v>
                </c:pt>
                <c:pt idx="1002">
                  <c:v>0.50843203263481</c:v>
                </c:pt>
                <c:pt idx="1003">
                  <c:v>0.534325457462807</c:v>
                </c:pt>
                <c:pt idx="1004">
                  <c:v>0.535714008593974</c:v>
                </c:pt>
                <c:pt idx="1005">
                  <c:v>0.545881274154812</c:v>
                </c:pt>
                <c:pt idx="1006">
                  <c:v>0.556719881782801</c:v>
                </c:pt>
                <c:pt idx="1007">
                  <c:v>0.523704978029872</c:v>
                </c:pt>
                <c:pt idx="1008">
                  <c:v>0.51901563416497</c:v>
                </c:pt>
                <c:pt idx="1009">
                  <c:v>0.534372081340992</c:v>
                </c:pt>
                <c:pt idx="1010">
                  <c:v>0.535970140718961</c:v>
                </c:pt>
                <c:pt idx="1011">
                  <c:v>0.534931379482611</c:v>
                </c:pt>
                <c:pt idx="1012">
                  <c:v>0.562235540128915</c:v>
                </c:pt>
                <c:pt idx="1013">
                  <c:v>0.570013656342512</c:v>
                </c:pt>
                <c:pt idx="1014">
                  <c:v>0.546051912060488</c:v>
                </c:pt>
                <c:pt idx="1015">
                  <c:v>0.559012620413671</c:v>
                </c:pt>
                <c:pt idx="1016">
                  <c:v>0.555553480669592</c:v>
                </c:pt>
                <c:pt idx="1017">
                  <c:v>0.570012228525287</c:v>
                </c:pt>
                <c:pt idx="1018">
                  <c:v>0.572054384100508</c:v>
                </c:pt>
                <c:pt idx="1019">
                  <c:v>0.551741695173578</c:v>
                </c:pt>
                <c:pt idx="1020">
                  <c:v>0.552154302182946</c:v>
                </c:pt>
                <c:pt idx="1021">
                  <c:v>0.565624418557916</c:v>
                </c:pt>
                <c:pt idx="1022">
                  <c:v>0.579953926615376</c:v>
                </c:pt>
                <c:pt idx="1023">
                  <c:v>0.591073421233122</c:v>
                </c:pt>
                <c:pt idx="1024">
                  <c:v>0.613653465869533</c:v>
                </c:pt>
                <c:pt idx="1025">
                  <c:v>0.604405066095677</c:v>
                </c:pt>
                <c:pt idx="1026">
                  <c:v>0.663209497106397</c:v>
                </c:pt>
                <c:pt idx="1027">
                  <c:v>0.662252518447881</c:v>
                </c:pt>
                <c:pt idx="1028">
                  <c:v>0.647433782264397</c:v>
                </c:pt>
                <c:pt idx="1029">
                  <c:v>0.644545837896791</c:v>
                </c:pt>
                <c:pt idx="1030">
                  <c:v>0.642583317745335</c:v>
                </c:pt>
                <c:pt idx="1031">
                  <c:v>0.634709785824601</c:v>
                </c:pt>
                <c:pt idx="1032">
                  <c:v>0.634013434625255</c:v>
                </c:pt>
                <c:pt idx="1033">
                  <c:v>0.619803991751387</c:v>
                </c:pt>
                <c:pt idx="1034">
                  <c:v>0.631766954338624</c:v>
                </c:pt>
                <c:pt idx="1035">
                  <c:v>0.635506350534941</c:v>
                </c:pt>
                <c:pt idx="1036">
                  <c:v>0.664100487936901</c:v>
                </c:pt>
                <c:pt idx="1037">
                  <c:v>0.695739849543933</c:v>
                </c:pt>
                <c:pt idx="1038">
                  <c:v>0.683502939445479</c:v>
                </c:pt>
                <c:pt idx="1039">
                  <c:v>0.676106111436236</c:v>
                </c:pt>
                <c:pt idx="1040">
                  <c:v>0.682195543661987</c:v>
                </c:pt>
                <c:pt idx="1041">
                  <c:v>0.676133247197066</c:v>
                </c:pt>
                <c:pt idx="1042">
                  <c:v>0.669719058952422</c:v>
                </c:pt>
                <c:pt idx="1043">
                  <c:v>0.647528751356253</c:v>
                </c:pt>
                <c:pt idx="1044">
                  <c:v>0.651701278642213</c:v>
                </c:pt>
                <c:pt idx="1045">
                  <c:v>0.692373971146294</c:v>
                </c:pt>
                <c:pt idx="1046">
                  <c:v>0.731834627766366</c:v>
                </c:pt>
                <c:pt idx="1047">
                  <c:v>0.715261451045205</c:v>
                </c:pt>
                <c:pt idx="1048">
                  <c:v>0.706487165349571</c:v>
                </c:pt>
                <c:pt idx="1049">
                  <c:v>0.705960186817294</c:v>
                </c:pt>
                <c:pt idx="1050">
                  <c:v>0.706050856128141</c:v>
                </c:pt>
                <c:pt idx="1051">
                  <c:v>0.731159066936577</c:v>
                </c:pt>
                <c:pt idx="1052">
                  <c:v>0.688387818920587</c:v>
                </c:pt>
                <c:pt idx="1053">
                  <c:v>0.668497284422239</c:v>
                </c:pt>
                <c:pt idx="1054">
                  <c:v>0.684946755642446</c:v>
                </c:pt>
                <c:pt idx="1055">
                  <c:v>0.666955821663745</c:v>
                </c:pt>
                <c:pt idx="1056">
                  <c:v>0.634867263994404</c:v>
                </c:pt>
                <c:pt idx="1057">
                  <c:v>0.619405734377536</c:v>
                </c:pt>
                <c:pt idx="1058">
                  <c:v>0.622131137974588</c:v>
                </c:pt>
                <c:pt idx="1059">
                  <c:v>0.615531774042823</c:v>
                </c:pt>
                <c:pt idx="1060">
                  <c:v>0.638370516162154</c:v>
                </c:pt>
                <c:pt idx="1061">
                  <c:v>0.624623030989142</c:v>
                </c:pt>
                <c:pt idx="1062">
                  <c:v>0.611363651544097</c:v>
                </c:pt>
                <c:pt idx="1063">
                  <c:v>0.615141682831374</c:v>
                </c:pt>
                <c:pt idx="1064">
                  <c:v>0.60681696581766</c:v>
                </c:pt>
                <c:pt idx="1065">
                  <c:v>0.589823064397995</c:v>
                </c:pt>
                <c:pt idx="1066">
                  <c:v>0.574647132360189</c:v>
                </c:pt>
                <c:pt idx="1067">
                  <c:v>0.551506219176053</c:v>
                </c:pt>
                <c:pt idx="1068">
                  <c:v>0.524272050592961</c:v>
                </c:pt>
                <c:pt idx="1069">
                  <c:v>0.500550709198227</c:v>
                </c:pt>
                <c:pt idx="1070">
                  <c:v>0.509633551162512</c:v>
                </c:pt>
                <c:pt idx="1071">
                  <c:v>0.526492915098509</c:v>
                </c:pt>
                <c:pt idx="1072">
                  <c:v>0.5821249989887</c:v>
                </c:pt>
                <c:pt idx="1073">
                  <c:v>0.610808839666707</c:v>
                </c:pt>
                <c:pt idx="1074">
                  <c:v>0.604286652487643</c:v>
                </c:pt>
                <c:pt idx="1075">
                  <c:v>0.603395588188792</c:v>
                </c:pt>
                <c:pt idx="1076">
                  <c:v>0.59643895414534</c:v>
                </c:pt>
                <c:pt idx="1077">
                  <c:v>0.611653119574881</c:v>
                </c:pt>
                <c:pt idx="1078">
                  <c:v>0.679881656483</c:v>
                </c:pt>
                <c:pt idx="1079">
                  <c:v>0.656090631190671</c:v>
                </c:pt>
                <c:pt idx="1080">
                  <c:v>0.651675192653652</c:v>
                </c:pt>
                <c:pt idx="1081">
                  <c:v>0.657531364778985</c:v>
                </c:pt>
                <c:pt idx="1082">
                  <c:v>0.66439096405223</c:v>
                </c:pt>
                <c:pt idx="1083">
                  <c:v>0.715223686745809</c:v>
                </c:pt>
                <c:pt idx="1084">
                  <c:v>0.711229500039186</c:v>
                </c:pt>
                <c:pt idx="1085">
                  <c:v>0.711075523737892</c:v>
                </c:pt>
                <c:pt idx="1086">
                  <c:v>0.681816679678646</c:v>
                </c:pt>
                <c:pt idx="1087">
                  <c:v>0.693711645813622</c:v>
                </c:pt>
                <c:pt idx="1088">
                  <c:v>0.711175422675248</c:v>
                </c:pt>
                <c:pt idx="1089">
                  <c:v>0.719839787379823</c:v>
                </c:pt>
                <c:pt idx="1090">
                  <c:v>0.72021992926776</c:v>
                </c:pt>
                <c:pt idx="1091">
                  <c:v>0.708063653905377</c:v>
                </c:pt>
                <c:pt idx="1092">
                  <c:v>0.715048033377202</c:v>
                </c:pt>
                <c:pt idx="1093">
                  <c:v>0.749040972096236</c:v>
                </c:pt>
                <c:pt idx="1094">
                  <c:v>0.78376725208565</c:v>
                </c:pt>
                <c:pt idx="1095">
                  <c:v>0.725415669876111</c:v>
                </c:pt>
                <c:pt idx="1096">
                  <c:v>0.745795067705236</c:v>
                </c:pt>
                <c:pt idx="1097">
                  <c:v>0.745335657196527</c:v>
                </c:pt>
                <c:pt idx="1098">
                  <c:v>0.722116863748367</c:v>
                </c:pt>
                <c:pt idx="1099">
                  <c:v>0.73383760164302</c:v>
                </c:pt>
                <c:pt idx="1100">
                  <c:v>0.69315610977402</c:v>
                </c:pt>
                <c:pt idx="1101">
                  <c:v>0.680905720894481</c:v>
                </c:pt>
                <c:pt idx="1102">
                  <c:v>0.67853002726299</c:v>
                </c:pt>
                <c:pt idx="1103">
                  <c:v>0.703463311651915</c:v>
                </c:pt>
                <c:pt idx="1104">
                  <c:v>0.717160410188026</c:v>
                </c:pt>
                <c:pt idx="1105">
                  <c:v>0.756214458305584</c:v>
                </c:pt>
                <c:pt idx="1106">
                  <c:v>0.768354667035874</c:v>
                </c:pt>
                <c:pt idx="1107">
                  <c:v>0.751646648256761</c:v>
                </c:pt>
                <c:pt idx="1108">
                  <c:v>0.777895730358845</c:v>
                </c:pt>
                <c:pt idx="1109">
                  <c:v>0.721596235810607</c:v>
                </c:pt>
                <c:pt idx="1110">
                  <c:v>0.720051513236507</c:v>
                </c:pt>
                <c:pt idx="1111">
                  <c:v>0.704755760856119</c:v>
                </c:pt>
                <c:pt idx="1112">
                  <c:v>0.698554898022282</c:v>
                </c:pt>
                <c:pt idx="1113">
                  <c:v>0.669985200853085</c:v>
                </c:pt>
                <c:pt idx="1114">
                  <c:v>0.743629838986992</c:v>
                </c:pt>
                <c:pt idx="1115">
                  <c:v>0.739749788263905</c:v>
                </c:pt>
                <c:pt idx="1116">
                  <c:v>0.740653114073453</c:v>
                </c:pt>
                <c:pt idx="1117">
                  <c:v>0.804675279919814</c:v>
                </c:pt>
                <c:pt idx="1118">
                  <c:v>0.735377777858565</c:v>
                </c:pt>
                <c:pt idx="1119">
                  <c:v>0.779719122180805</c:v>
                </c:pt>
                <c:pt idx="1120">
                  <c:v>0.756933083665075</c:v>
                </c:pt>
                <c:pt idx="1121">
                  <c:v>0.815262236049915</c:v>
                </c:pt>
                <c:pt idx="1122">
                  <c:v>0.824863212666361</c:v>
                </c:pt>
                <c:pt idx="1123">
                  <c:v>0.949684976507201</c:v>
                </c:pt>
                <c:pt idx="1124">
                  <c:v>0.921731460220017</c:v>
                </c:pt>
                <c:pt idx="1125">
                  <c:v>0.901566472760054</c:v>
                </c:pt>
                <c:pt idx="1126">
                  <c:v>0.927266199249513</c:v>
                </c:pt>
                <c:pt idx="1127">
                  <c:v>0.862462822418924</c:v>
                </c:pt>
                <c:pt idx="1128">
                  <c:v>0.896384853451436</c:v>
                </c:pt>
                <c:pt idx="1129">
                  <c:v>0.897077767248693</c:v>
                </c:pt>
                <c:pt idx="1130">
                  <c:v>0.859362764742505</c:v>
                </c:pt>
                <c:pt idx="1131">
                  <c:v>0.973918760920002</c:v>
                </c:pt>
                <c:pt idx="1132">
                  <c:v>0.996556881122134</c:v>
                </c:pt>
                <c:pt idx="1133">
                  <c:v>0.983469002714726</c:v>
                </c:pt>
                <c:pt idx="1134">
                  <c:v>1.01860851704575</c:v>
                </c:pt>
                <c:pt idx="1135">
                  <c:v>1.06244539756079</c:v>
                </c:pt>
                <c:pt idx="1136">
                  <c:v>0.963559688497906</c:v>
                </c:pt>
                <c:pt idx="1137">
                  <c:v>0.912033115062661</c:v>
                </c:pt>
                <c:pt idx="1138">
                  <c:v>0.926344080331338</c:v>
                </c:pt>
                <c:pt idx="1139">
                  <c:v>0.888794796583442</c:v>
                </c:pt>
                <c:pt idx="1140">
                  <c:v>0.907093733965984</c:v>
                </c:pt>
                <c:pt idx="1141">
                  <c:v>0.866869695884416</c:v>
                </c:pt>
                <c:pt idx="1142">
                  <c:v>0.858550674453274</c:v>
                </c:pt>
                <c:pt idx="1143">
                  <c:v>0.895274191463612</c:v>
                </c:pt>
                <c:pt idx="1144">
                  <c:v>0.75044322309589</c:v>
                </c:pt>
                <c:pt idx="1145">
                  <c:v>0.624429746193105</c:v>
                </c:pt>
                <c:pt idx="1146">
                  <c:v>0.61799906320338</c:v>
                </c:pt>
                <c:pt idx="1147">
                  <c:v>0.520699105820245</c:v>
                </c:pt>
                <c:pt idx="1148">
                  <c:v>0.641447434626681</c:v>
                </c:pt>
                <c:pt idx="1149">
                  <c:v>0.639436084772944</c:v>
                </c:pt>
                <c:pt idx="1150">
                  <c:v>0.386441171777255</c:v>
                </c:pt>
                <c:pt idx="1151">
                  <c:v>0.202390983080801</c:v>
                </c:pt>
                <c:pt idx="1152">
                  <c:v>0.16137148681968</c:v>
                </c:pt>
                <c:pt idx="1153">
                  <c:v>0.172802958036175</c:v>
                </c:pt>
                <c:pt idx="1154">
                  <c:v>0.149535132237421</c:v>
                </c:pt>
                <c:pt idx="1155">
                  <c:v>0.155046967577821</c:v>
                </c:pt>
                <c:pt idx="1156">
                  <c:v>0.230143737236958</c:v>
                </c:pt>
                <c:pt idx="1157">
                  <c:v>0.181747566857499</c:v>
                </c:pt>
                <c:pt idx="1158">
                  <c:v>0.192785546846723</c:v>
                </c:pt>
                <c:pt idx="1159">
                  <c:v>0.195238437022469</c:v>
                </c:pt>
                <c:pt idx="1160">
                  <c:v>0.22399751502304</c:v>
                </c:pt>
                <c:pt idx="1161">
                  <c:v>0.193120738645656</c:v>
                </c:pt>
                <c:pt idx="1162">
                  <c:v>0.186831155417446</c:v>
                </c:pt>
                <c:pt idx="1163">
                  <c:v>0.179630922059857</c:v>
                </c:pt>
                <c:pt idx="1164">
                  <c:v>0.222669177074968</c:v>
                </c:pt>
                <c:pt idx="1165">
                  <c:v>0.091120068223136</c:v>
                </c:pt>
                <c:pt idx="1166">
                  <c:v>0.0920368883773211</c:v>
                </c:pt>
                <c:pt idx="1167">
                  <c:v>0.0657923481380515</c:v>
                </c:pt>
                <c:pt idx="1168">
                  <c:v>0.0877052521861282</c:v>
                </c:pt>
                <c:pt idx="1169">
                  <c:v>0.0758681563488279</c:v>
                </c:pt>
                <c:pt idx="1170">
                  <c:v>0.132912226054727</c:v>
                </c:pt>
                <c:pt idx="1171">
                  <c:v>0.129008583669252</c:v>
                </c:pt>
                <c:pt idx="1172">
                  <c:v>0.115733572194882</c:v>
                </c:pt>
                <c:pt idx="1173">
                  <c:v>0.0940944780362022</c:v>
                </c:pt>
                <c:pt idx="1174">
                  <c:v>0.0877005437080318</c:v>
                </c:pt>
                <c:pt idx="1175">
                  <c:v>0.110959674258763</c:v>
                </c:pt>
                <c:pt idx="1176">
                  <c:v>0.119003823489247</c:v>
                </c:pt>
                <c:pt idx="1177">
                  <c:v>0.137567896840864</c:v>
                </c:pt>
                <c:pt idx="1178">
                  <c:v>0.142152772718707</c:v>
                </c:pt>
                <c:pt idx="1179">
                  <c:v>0.107524749751118</c:v>
                </c:pt>
                <c:pt idx="1180">
                  <c:v>0.108716512285577</c:v>
                </c:pt>
                <c:pt idx="1181">
                  <c:v>0.110594984664966</c:v>
                </c:pt>
                <c:pt idx="1182">
                  <c:v>0.0615623674629332</c:v>
                </c:pt>
                <c:pt idx="1183">
                  <c:v>0.0621143605979432</c:v>
                </c:pt>
                <c:pt idx="1184">
                  <c:v>0.120194789557493</c:v>
                </c:pt>
                <c:pt idx="1185">
                  <c:v>0.184007946255843</c:v>
                </c:pt>
                <c:pt idx="1186">
                  <c:v>0.176554812184205</c:v>
                </c:pt>
                <c:pt idx="1187">
                  <c:v>0.181421265317755</c:v>
                </c:pt>
                <c:pt idx="1188">
                  <c:v>0.189490281196277</c:v>
                </c:pt>
                <c:pt idx="1189">
                  <c:v>0.126095358088536</c:v>
                </c:pt>
                <c:pt idx="1190">
                  <c:v>0.204107115724635</c:v>
                </c:pt>
                <c:pt idx="1191">
                  <c:v>0.187264444097534</c:v>
                </c:pt>
                <c:pt idx="1192">
                  <c:v>0.215163187200031</c:v>
                </c:pt>
                <c:pt idx="1193">
                  <c:v>0.218445864779325</c:v>
                </c:pt>
                <c:pt idx="1194">
                  <c:v>0.179559052167585</c:v>
                </c:pt>
                <c:pt idx="1195">
                  <c:v>0.239207128588371</c:v>
                </c:pt>
                <c:pt idx="1196">
                  <c:v>0.241410378023824</c:v>
                </c:pt>
                <c:pt idx="1197">
                  <c:v>0.227063225877868</c:v>
                </c:pt>
                <c:pt idx="1198">
                  <c:v>0.155533874838457</c:v>
                </c:pt>
                <c:pt idx="1199">
                  <c:v>0.128785855606785</c:v>
                </c:pt>
                <c:pt idx="1200">
                  <c:v>0.0704610604514835</c:v>
                </c:pt>
                <c:pt idx="1201">
                  <c:v>0.0712787906430053</c:v>
                </c:pt>
                <c:pt idx="1202">
                  <c:v>0.0725635112849095</c:v>
                </c:pt>
                <c:pt idx="1203">
                  <c:v>0.112076052252249</c:v>
                </c:pt>
                <c:pt idx="1204">
                  <c:v>0.121700448773268</c:v>
                </c:pt>
                <c:pt idx="1205">
                  <c:v>0.123111120470324</c:v>
                </c:pt>
                <c:pt idx="1206">
                  <c:v>0.183961416860899</c:v>
                </c:pt>
                <c:pt idx="1207">
                  <c:v>0.173271780184779</c:v>
                </c:pt>
                <c:pt idx="1208">
                  <c:v>0.138280348460287</c:v>
                </c:pt>
                <c:pt idx="1209">
                  <c:v>0.150096299594594</c:v>
                </c:pt>
                <c:pt idx="1210">
                  <c:v>0.119240904655848</c:v>
                </c:pt>
                <c:pt idx="1211">
                  <c:v>0.160399844889506</c:v>
                </c:pt>
                <c:pt idx="1212">
                  <c:v>0.165561607912228</c:v>
                </c:pt>
                <c:pt idx="1213">
                  <c:v>0.155286208041887</c:v>
                </c:pt>
                <c:pt idx="1214">
                  <c:v>0.148296288202955</c:v>
                </c:pt>
                <c:pt idx="1215">
                  <c:v>0.0916407483991954</c:v>
                </c:pt>
                <c:pt idx="1216">
                  <c:v>0.0925633975195014</c:v>
                </c:pt>
                <c:pt idx="1217">
                  <c:v>0.0933182986783948</c:v>
                </c:pt>
                <c:pt idx="1218">
                  <c:v>0.186125936313379</c:v>
                </c:pt>
                <c:pt idx="1219">
                  <c:v>0.296580079199394</c:v>
                </c:pt>
                <c:pt idx="1220">
                  <c:v>0.23580188074619</c:v>
                </c:pt>
                <c:pt idx="1221">
                  <c:v>0.22064103010423</c:v>
                </c:pt>
                <c:pt idx="1222">
                  <c:v>0.166272659347404</c:v>
                </c:pt>
                <c:pt idx="1223">
                  <c:v>0.147705793529642</c:v>
                </c:pt>
                <c:pt idx="1224">
                  <c:v>0.173076281379586</c:v>
                </c:pt>
                <c:pt idx="1225">
                  <c:v>0.249991483768676</c:v>
                </c:pt>
                <c:pt idx="1226">
                  <c:v>0.154277875580443</c:v>
                </c:pt>
                <c:pt idx="1227">
                  <c:v>0.161893259932998</c:v>
                </c:pt>
                <c:pt idx="1228">
                  <c:v>0.134690041306472</c:v>
                </c:pt>
                <c:pt idx="1229">
                  <c:v>0.147496481076817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市场份额%-2/10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Sheet1!$A$2:$A$1231</c:f>
              <c:strCache>
                <c:ptCount val="1230"/>
                <c:pt idx="0">
                  <c:v>05:30</c:v>
                </c:pt>
                <c:pt idx="1">
                  <c:v>05:31</c:v>
                </c:pt>
                <c:pt idx="2">
                  <c:v>05:32</c:v>
                </c:pt>
                <c:pt idx="3">
                  <c:v>05:33</c:v>
                </c:pt>
                <c:pt idx="4">
                  <c:v>05:34</c:v>
                </c:pt>
                <c:pt idx="5">
                  <c:v>05:35</c:v>
                </c:pt>
                <c:pt idx="6">
                  <c:v>05:36</c:v>
                </c:pt>
                <c:pt idx="7">
                  <c:v>05:37</c:v>
                </c:pt>
                <c:pt idx="8">
                  <c:v>05:38</c:v>
                </c:pt>
                <c:pt idx="9">
                  <c:v>05:39</c:v>
                </c:pt>
                <c:pt idx="10">
                  <c:v>05:40</c:v>
                </c:pt>
                <c:pt idx="11">
                  <c:v>05:41</c:v>
                </c:pt>
                <c:pt idx="12">
                  <c:v>05:42</c:v>
                </c:pt>
                <c:pt idx="13">
                  <c:v>05:43</c:v>
                </c:pt>
                <c:pt idx="14">
                  <c:v>05:44</c:v>
                </c:pt>
                <c:pt idx="15">
                  <c:v>05:45</c:v>
                </c:pt>
                <c:pt idx="16">
                  <c:v>05:46</c:v>
                </c:pt>
                <c:pt idx="17">
                  <c:v>05:47</c:v>
                </c:pt>
                <c:pt idx="18">
                  <c:v>05:48</c:v>
                </c:pt>
                <c:pt idx="19">
                  <c:v>05:49</c:v>
                </c:pt>
                <c:pt idx="20">
                  <c:v>05:50</c:v>
                </c:pt>
                <c:pt idx="21">
                  <c:v>05:51</c:v>
                </c:pt>
                <c:pt idx="22">
                  <c:v>05:52</c:v>
                </c:pt>
                <c:pt idx="23">
                  <c:v>05:53</c:v>
                </c:pt>
                <c:pt idx="24">
                  <c:v>05:54</c:v>
                </c:pt>
                <c:pt idx="25">
                  <c:v>05:55</c:v>
                </c:pt>
                <c:pt idx="26">
                  <c:v>05:56</c:v>
                </c:pt>
                <c:pt idx="27">
                  <c:v>05:57</c:v>
                </c:pt>
                <c:pt idx="28">
                  <c:v>05:58</c:v>
                </c:pt>
                <c:pt idx="29">
                  <c:v>05:59</c:v>
                </c:pt>
                <c:pt idx="30">
                  <c:v>06:00</c:v>
                </c:pt>
                <c:pt idx="31">
                  <c:v>06:01</c:v>
                </c:pt>
                <c:pt idx="32">
                  <c:v>06:02</c:v>
                </c:pt>
                <c:pt idx="33">
                  <c:v>06:03</c:v>
                </c:pt>
                <c:pt idx="34">
                  <c:v>06:04</c:v>
                </c:pt>
                <c:pt idx="35">
                  <c:v>06:05</c:v>
                </c:pt>
                <c:pt idx="36">
                  <c:v>06:06</c:v>
                </c:pt>
                <c:pt idx="37">
                  <c:v>06:07</c:v>
                </c:pt>
                <c:pt idx="38">
                  <c:v>06:08</c:v>
                </c:pt>
                <c:pt idx="39">
                  <c:v>06:09</c:v>
                </c:pt>
                <c:pt idx="40">
                  <c:v>06:10</c:v>
                </c:pt>
                <c:pt idx="41">
                  <c:v>06:11</c:v>
                </c:pt>
                <c:pt idx="42">
                  <c:v>06:12</c:v>
                </c:pt>
                <c:pt idx="43">
                  <c:v>06:13</c:v>
                </c:pt>
                <c:pt idx="44">
                  <c:v>06:14</c:v>
                </c:pt>
                <c:pt idx="45">
                  <c:v>06:15</c:v>
                </c:pt>
                <c:pt idx="46">
                  <c:v>06:16</c:v>
                </c:pt>
                <c:pt idx="47">
                  <c:v>06:17</c:v>
                </c:pt>
                <c:pt idx="48">
                  <c:v>06:18</c:v>
                </c:pt>
                <c:pt idx="49">
                  <c:v>06:19</c:v>
                </c:pt>
                <c:pt idx="50">
                  <c:v>06:20</c:v>
                </c:pt>
                <c:pt idx="51">
                  <c:v>06:21</c:v>
                </c:pt>
                <c:pt idx="52">
                  <c:v>06:22</c:v>
                </c:pt>
                <c:pt idx="53">
                  <c:v>06:23</c:v>
                </c:pt>
                <c:pt idx="54">
                  <c:v>06:24</c:v>
                </c:pt>
                <c:pt idx="55">
                  <c:v>06:25</c:v>
                </c:pt>
                <c:pt idx="56">
                  <c:v>06:26</c:v>
                </c:pt>
                <c:pt idx="57">
                  <c:v>06:27</c:v>
                </c:pt>
                <c:pt idx="58">
                  <c:v>06:28</c:v>
                </c:pt>
                <c:pt idx="59">
                  <c:v>06:29</c:v>
                </c:pt>
                <c:pt idx="60">
                  <c:v>06:30</c:v>
                </c:pt>
                <c:pt idx="61">
                  <c:v>06:31</c:v>
                </c:pt>
                <c:pt idx="62">
                  <c:v>06:32</c:v>
                </c:pt>
                <c:pt idx="63">
                  <c:v>06:33</c:v>
                </c:pt>
                <c:pt idx="64">
                  <c:v>06:34</c:v>
                </c:pt>
                <c:pt idx="65">
                  <c:v>06:35</c:v>
                </c:pt>
                <c:pt idx="66">
                  <c:v>06:36</c:v>
                </c:pt>
                <c:pt idx="67">
                  <c:v>06:37</c:v>
                </c:pt>
                <c:pt idx="68">
                  <c:v>06:38</c:v>
                </c:pt>
                <c:pt idx="69">
                  <c:v>06:39</c:v>
                </c:pt>
                <c:pt idx="70">
                  <c:v>06:40</c:v>
                </c:pt>
                <c:pt idx="71">
                  <c:v>06:41</c:v>
                </c:pt>
                <c:pt idx="72">
                  <c:v>06:42</c:v>
                </c:pt>
                <c:pt idx="73">
                  <c:v>06:43</c:v>
                </c:pt>
                <c:pt idx="74">
                  <c:v>06:44</c:v>
                </c:pt>
                <c:pt idx="75">
                  <c:v>06:45</c:v>
                </c:pt>
                <c:pt idx="76">
                  <c:v>06:46</c:v>
                </c:pt>
                <c:pt idx="77">
                  <c:v>06:47</c:v>
                </c:pt>
                <c:pt idx="78">
                  <c:v>06:48</c:v>
                </c:pt>
                <c:pt idx="79">
                  <c:v>06:49</c:v>
                </c:pt>
                <c:pt idx="80">
                  <c:v>06:50</c:v>
                </c:pt>
                <c:pt idx="81">
                  <c:v>06:51</c:v>
                </c:pt>
                <c:pt idx="82">
                  <c:v>06:52</c:v>
                </c:pt>
                <c:pt idx="83">
                  <c:v>06:53</c:v>
                </c:pt>
                <c:pt idx="84">
                  <c:v>06:54</c:v>
                </c:pt>
                <c:pt idx="85">
                  <c:v>06:55</c:v>
                </c:pt>
                <c:pt idx="86">
                  <c:v>06:56</c:v>
                </c:pt>
                <c:pt idx="87">
                  <c:v>06:57</c:v>
                </c:pt>
                <c:pt idx="88">
                  <c:v>06:58</c:v>
                </c:pt>
                <c:pt idx="89">
                  <c:v>06:59</c:v>
                </c:pt>
                <c:pt idx="90">
                  <c:v>07:00</c:v>
                </c:pt>
                <c:pt idx="91">
                  <c:v>07:01</c:v>
                </c:pt>
                <c:pt idx="92">
                  <c:v>07:02</c:v>
                </c:pt>
                <c:pt idx="93">
                  <c:v>07:03</c:v>
                </c:pt>
                <c:pt idx="94">
                  <c:v>07:04</c:v>
                </c:pt>
                <c:pt idx="95">
                  <c:v>07:05</c:v>
                </c:pt>
                <c:pt idx="96">
                  <c:v>07:06</c:v>
                </c:pt>
                <c:pt idx="97">
                  <c:v>07:07</c:v>
                </c:pt>
                <c:pt idx="98">
                  <c:v>07:08</c:v>
                </c:pt>
                <c:pt idx="99">
                  <c:v>07:09</c:v>
                </c:pt>
                <c:pt idx="100">
                  <c:v>07:10</c:v>
                </c:pt>
                <c:pt idx="101">
                  <c:v>07:11</c:v>
                </c:pt>
                <c:pt idx="102">
                  <c:v>07:12</c:v>
                </c:pt>
                <c:pt idx="103">
                  <c:v>07:13</c:v>
                </c:pt>
                <c:pt idx="104">
                  <c:v>07:14</c:v>
                </c:pt>
                <c:pt idx="105">
                  <c:v>07:15</c:v>
                </c:pt>
                <c:pt idx="106">
                  <c:v>07:16</c:v>
                </c:pt>
                <c:pt idx="107">
                  <c:v>07:17</c:v>
                </c:pt>
                <c:pt idx="108">
                  <c:v>07:18</c:v>
                </c:pt>
                <c:pt idx="109">
                  <c:v>07:19</c:v>
                </c:pt>
                <c:pt idx="110">
                  <c:v>07:20</c:v>
                </c:pt>
                <c:pt idx="111">
                  <c:v>07:21</c:v>
                </c:pt>
                <c:pt idx="112">
                  <c:v>07:22</c:v>
                </c:pt>
                <c:pt idx="113">
                  <c:v>07:23</c:v>
                </c:pt>
                <c:pt idx="114">
                  <c:v>07:24</c:v>
                </c:pt>
                <c:pt idx="115">
                  <c:v>07:25</c:v>
                </c:pt>
                <c:pt idx="116">
                  <c:v>07:26</c:v>
                </c:pt>
                <c:pt idx="117">
                  <c:v>07:27</c:v>
                </c:pt>
                <c:pt idx="118">
                  <c:v>07:28</c:v>
                </c:pt>
                <c:pt idx="119">
                  <c:v>07:29</c:v>
                </c:pt>
                <c:pt idx="120">
                  <c:v>07:30</c:v>
                </c:pt>
                <c:pt idx="121">
                  <c:v>07:31</c:v>
                </c:pt>
                <c:pt idx="122">
                  <c:v>07:32</c:v>
                </c:pt>
                <c:pt idx="123">
                  <c:v>07:33</c:v>
                </c:pt>
                <c:pt idx="124">
                  <c:v>07:34</c:v>
                </c:pt>
                <c:pt idx="125">
                  <c:v>07:35</c:v>
                </c:pt>
                <c:pt idx="126">
                  <c:v>07:36</c:v>
                </c:pt>
                <c:pt idx="127">
                  <c:v>07:37</c:v>
                </c:pt>
                <c:pt idx="128">
                  <c:v>07:38</c:v>
                </c:pt>
                <c:pt idx="129">
                  <c:v>07:39</c:v>
                </c:pt>
                <c:pt idx="130">
                  <c:v>07:40</c:v>
                </c:pt>
                <c:pt idx="131">
                  <c:v>07:41</c:v>
                </c:pt>
                <c:pt idx="132">
                  <c:v>07:42</c:v>
                </c:pt>
                <c:pt idx="133">
                  <c:v>07:43</c:v>
                </c:pt>
                <c:pt idx="134">
                  <c:v>07:44</c:v>
                </c:pt>
                <c:pt idx="135">
                  <c:v>07:45</c:v>
                </c:pt>
                <c:pt idx="136">
                  <c:v>07:46</c:v>
                </c:pt>
                <c:pt idx="137">
                  <c:v>07:47</c:v>
                </c:pt>
                <c:pt idx="138">
                  <c:v>07:48</c:v>
                </c:pt>
                <c:pt idx="139">
                  <c:v>07:49</c:v>
                </c:pt>
                <c:pt idx="140">
                  <c:v>07:50</c:v>
                </c:pt>
                <c:pt idx="141">
                  <c:v>07:51</c:v>
                </c:pt>
                <c:pt idx="142">
                  <c:v>07:52</c:v>
                </c:pt>
                <c:pt idx="143">
                  <c:v>07:53</c:v>
                </c:pt>
                <c:pt idx="144">
                  <c:v>07:54</c:v>
                </c:pt>
                <c:pt idx="145">
                  <c:v>07:55</c:v>
                </c:pt>
                <c:pt idx="146">
                  <c:v>07:56</c:v>
                </c:pt>
                <c:pt idx="147">
                  <c:v>07:57</c:v>
                </c:pt>
                <c:pt idx="148">
                  <c:v>07:58</c:v>
                </c:pt>
                <c:pt idx="149">
                  <c:v>07:59</c:v>
                </c:pt>
                <c:pt idx="150">
                  <c:v>08:00</c:v>
                </c:pt>
                <c:pt idx="151">
                  <c:v>08:01</c:v>
                </c:pt>
                <c:pt idx="152">
                  <c:v>08:02</c:v>
                </c:pt>
                <c:pt idx="153">
                  <c:v>08:03</c:v>
                </c:pt>
                <c:pt idx="154">
                  <c:v>08:04</c:v>
                </c:pt>
                <c:pt idx="155">
                  <c:v>08:05</c:v>
                </c:pt>
                <c:pt idx="156">
                  <c:v>08:06</c:v>
                </c:pt>
                <c:pt idx="157">
                  <c:v>08:07</c:v>
                </c:pt>
                <c:pt idx="158">
                  <c:v>08:08</c:v>
                </c:pt>
                <c:pt idx="159">
                  <c:v>08:09</c:v>
                </c:pt>
                <c:pt idx="160">
                  <c:v>08:10</c:v>
                </c:pt>
                <c:pt idx="161">
                  <c:v>08:11</c:v>
                </c:pt>
                <c:pt idx="162">
                  <c:v>08:12</c:v>
                </c:pt>
                <c:pt idx="163">
                  <c:v>08:13</c:v>
                </c:pt>
                <c:pt idx="164">
                  <c:v>08:14</c:v>
                </c:pt>
                <c:pt idx="165">
                  <c:v>08:15</c:v>
                </c:pt>
                <c:pt idx="166">
                  <c:v>08:16</c:v>
                </c:pt>
                <c:pt idx="167">
                  <c:v>08:17</c:v>
                </c:pt>
                <c:pt idx="168">
                  <c:v>08:18</c:v>
                </c:pt>
                <c:pt idx="169">
                  <c:v>08:19</c:v>
                </c:pt>
                <c:pt idx="170">
                  <c:v>08:20</c:v>
                </c:pt>
                <c:pt idx="171">
                  <c:v>08:21</c:v>
                </c:pt>
                <c:pt idx="172">
                  <c:v>08:22</c:v>
                </c:pt>
                <c:pt idx="173">
                  <c:v>08:23</c:v>
                </c:pt>
                <c:pt idx="174">
                  <c:v>08:24</c:v>
                </c:pt>
                <c:pt idx="175">
                  <c:v>08:25</c:v>
                </c:pt>
                <c:pt idx="176">
                  <c:v>08:26</c:v>
                </c:pt>
                <c:pt idx="177">
                  <c:v>08:27</c:v>
                </c:pt>
                <c:pt idx="178">
                  <c:v>08:28</c:v>
                </c:pt>
                <c:pt idx="179">
                  <c:v>08:29</c:v>
                </c:pt>
                <c:pt idx="180">
                  <c:v>08:30</c:v>
                </c:pt>
                <c:pt idx="181">
                  <c:v>08:31</c:v>
                </c:pt>
                <c:pt idx="182">
                  <c:v>08:32</c:v>
                </c:pt>
                <c:pt idx="183">
                  <c:v>08:33</c:v>
                </c:pt>
                <c:pt idx="184">
                  <c:v>08:34</c:v>
                </c:pt>
                <c:pt idx="185">
                  <c:v>08:35</c:v>
                </c:pt>
                <c:pt idx="186">
                  <c:v>08:36</c:v>
                </c:pt>
                <c:pt idx="187">
                  <c:v>08:37</c:v>
                </c:pt>
                <c:pt idx="188">
                  <c:v>08:38</c:v>
                </c:pt>
                <c:pt idx="189">
                  <c:v>08:39</c:v>
                </c:pt>
                <c:pt idx="190">
                  <c:v>08:40</c:v>
                </c:pt>
                <c:pt idx="191">
                  <c:v>08:41</c:v>
                </c:pt>
                <c:pt idx="192">
                  <c:v>08:42</c:v>
                </c:pt>
                <c:pt idx="193">
                  <c:v>08:43</c:v>
                </c:pt>
                <c:pt idx="194">
                  <c:v>08:44</c:v>
                </c:pt>
                <c:pt idx="195">
                  <c:v>08:45</c:v>
                </c:pt>
                <c:pt idx="196">
                  <c:v>08:46</c:v>
                </c:pt>
                <c:pt idx="197">
                  <c:v>08:47</c:v>
                </c:pt>
                <c:pt idx="198">
                  <c:v>08:48</c:v>
                </c:pt>
                <c:pt idx="199">
                  <c:v>08:49</c:v>
                </c:pt>
                <c:pt idx="200">
                  <c:v>08:50</c:v>
                </c:pt>
                <c:pt idx="201">
                  <c:v>08:51</c:v>
                </c:pt>
                <c:pt idx="202">
                  <c:v>08:52</c:v>
                </c:pt>
                <c:pt idx="203">
                  <c:v>08:53</c:v>
                </c:pt>
                <c:pt idx="204">
                  <c:v>08:54</c:v>
                </c:pt>
                <c:pt idx="205">
                  <c:v>08:55</c:v>
                </c:pt>
                <c:pt idx="206">
                  <c:v>08:56</c:v>
                </c:pt>
                <c:pt idx="207">
                  <c:v>08:57</c:v>
                </c:pt>
                <c:pt idx="208">
                  <c:v>08:58</c:v>
                </c:pt>
                <c:pt idx="209">
                  <c:v>08:59</c:v>
                </c:pt>
                <c:pt idx="210">
                  <c:v>09:00</c:v>
                </c:pt>
                <c:pt idx="211">
                  <c:v>09:01</c:v>
                </c:pt>
                <c:pt idx="212">
                  <c:v>09:02</c:v>
                </c:pt>
                <c:pt idx="213">
                  <c:v>09:03</c:v>
                </c:pt>
                <c:pt idx="214">
                  <c:v>09:04</c:v>
                </c:pt>
                <c:pt idx="215">
                  <c:v>09:05</c:v>
                </c:pt>
                <c:pt idx="216">
                  <c:v>09:06</c:v>
                </c:pt>
                <c:pt idx="217">
                  <c:v>09:07</c:v>
                </c:pt>
                <c:pt idx="218">
                  <c:v>09:08</c:v>
                </c:pt>
                <c:pt idx="219">
                  <c:v>09:09</c:v>
                </c:pt>
                <c:pt idx="220">
                  <c:v>09:10</c:v>
                </c:pt>
                <c:pt idx="221">
                  <c:v>09:11</c:v>
                </c:pt>
                <c:pt idx="222">
                  <c:v>09:12</c:v>
                </c:pt>
                <c:pt idx="223">
                  <c:v>09:13</c:v>
                </c:pt>
                <c:pt idx="224">
                  <c:v>09:14</c:v>
                </c:pt>
                <c:pt idx="225">
                  <c:v>09:15</c:v>
                </c:pt>
                <c:pt idx="226">
                  <c:v>09:16</c:v>
                </c:pt>
                <c:pt idx="227">
                  <c:v>09:17</c:v>
                </c:pt>
                <c:pt idx="228">
                  <c:v>09:18</c:v>
                </c:pt>
                <c:pt idx="229">
                  <c:v>09:19</c:v>
                </c:pt>
                <c:pt idx="230">
                  <c:v>09:20</c:v>
                </c:pt>
                <c:pt idx="231">
                  <c:v>09:21</c:v>
                </c:pt>
                <c:pt idx="232">
                  <c:v>09:22</c:v>
                </c:pt>
                <c:pt idx="233">
                  <c:v>09:23</c:v>
                </c:pt>
                <c:pt idx="234">
                  <c:v>09:24</c:v>
                </c:pt>
                <c:pt idx="235">
                  <c:v>09:25</c:v>
                </c:pt>
                <c:pt idx="236">
                  <c:v>09:26</c:v>
                </c:pt>
                <c:pt idx="237">
                  <c:v>09:27</c:v>
                </c:pt>
                <c:pt idx="238">
                  <c:v>09:28</c:v>
                </c:pt>
                <c:pt idx="239">
                  <c:v>09:29</c:v>
                </c:pt>
                <c:pt idx="240">
                  <c:v>09:30</c:v>
                </c:pt>
                <c:pt idx="241">
                  <c:v>09:31</c:v>
                </c:pt>
                <c:pt idx="242">
                  <c:v>09:32</c:v>
                </c:pt>
                <c:pt idx="243">
                  <c:v>09:33</c:v>
                </c:pt>
                <c:pt idx="244">
                  <c:v>09:34</c:v>
                </c:pt>
                <c:pt idx="245">
                  <c:v>09:35</c:v>
                </c:pt>
                <c:pt idx="246">
                  <c:v>09:36</c:v>
                </c:pt>
                <c:pt idx="247">
                  <c:v>09:37</c:v>
                </c:pt>
                <c:pt idx="248">
                  <c:v>09:38</c:v>
                </c:pt>
                <c:pt idx="249">
                  <c:v>09:39</c:v>
                </c:pt>
                <c:pt idx="250">
                  <c:v>09:40</c:v>
                </c:pt>
                <c:pt idx="251">
                  <c:v>09:41</c:v>
                </c:pt>
                <c:pt idx="252">
                  <c:v>09:42</c:v>
                </c:pt>
                <c:pt idx="253">
                  <c:v>09:43</c:v>
                </c:pt>
                <c:pt idx="254">
                  <c:v>09:44</c:v>
                </c:pt>
                <c:pt idx="255">
                  <c:v>09:45</c:v>
                </c:pt>
                <c:pt idx="256">
                  <c:v>09:46</c:v>
                </c:pt>
                <c:pt idx="257">
                  <c:v>09:47</c:v>
                </c:pt>
                <c:pt idx="258">
                  <c:v>09:48</c:v>
                </c:pt>
                <c:pt idx="259">
                  <c:v>09:49</c:v>
                </c:pt>
                <c:pt idx="260">
                  <c:v>09:50</c:v>
                </c:pt>
                <c:pt idx="261">
                  <c:v>09:51</c:v>
                </c:pt>
                <c:pt idx="262">
                  <c:v>09:52</c:v>
                </c:pt>
                <c:pt idx="263">
                  <c:v>09:53</c:v>
                </c:pt>
                <c:pt idx="264">
                  <c:v>09:54</c:v>
                </c:pt>
                <c:pt idx="265">
                  <c:v>09:55</c:v>
                </c:pt>
                <c:pt idx="266">
                  <c:v>09:56</c:v>
                </c:pt>
                <c:pt idx="267">
                  <c:v>09:57</c:v>
                </c:pt>
                <c:pt idx="268">
                  <c:v>09:58</c:v>
                </c:pt>
                <c:pt idx="269">
                  <c:v>09:59</c:v>
                </c:pt>
                <c:pt idx="270">
                  <c:v>10:00</c:v>
                </c:pt>
                <c:pt idx="271">
                  <c:v>10:01</c:v>
                </c:pt>
                <c:pt idx="272">
                  <c:v>10:02</c:v>
                </c:pt>
                <c:pt idx="273">
                  <c:v>10:03</c:v>
                </c:pt>
                <c:pt idx="274">
                  <c:v>10:04</c:v>
                </c:pt>
                <c:pt idx="275">
                  <c:v>10:05</c:v>
                </c:pt>
                <c:pt idx="276">
                  <c:v>10:06</c:v>
                </c:pt>
                <c:pt idx="277">
                  <c:v>10:07</c:v>
                </c:pt>
                <c:pt idx="278">
                  <c:v>10:08</c:v>
                </c:pt>
                <c:pt idx="279">
                  <c:v>10:09</c:v>
                </c:pt>
                <c:pt idx="280">
                  <c:v>10:10</c:v>
                </c:pt>
                <c:pt idx="281">
                  <c:v>10:11</c:v>
                </c:pt>
                <c:pt idx="282">
                  <c:v>10:12</c:v>
                </c:pt>
                <c:pt idx="283">
                  <c:v>10:13</c:v>
                </c:pt>
                <c:pt idx="284">
                  <c:v>10:14</c:v>
                </c:pt>
                <c:pt idx="285">
                  <c:v>10:15</c:v>
                </c:pt>
                <c:pt idx="286">
                  <c:v>10:16</c:v>
                </c:pt>
                <c:pt idx="287">
                  <c:v>10:17</c:v>
                </c:pt>
                <c:pt idx="288">
                  <c:v>10:18</c:v>
                </c:pt>
                <c:pt idx="289">
                  <c:v>10:19</c:v>
                </c:pt>
                <c:pt idx="290">
                  <c:v>10:20</c:v>
                </c:pt>
                <c:pt idx="291">
                  <c:v>10:21</c:v>
                </c:pt>
                <c:pt idx="292">
                  <c:v>10:22</c:v>
                </c:pt>
                <c:pt idx="293">
                  <c:v>10:23</c:v>
                </c:pt>
                <c:pt idx="294">
                  <c:v>10:24</c:v>
                </c:pt>
                <c:pt idx="295">
                  <c:v>10:25</c:v>
                </c:pt>
                <c:pt idx="296">
                  <c:v>10:26</c:v>
                </c:pt>
                <c:pt idx="297">
                  <c:v>10:27</c:v>
                </c:pt>
                <c:pt idx="298">
                  <c:v>10:28</c:v>
                </c:pt>
                <c:pt idx="299">
                  <c:v>10:29</c:v>
                </c:pt>
                <c:pt idx="300">
                  <c:v>10:30</c:v>
                </c:pt>
                <c:pt idx="301">
                  <c:v>10:31</c:v>
                </c:pt>
                <c:pt idx="302">
                  <c:v>10:32</c:v>
                </c:pt>
                <c:pt idx="303">
                  <c:v>10:33</c:v>
                </c:pt>
                <c:pt idx="304">
                  <c:v>10:34</c:v>
                </c:pt>
                <c:pt idx="305">
                  <c:v>10:35</c:v>
                </c:pt>
                <c:pt idx="306">
                  <c:v>10:36</c:v>
                </c:pt>
                <c:pt idx="307">
                  <c:v>10:37</c:v>
                </c:pt>
                <c:pt idx="308">
                  <c:v>10:38</c:v>
                </c:pt>
                <c:pt idx="309">
                  <c:v>10:39</c:v>
                </c:pt>
                <c:pt idx="310">
                  <c:v>10:40</c:v>
                </c:pt>
                <c:pt idx="311">
                  <c:v>10:41</c:v>
                </c:pt>
                <c:pt idx="312">
                  <c:v>10:42</c:v>
                </c:pt>
                <c:pt idx="313">
                  <c:v>10:43</c:v>
                </c:pt>
                <c:pt idx="314">
                  <c:v>10:44</c:v>
                </c:pt>
                <c:pt idx="315">
                  <c:v>10:45</c:v>
                </c:pt>
                <c:pt idx="316">
                  <c:v>10:46</c:v>
                </c:pt>
                <c:pt idx="317">
                  <c:v>10:47</c:v>
                </c:pt>
                <c:pt idx="318">
                  <c:v>10:48</c:v>
                </c:pt>
                <c:pt idx="319">
                  <c:v>10:49</c:v>
                </c:pt>
                <c:pt idx="320">
                  <c:v>10:50</c:v>
                </c:pt>
                <c:pt idx="321">
                  <c:v>10:51</c:v>
                </c:pt>
                <c:pt idx="322">
                  <c:v>10:52</c:v>
                </c:pt>
                <c:pt idx="323">
                  <c:v>10:53</c:v>
                </c:pt>
                <c:pt idx="324">
                  <c:v>10:54</c:v>
                </c:pt>
                <c:pt idx="325">
                  <c:v>10:55</c:v>
                </c:pt>
                <c:pt idx="326">
                  <c:v>10:56</c:v>
                </c:pt>
                <c:pt idx="327">
                  <c:v>10:57</c:v>
                </c:pt>
                <c:pt idx="328">
                  <c:v>10:58</c:v>
                </c:pt>
                <c:pt idx="329">
                  <c:v>10:59</c:v>
                </c:pt>
                <c:pt idx="330">
                  <c:v>11:00</c:v>
                </c:pt>
                <c:pt idx="331">
                  <c:v>11:01</c:v>
                </c:pt>
                <c:pt idx="332">
                  <c:v>11:02</c:v>
                </c:pt>
                <c:pt idx="333">
                  <c:v>11:03</c:v>
                </c:pt>
                <c:pt idx="334">
                  <c:v>11:04</c:v>
                </c:pt>
                <c:pt idx="335">
                  <c:v>11:05</c:v>
                </c:pt>
                <c:pt idx="336">
                  <c:v>11:06</c:v>
                </c:pt>
                <c:pt idx="337">
                  <c:v>11:07</c:v>
                </c:pt>
                <c:pt idx="338">
                  <c:v>11:08</c:v>
                </c:pt>
                <c:pt idx="339">
                  <c:v>11:09</c:v>
                </c:pt>
                <c:pt idx="340">
                  <c:v>11:10</c:v>
                </c:pt>
                <c:pt idx="341">
                  <c:v>11:11</c:v>
                </c:pt>
                <c:pt idx="342">
                  <c:v>11:12</c:v>
                </c:pt>
                <c:pt idx="343">
                  <c:v>11:13</c:v>
                </c:pt>
                <c:pt idx="344">
                  <c:v>11:14</c:v>
                </c:pt>
                <c:pt idx="345">
                  <c:v>11:15</c:v>
                </c:pt>
                <c:pt idx="346">
                  <c:v>11:16</c:v>
                </c:pt>
                <c:pt idx="347">
                  <c:v>11:17</c:v>
                </c:pt>
                <c:pt idx="348">
                  <c:v>11:18</c:v>
                </c:pt>
                <c:pt idx="349">
                  <c:v>11:19</c:v>
                </c:pt>
                <c:pt idx="350">
                  <c:v>11:20</c:v>
                </c:pt>
                <c:pt idx="351">
                  <c:v>11:21</c:v>
                </c:pt>
                <c:pt idx="352">
                  <c:v>11:22</c:v>
                </c:pt>
                <c:pt idx="353">
                  <c:v>11:23</c:v>
                </c:pt>
                <c:pt idx="354">
                  <c:v>11:24</c:v>
                </c:pt>
                <c:pt idx="355">
                  <c:v>11:25</c:v>
                </c:pt>
                <c:pt idx="356">
                  <c:v>11:26</c:v>
                </c:pt>
                <c:pt idx="357">
                  <c:v>11:27</c:v>
                </c:pt>
                <c:pt idx="358">
                  <c:v>11:28</c:v>
                </c:pt>
                <c:pt idx="359">
                  <c:v>11:29</c:v>
                </c:pt>
                <c:pt idx="360">
                  <c:v>11:30</c:v>
                </c:pt>
                <c:pt idx="361">
                  <c:v>11:31</c:v>
                </c:pt>
                <c:pt idx="362">
                  <c:v>11:32</c:v>
                </c:pt>
                <c:pt idx="363">
                  <c:v>11:33</c:v>
                </c:pt>
                <c:pt idx="364">
                  <c:v>11:34</c:v>
                </c:pt>
                <c:pt idx="365">
                  <c:v>11:35</c:v>
                </c:pt>
                <c:pt idx="366">
                  <c:v>11:36</c:v>
                </c:pt>
                <c:pt idx="367">
                  <c:v>11:37</c:v>
                </c:pt>
                <c:pt idx="368">
                  <c:v>11:38</c:v>
                </c:pt>
                <c:pt idx="369">
                  <c:v>11:39</c:v>
                </c:pt>
                <c:pt idx="370">
                  <c:v>11:40</c:v>
                </c:pt>
                <c:pt idx="371">
                  <c:v>11:41</c:v>
                </c:pt>
                <c:pt idx="372">
                  <c:v>11:42</c:v>
                </c:pt>
                <c:pt idx="373">
                  <c:v>11:43</c:v>
                </c:pt>
                <c:pt idx="374">
                  <c:v>11:44</c:v>
                </c:pt>
                <c:pt idx="375">
                  <c:v>11:45</c:v>
                </c:pt>
                <c:pt idx="376">
                  <c:v>11:46</c:v>
                </c:pt>
                <c:pt idx="377">
                  <c:v>11:47</c:v>
                </c:pt>
                <c:pt idx="378">
                  <c:v>11:48</c:v>
                </c:pt>
                <c:pt idx="379">
                  <c:v>11:49</c:v>
                </c:pt>
                <c:pt idx="380">
                  <c:v>11:50</c:v>
                </c:pt>
                <c:pt idx="381">
                  <c:v>11:51</c:v>
                </c:pt>
                <c:pt idx="382">
                  <c:v>11:52</c:v>
                </c:pt>
                <c:pt idx="383">
                  <c:v>11:53</c:v>
                </c:pt>
                <c:pt idx="384">
                  <c:v>11:54</c:v>
                </c:pt>
                <c:pt idx="385">
                  <c:v>11:55</c:v>
                </c:pt>
                <c:pt idx="386">
                  <c:v>11:56</c:v>
                </c:pt>
                <c:pt idx="387">
                  <c:v>11:57</c:v>
                </c:pt>
                <c:pt idx="388">
                  <c:v>11:58</c:v>
                </c:pt>
                <c:pt idx="389">
                  <c:v>11:59</c:v>
                </c:pt>
                <c:pt idx="390">
                  <c:v>12:00</c:v>
                </c:pt>
                <c:pt idx="391">
                  <c:v>12:01</c:v>
                </c:pt>
                <c:pt idx="392">
                  <c:v>12:02</c:v>
                </c:pt>
                <c:pt idx="393">
                  <c:v>12:03</c:v>
                </c:pt>
                <c:pt idx="394">
                  <c:v>12:04</c:v>
                </c:pt>
                <c:pt idx="395">
                  <c:v>12:05</c:v>
                </c:pt>
                <c:pt idx="396">
                  <c:v>12:06</c:v>
                </c:pt>
                <c:pt idx="397">
                  <c:v>12:07</c:v>
                </c:pt>
                <c:pt idx="398">
                  <c:v>12:08</c:v>
                </c:pt>
                <c:pt idx="399">
                  <c:v>12:09</c:v>
                </c:pt>
                <c:pt idx="400">
                  <c:v>12:10</c:v>
                </c:pt>
                <c:pt idx="401">
                  <c:v>12:11</c:v>
                </c:pt>
                <c:pt idx="402">
                  <c:v>12:12</c:v>
                </c:pt>
                <c:pt idx="403">
                  <c:v>12:13</c:v>
                </c:pt>
                <c:pt idx="404">
                  <c:v>12:14</c:v>
                </c:pt>
                <c:pt idx="405">
                  <c:v>12:15</c:v>
                </c:pt>
                <c:pt idx="406">
                  <c:v>12:16</c:v>
                </c:pt>
                <c:pt idx="407">
                  <c:v>12:17</c:v>
                </c:pt>
                <c:pt idx="408">
                  <c:v>12:18</c:v>
                </c:pt>
                <c:pt idx="409">
                  <c:v>12:19</c:v>
                </c:pt>
                <c:pt idx="410">
                  <c:v>12:20</c:v>
                </c:pt>
                <c:pt idx="411">
                  <c:v>12:21</c:v>
                </c:pt>
                <c:pt idx="412">
                  <c:v>12:22</c:v>
                </c:pt>
                <c:pt idx="413">
                  <c:v>12:23</c:v>
                </c:pt>
                <c:pt idx="414">
                  <c:v>12:24</c:v>
                </c:pt>
                <c:pt idx="415">
                  <c:v>12:25</c:v>
                </c:pt>
                <c:pt idx="416">
                  <c:v>12:26</c:v>
                </c:pt>
                <c:pt idx="417">
                  <c:v>12:27</c:v>
                </c:pt>
                <c:pt idx="418">
                  <c:v>12:28</c:v>
                </c:pt>
                <c:pt idx="419">
                  <c:v>12:29</c:v>
                </c:pt>
                <c:pt idx="420">
                  <c:v>12:30</c:v>
                </c:pt>
                <c:pt idx="421">
                  <c:v>12:31</c:v>
                </c:pt>
                <c:pt idx="422">
                  <c:v>12:32</c:v>
                </c:pt>
                <c:pt idx="423">
                  <c:v>12:33</c:v>
                </c:pt>
                <c:pt idx="424">
                  <c:v>12:34</c:v>
                </c:pt>
                <c:pt idx="425">
                  <c:v>12:35</c:v>
                </c:pt>
                <c:pt idx="426">
                  <c:v>12:36</c:v>
                </c:pt>
                <c:pt idx="427">
                  <c:v>12:37</c:v>
                </c:pt>
                <c:pt idx="428">
                  <c:v>12:38</c:v>
                </c:pt>
                <c:pt idx="429">
                  <c:v>12:39</c:v>
                </c:pt>
                <c:pt idx="430">
                  <c:v>12:40</c:v>
                </c:pt>
                <c:pt idx="431">
                  <c:v>12:41</c:v>
                </c:pt>
                <c:pt idx="432">
                  <c:v>12:42</c:v>
                </c:pt>
                <c:pt idx="433">
                  <c:v>12:43</c:v>
                </c:pt>
                <c:pt idx="434">
                  <c:v>12:44</c:v>
                </c:pt>
                <c:pt idx="435">
                  <c:v>12:45</c:v>
                </c:pt>
                <c:pt idx="436">
                  <c:v>12:46</c:v>
                </c:pt>
                <c:pt idx="437">
                  <c:v>12:47</c:v>
                </c:pt>
                <c:pt idx="438">
                  <c:v>12:48</c:v>
                </c:pt>
                <c:pt idx="439">
                  <c:v>12:49</c:v>
                </c:pt>
                <c:pt idx="440">
                  <c:v>12:50</c:v>
                </c:pt>
                <c:pt idx="441">
                  <c:v>12:51</c:v>
                </c:pt>
                <c:pt idx="442">
                  <c:v>12:52</c:v>
                </c:pt>
                <c:pt idx="443">
                  <c:v>12:53</c:v>
                </c:pt>
                <c:pt idx="444">
                  <c:v>12:54</c:v>
                </c:pt>
                <c:pt idx="445">
                  <c:v>12:55</c:v>
                </c:pt>
                <c:pt idx="446">
                  <c:v>12:56</c:v>
                </c:pt>
                <c:pt idx="447">
                  <c:v>12:57</c:v>
                </c:pt>
                <c:pt idx="448">
                  <c:v>12:58</c:v>
                </c:pt>
                <c:pt idx="449">
                  <c:v>12:59</c:v>
                </c:pt>
                <c:pt idx="450">
                  <c:v>13:00</c:v>
                </c:pt>
                <c:pt idx="451">
                  <c:v>13:01</c:v>
                </c:pt>
                <c:pt idx="452">
                  <c:v>13:02</c:v>
                </c:pt>
                <c:pt idx="453">
                  <c:v>13:03</c:v>
                </c:pt>
                <c:pt idx="454">
                  <c:v>13:04</c:v>
                </c:pt>
                <c:pt idx="455">
                  <c:v>13:05</c:v>
                </c:pt>
                <c:pt idx="456">
                  <c:v>13:06</c:v>
                </c:pt>
                <c:pt idx="457">
                  <c:v>13:07</c:v>
                </c:pt>
                <c:pt idx="458">
                  <c:v>13:08</c:v>
                </c:pt>
                <c:pt idx="459">
                  <c:v>13:09</c:v>
                </c:pt>
                <c:pt idx="460">
                  <c:v>13:10</c:v>
                </c:pt>
                <c:pt idx="461">
                  <c:v>13:11</c:v>
                </c:pt>
                <c:pt idx="462">
                  <c:v>13:12</c:v>
                </c:pt>
                <c:pt idx="463">
                  <c:v>13:13</c:v>
                </c:pt>
                <c:pt idx="464">
                  <c:v>13:14</c:v>
                </c:pt>
                <c:pt idx="465">
                  <c:v>13:15</c:v>
                </c:pt>
                <c:pt idx="466">
                  <c:v>13:16</c:v>
                </c:pt>
                <c:pt idx="467">
                  <c:v>13:17</c:v>
                </c:pt>
                <c:pt idx="468">
                  <c:v>13:18</c:v>
                </c:pt>
                <c:pt idx="469">
                  <c:v>13:19</c:v>
                </c:pt>
                <c:pt idx="470">
                  <c:v>13:20</c:v>
                </c:pt>
                <c:pt idx="471">
                  <c:v>13:21</c:v>
                </c:pt>
                <c:pt idx="472">
                  <c:v>13:22</c:v>
                </c:pt>
                <c:pt idx="473">
                  <c:v>13:23</c:v>
                </c:pt>
                <c:pt idx="474">
                  <c:v>13:24</c:v>
                </c:pt>
                <c:pt idx="475">
                  <c:v>13:25</c:v>
                </c:pt>
                <c:pt idx="476">
                  <c:v>13:26</c:v>
                </c:pt>
                <c:pt idx="477">
                  <c:v>13:27</c:v>
                </c:pt>
                <c:pt idx="478">
                  <c:v>13:28</c:v>
                </c:pt>
                <c:pt idx="479">
                  <c:v>13:29</c:v>
                </c:pt>
                <c:pt idx="480">
                  <c:v>13:30</c:v>
                </c:pt>
                <c:pt idx="481">
                  <c:v>13:31</c:v>
                </c:pt>
                <c:pt idx="482">
                  <c:v>13:32</c:v>
                </c:pt>
                <c:pt idx="483">
                  <c:v>13:33</c:v>
                </c:pt>
                <c:pt idx="484">
                  <c:v>13:34</c:v>
                </c:pt>
                <c:pt idx="485">
                  <c:v>13:35</c:v>
                </c:pt>
                <c:pt idx="486">
                  <c:v>13:36</c:v>
                </c:pt>
                <c:pt idx="487">
                  <c:v>13:37</c:v>
                </c:pt>
                <c:pt idx="488">
                  <c:v>13:38</c:v>
                </c:pt>
                <c:pt idx="489">
                  <c:v>13:39</c:v>
                </c:pt>
                <c:pt idx="490">
                  <c:v>13:40</c:v>
                </c:pt>
                <c:pt idx="491">
                  <c:v>13:41</c:v>
                </c:pt>
                <c:pt idx="492">
                  <c:v>13:42</c:v>
                </c:pt>
                <c:pt idx="493">
                  <c:v>13:43</c:v>
                </c:pt>
                <c:pt idx="494">
                  <c:v>13:44</c:v>
                </c:pt>
                <c:pt idx="495">
                  <c:v>13:45</c:v>
                </c:pt>
                <c:pt idx="496">
                  <c:v>13:46</c:v>
                </c:pt>
                <c:pt idx="497">
                  <c:v>13:47</c:v>
                </c:pt>
                <c:pt idx="498">
                  <c:v>13:48</c:v>
                </c:pt>
                <c:pt idx="499">
                  <c:v>13:49</c:v>
                </c:pt>
                <c:pt idx="500">
                  <c:v>13:50</c:v>
                </c:pt>
                <c:pt idx="501">
                  <c:v>13:51</c:v>
                </c:pt>
                <c:pt idx="502">
                  <c:v>13:52</c:v>
                </c:pt>
                <c:pt idx="503">
                  <c:v>13:53</c:v>
                </c:pt>
                <c:pt idx="504">
                  <c:v>13:54</c:v>
                </c:pt>
                <c:pt idx="505">
                  <c:v>13:55</c:v>
                </c:pt>
                <c:pt idx="506">
                  <c:v>13:56</c:v>
                </c:pt>
                <c:pt idx="507">
                  <c:v>13:57</c:v>
                </c:pt>
                <c:pt idx="508">
                  <c:v>13:58</c:v>
                </c:pt>
                <c:pt idx="509">
                  <c:v>13:59</c:v>
                </c:pt>
                <c:pt idx="510">
                  <c:v>14:00</c:v>
                </c:pt>
                <c:pt idx="511">
                  <c:v>14:01</c:v>
                </c:pt>
                <c:pt idx="512">
                  <c:v>14:02</c:v>
                </c:pt>
                <c:pt idx="513">
                  <c:v>14:03</c:v>
                </c:pt>
                <c:pt idx="514">
                  <c:v>14:04</c:v>
                </c:pt>
                <c:pt idx="515">
                  <c:v>14:05</c:v>
                </c:pt>
                <c:pt idx="516">
                  <c:v>14:06</c:v>
                </c:pt>
                <c:pt idx="517">
                  <c:v>14:07</c:v>
                </c:pt>
                <c:pt idx="518">
                  <c:v>14:08</c:v>
                </c:pt>
                <c:pt idx="519">
                  <c:v>14:09</c:v>
                </c:pt>
                <c:pt idx="520">
                  <c:v>14:10</c:v>
                </c:pt>
                <c:pt idx="521">
                  <c:v>14:11</c:v>
                </c:pt>
                <c:pt idx="522">
                  <c:v>14:12</c:v>
                </c:pt>
                <c:pt idx="523">
                  <c:v>14:13</c:v>
                </c:pt>
                <c:pt idx="524">
                  <c:v>14:14</c:v>
                </c:pt>
                <c:pt idx="525">
                  <c:v>14:15</c:v>
                </c:pt>
                <c:pt idx="526">
                  <c:v>14:16</c:v>
                </c:pt>
                <c:pt idx="527">
                  <c:v>14:17</c:v>
                </c:pt>
                <c:pt idx="528">
                  <c:v>14:18</c:v>
                </c:pt>
                <c:pt idx="529">
                  <c:v>14:19</c:v>
                </c:pt>
                <c:pt idx="530">
                  <c:v>14:20</c:v>
                </c:pt>
                <c:pt idx="531">
                  <c:v>14:21</c:v>
                </c:pt>
                <c:pt idx="532">
                  <c:v>14:22</c:v>
                </c:pt>
                <c:pt idx="533">
                  <c:v>14:23</c:v>
                </c:pt>
                <c:pt idx="534">
                  <c:v>14:24</c:v>
                </c:pt>
                <c:pt idx="535">
                  <c:v>14:25</c:v>
                </c:pt>
                <c:pt idx="536">
                  <c:v>14:26</c:v>
                </c:pt>
                <c:pt idx="537">
                  <c:v>14:27</c:v>
                </c:pt>
                <c:pt idx="538">
                  <c:v>14:28</c:v>
                </c:pt>
                <c:pt idx="539">
                  <c:v>14:29</c:v>
                </c:pt>
                <c:pt idx="540">
                  <c:v>14:30</c:v>
                </c:pt>
                <c:pt idx="541">
                  <c:v>14:31</c:v>
                </c:pt>
                <c:pt idx="542">
                  <c:v>14:32</c:v>
                </c:pt>
                <c:pt idx="543">
                  <c:v>14:33</c:v>
                </c:pt>
                <c:pt idx="544">
                  <c:v>14:34</c:v>
                </c:pt>
                <c:pt idx="545">
                  <c:v>14:35</c:v>
                </c:pt>
                <c:pt idx="546">
                  <c:v>14:36</c:v>
                </c:pt>
                <c:pt idx="547">
                  <c:v>14:37</c:v>
                </c:pt>
                <c:pt idx="548">
                  <c:v>14:38</c:v>
                </c:pt>
                <c:pt idx="549">
                  <c:v>14:39</c:v>
                </c:pt>
                <c:pt idx="550">
                  <c:v>14:40</c:v>
                </c:pt>
                <c:pt idx="551">
                  <c:v>14:41</c:v>
                </c:pt>
                <c:pt idx="552">
                  <c:v>14:42</c:v>
                </c:pt>
                <c:pt idx="553">
                  <c:v>14:43</c:v>
                </c:pt>
                <c:pt idx="554">
                  <c:v>14:44</c:v>
                </c:pt>
                <c:pt idx="555">
                  <c:v>14:45</c:v>
                </c:pt>
                <c:pt idx="556">
                  <c:v>14:46</c:v>
                </c:pt>
                <c:pt idx="557">
                  <c:v>14:47</c:v>
                </c:pt>
                <c:pt idx="558">
                  <c:v>14:48</c:v>
                </c:pt>
                <c:pt idx="559">
                  <c:v>14:49</c:v>
                </c:pt>
                <c:pt idx="560">
                  <c:v>14:50</c:v>
                </c:pt>
                <c:pt idx="561">
                  <c:v>14:51</c:v>
                </c:pt>
                <c:pt idx="562">
                  <c:v>14:52</c:v>
                </c:pt>
                <c:pt idx="563">
                  <c:v>14:53</c:v>
                </c:pt>
                <c:pt idx="564">
                  <c:v>14:54</c:v>
                </c:pt>
                <c:pt idx="565">
                  <c:v>14:55</c:v>
                </c:pt>
                <c:pt idx="566">
                  <c:v>14:56</c:v>
                </c:pt>
                <c:pt idx="567">
                  <c:v>14:57</c:v>
                </c:pt>
                <c:pt idx="568">
                  <c:v>14:58</c:v>
                </c:pt>
                <c:pt idx="569">
                  <c:v>14:59</c:v>
                </c:pt>
                <c:pt idx="570">
                  <c:v>15:00</c:v>
                </c:pt>
                <c:pt idx="571">
                  <c:v>15:01</c:v>
                </c:pt>
                <c:pt idx="572">
                  <c:v>15:02</c:v>
                </c:pt>
                <c:pt idx="573">
                  <c:v>15:03</c:v>
                </c:pt>
                <c:pt idx="574">
                  <c:v>15:04</c:v>
                </c:pt>
                <c:pt idx="575">
                  <c:v>15:05</c:v>
                </c:pt>
                <c:pt idx="576">
                  <c:v>15:06</c:v>
                </c:pt>
                <c:pt idx="577">
                  <c:v>15:07</c:v>
                </c:pt>
                <c:pt idx="578">
                  <c:v>15:08</c:v>
                </c:pt>
                <c:pt idx="579">
                  <c:v>15:09</c:v>
                </c:pt>
                <c:pt idx="580">
                  <c:v>15:10</c:v>
                </c:pt>
                <c:pt idx="581">
                  <c:v>15:11</c:v>
                </c:pt>
                <c:pt idx="582">
                  <c:v>15:12</c:v>
                </c:pt>
                <c:pt idx="583">
                  <c:v>15:13</c:v>
                </c:pt>
                <c:pt idx="584">
                  <c:v>15:14</c:v>
                </c:pt>
                <c:pt idx="585">
                  <c:v>15:15</c:v>
                </c:pt>
                <c:pt idx="586">
                  <c:v>15:16</c:v>
                </c:pt>
                <c:pt idx="587">
                  <c:v>15:17</c:v>
                </c:pt>
                <c:pt idx="588">
                  <c:v>15:18</c:v>
                </c:pt>
                <c:pt idx="589">
                  <c:v>15:19</c:v>
                </c:pt>
                <c:pt idx="590">
                  <c:v>15:20</c:v>
                </c:pt>
                <c:pt idx="591">
                  <c:v>15:21</c:v>
                </c:pt>
                <c:pt idx="592">
                  <c:v>15:22</c:v>
                </c:pt>
                <c:pt idx="593">
                  <c:v>15:23</c:v>
                </c:pt>
                <c:pt idx="594">
                  <c:v>15:24</c:v>
                </c:pt>
                <c:pt idx="595">
                  <c:v>15:25</c:v>
                </c:pt>
                <c:pt idx="596">
                  <c:v>15:26</c:v>
                </c:pt>
                <c:pt idx="597">
                  <c:v>15:27</c:v>
                </c:pt>
                <c:pt idx="598">
                  <c:v>15:28</c:v>
                </c:pt>
                <c:pt idx="599">
                  <c:v>15:29</c:v>
                </c:pt>
                <c:pt idx="600">
                  <c:v>15:30</c:v>
                </c:pt>
                <c:pt idx="601">
                  <c:v>15:31</c:v>
                </c:pt>
                <c:pt idx="602">
                  <c:v>15:32</c:v>
                </c:pt>
                <c:pt idx="603">
                  <c:v>15:33</c:v>
                </c:pt>
                <c:pt idx="604">
                  <c:v>15:34</c:v>
                </c:pt>
                <c:pt idx="605">
                  <c:v>15:35</c:v>
                </c:pt>
                <c:pt idx="606">
                  <c:v>15:36</c:v>
                </c:pt>
                <c:pt idx="607">
                  <c:v>15:37</c:v>
                </c:pt>
                <c:pt idx="608">
                  <c:v>15:38</c:v>
                </c:pt>
                <c:pt idx="609">
                  <c:v>15:39</c:v>
                </c:pt>
                <c:pt idx="610">
                  <c:v>15:40</c:v>
                </c:pt>
                <c:pt idx="611">
                  <c:v>15:41</c:v>
                </c:pt>
                <c:pt idx="612">
                  <c:v>15:42</c:v>
                </c:pt>
                <c:pt idx="613">
                  <c:v>15:43</c:v>
                </c:pt>
                <c:pt idx="614">
                  <c:v>15:44</c:v>
                </c:pt>
                <c:pt idx="615">
                  <c:v>15:45</c:v>
                </c:pt>
                <c:pt idx="616">
                  <c:v>15:46</c:v>
                </c:pt>
                <c:pt idx="617">
                  <c:v>15:47</c:v>
                </c:pt>
                <c:pt idx="618">
                  <c:v>15:48</c:v>
                </c:pt>
                <c:pt idx="619">
                  <c:v>15:49</c:v>
                </c:pt>
                <c:pt idx="620">
                  <c:v>15:50</c:v>
                </c:pt>
                <c:pt idx="621">
                  <c:v>15:51</c:v>
                </c:pt>
                <c:pt idx="622">
                  <c:v>15:52</c:v>
                </c:pt>
                <c:pt idx="623">
                  <c:v>15:53</c:v>
                </c:pt>
                <c:pt idx="624">
                  <c:v>15:54</c:v>
                </c:pt>
                <c:pt idx="625">
                  <c:v>15:55</c:v>
                </c:pt>
                <c:pt idx="626">
                  <c:v>15:56</c:v>
                </c:pt>
                <c:pt idx="627">
                  <c:v>15:57</c:v>
                </c:pt>
                <c:pt idx="628">
                  <c:v>15:58</c:v>
                </c:pt>
                <c:pt idx="629">
                  <c:v>15:59</c:v>
                </c:pt>
                <c:pt idx="630">
                  <c:v>16:00</c:v>
                </c:pt>
                <c:pt idx="631">
                  <c:v>16:01</c:v>
                </c:pt>
                <c:pt idx="632">
                  <c:v>16:02</c:v>
                </c:pt>
                <c:pt idx="633">
                  <c:v>16:03</c:v>
                </c:pt>
                <c:pt idx="634">
                  <c:v>16:04</c:v>
                </c:pt>
                <c:pt idx="635">
                  <c:v>16:05</c:v>
                </c:pt>
                <c:pt idx="636">
                  <c:v>16:06</c:v>
                </c:pt>
                <c:pt idx="637">
                  <c:v>16:07</c:v>
                </c:pt>
                <c:pt idx="638">
                  <c:v>16:08</c:v>
                </c:pt>
                <c:pt idx="639">
                  <c:v>16:09</c:v>
                </c:pt>
                <c:pt idx="640">
                  <c:v>16:10</c:v>
                </c:pt>
                <c:pt idx="641">
                  <c:v>16:11</c:v>
                </c:pt>
                <c:pt idx="642">
                  <c:v>16:12</c:v>
                </c:pt>
                <c:pt idx="643">
                  <c:v>16:13</c:v>
                </c:pt>
                <c:pt idx="644">
                  <c:v>16:14</c:v>
                </c:pt>
                <c:pt idx="645">
                  <c:v>16:15</c:v>
                </c:pt>
                <c:pt idx="646">
                  <c:v>16:16</c:v>
                </c:pt>
                <c:pt idx="647">
                  <c:v>16:17</c:v>
                </c:pt>
                <c:pt idx="648">
                  <c:v>16:18</c:v>
                </c:pt>
                <c:pt idx="649">
                  <c:v>16:19</c:v>
                </c:pt>
                <c:pt idx="650">
                  <c:v>16:20</c:v>
                </c:pt>
                <c:pt idx="651">
                  <c:v>16:21</c:v>
                </c:pt>
                <c:pt idx="652">
                  <c:v>16:22</c:v>
                </c:pt>
                <c:pt idx="653">
                  <c:v>16:23</c:v>
                </c:pt>
                <c:pt idx="654">
                  <c:v>16:24</c:v>
                </c:pt>
                <c:pt idx="655">
                  <c:v>16:25</c:v>
                </c:pt>
                <c:pt idx="656">
                  <c:v>16:26</c:v>
                </c:pt>
                <c:pt idx="657">
                  <c:v>16:27</c:v>
                </c:pt>
                <c:pt idx="658">
                  <c:v>16:28</c:v>
                </c:pt>
                <c:pt idx="659">
                  <c:v>16:29</c:v>
                </c:pt>
                <c:pt idx="660">
                  <c:v>16:30</c:v>
                </c:pt>
                <c:pt idx="661">
                  <c:v>16:31</c:v>
                </c:pt>
                <c:pt idx="662">
                  <c:v>16:32</c:v>
                </c:pt>
                <c:pt idx="663">
                  <c:v>16:33</c:v>
                </c:pt>
                <c:pt idx="664">
                  <c:v>16:34</c:v>
                </c:pt>
                <c:pt idx="665">
                  <c:v>16:35</c:v>
                </c:pt>
                <c:pt idx="666">
                  <c:v>16:36</c:v>
                </c:pt>
                <c:pt idx="667">
                  <c:v>16:37</c:v>
                </c:pt>
                <c:pt idx="668">
                  <c:v>16:38</c:v>
                </c:pt>
                <c:pt idx="669">
                  <c:v>16:39</c:v>
                </c:pt>
                <c:pt idx="670">
                  <c:v>16:40</c:v>
                </c:pt>
                <c:pt idx="671">
                  <c:v>16:41</c:v>
                </c:pt>
                <c:pt idx="672">
                  <c:v>16:42</c:v>
                </c:pt>
                <c:pt idx="673">
                  <c:v>16:43</c:v>
                </c:pt>
                <c:pt idx="674">
                  <c:v>16:44</c:v>
                </c:pt>
                <c:pt idx="675">
                  <c:v>16:45</c:v>
                </c:pt>
                <c:pt idx="676">
                  <c:v>16:46</c:v>
                </c:pt>
                <c:pt idx="677">
                  <c:v>16:47</c:v>
                </c:pt>
                <c:pt idx="678">
                  <c:v>16:48</c:v>
                </c:pt>
                <c:pt idx="679">
                  <c:v>16:49</c:v>
                </c:pt>
                <c:pt idx="680">
                  <c:v>16:50</c:v>
                </c:pt>
                <c:pt idx="681">
                  <c:v>16:51</c:v>
                </c:pt>
                <c:pt idx="682">
                  <c:v>16:52</c:v>
                </c:pt>
                <c:pt idx="683">
                  <c:v>16:53</c:v>
                </c:pt>
                <c:pt idx="684">
                  <c:v>16:54</c:v>
                </c:pt>
                <c:pt idx="685">
                  <c:v>16:55</c:v>
                </c:pt>
                <c:pt idx="686">
                  <c:v>16:56</c:v>
                </c:pt>
                <c:pt idx="687">
                  <c:v>16:57</c:v>
                </c:pt>
                <c:pt idx="688">
                  <c:v>16:58</c:v>
                </c:pt>
                <c:pt idx="689">
                  <c:v>16:59</c:v>
                </c:pt>
                <c:pt idx="690">
                  <c:v>17:00</c:v>
                </c:pt>
                <c:pt idx="691">
                  <c:v>17:01</c:v>
                </c:pt>
                <c:pt idx="692">
                  <c:v>17:02</c:v>
                </c:pt>
                <c:pt idx="693">
                  <c:v>17:03</c:v>
                </c:pt>
                <c:pt idx="694">
                  <c:v>17:04</c:v>
                </c:pt>
                <c:pt idx="695">
                  <c:v>17:05</c:v>
                </c:pt>
                <c:pt idx="696">
                  <c:v>17:06</c:v>
                </c:pt>
                <c:pt idx="697">
                  <c:v>17:07</c:v>
                </c:pt>
                <c:pt idx="698">
                  <c:v>17:08</c:v>
                </c:pt>
                <c:pt idx="699">
                  <c:v>17:09</c:v>
                </c:pt>
                <c:pt idx="700">
                  <c:v>17:10</c:v>
                </c:pt>
                <c:pt idx="701">
                  <c:v>17:11</c:v>
                </c:pt>
                <c:pt idx="702">
                  <c:v>17:12</c:v>
                </c:pt>
                <c:pt idx="703">
                  <c:v>17:13</c:v>
                </c:pt>
                <c:pt idx="704">
                  <c:v>17:14</c:v>
                </c:pt>
                <c:pt idx="705">
                  <c:v>17:15</c:v>
                </c:pt>
                <c:pt idx="706">
                  <c:v>17:16</c:v>
                </c:pt>
                <c:pt idx="707">
                  <c:v>17:17</c:v>
                </c:pt>
                <c:pt idx="708">
                  <c:v>17:18</c:v>
                </c:pt>
                <c:pt idx="709">
                  <c:v>17:19</c:v>
                </c:pt>
                <c:pt idx="710">
                  <c:v>17:20</c:v>
                </c:pt>
                <c:pt idx="711">
                  <c:v>17:21</c:v>
                </c:pt>
                <c:pt idx="712">
                  <c:v>17:22</c:v>
                </c:pt>
                <c:pt idx="713">
                  <c:v>17:23</c:v>
                </c:pt>
                <c:pt idx="714">
                  <c:v>17:24</c:v>
                </c:pt>
                <c:pt idx="715">
                  <c:v>17:25</c:v>
                </c:pt>
                <c:pt idx="716">
                  <c:v>17:26</c:v>
                </c:pt>
                <c:pt idx="717">
                  <c:v>17:27</c:v>
                </c:pt>
                <c:pt idx="718">
                  <c:v>17:28</c:v>
                </c:pt>
                <c:pt idx="719">
                  <c:v>17:29</c:v>
                </c:pt>
                <c:pt idx="720">
                  <c:v>17:30</c:v>
                </c:pt>
                <c:pt idx="721">
                  <c:v>17:31</c:v>
                </c:pt>
                <c:pt idx="722">
                  <c:v>17:32</c:v>
                </c:pt>
                <c:pt idx="723">
                  <c:v>17:33</c:v>
                </c:pt>
                <c:pt idx="724">
                  <c:v>17:34</c:v>
                </c:pt>
                <c:pt idx="725">
                  <c:v>17:35</c:v>
                </c:pt>
                <c:pt idx="726">
                  <c:v>17:36</c:v>
                </c:pt>
                <c:pt idx="727">
                  <c:v>17:37</c:v>
                </c:pt>
                <c:pt idx="728">
                  <c:v>17:38</c:v>
                </c:pt>
                <c:pt idx="729">
                  <c:v>17:39</c:v>
                </c:pt>
                <c:pt idx="730">
                  <c:v>17:40</c:v>
                </c:pt>
                <c:pt idx="731">
                  <c:v>17:41</c:v>
                </c:pt>
                <c:pt idx="732">
                  <c:v>17:42</c:v>
                </c:pt>
                <c:pt idx="733">
                  <c:v>17:43</c:v>
                </c:pt>
                <c:pt idx="734">
                  <c:v>17:44</c:v>
                </c:pt>
                <c:pt idx="735">
                  <c:v>17:45</c:v>
                </c:pt>
                <c:pt idx="736">
                  <c:v>17:46</c:v>
                </c:pt>
                <c:pt idx="737">
                  <c:v>17:47</c:v>
                </c:pt>
                <c:pt idx="738">
                  <c:v>17:48</c:v>
                </c:pt>
                <c:pt idx="739">
                  <c:v>17:49</c:v>
                </c:pt>
                <c:pt idx="740">
                  <c:v>17:50</c:v>
                </c:pt>
                <c:pt idx="741">
                  <c:v>17:51</c:v>
                </c:pt>
                <c:pt idx="742">
                  <c:v>17:52</c:v>
                </c:pt>
                <c:pt idx="743">
                  <c:v>17:53</c:v>
                </c:pt>
                <c:pt idx="744">
                  <c:v>17:54</c:v>
                </c:pt>
                <c:pt idx="745">
                  <c:v>17:55</c:v>
                </c:pt>
                <c:pt idx="746">
                  <c:v>17:56</c:v>
                </c:pt>
                <c:pt idx="747">
                  <c:v>17:57</c:v>
                </c:pt>
                <c:pt idx="748">
                  <c:v>17:58</c:v>
                </c:pt>
                <c:pt idx="749">
                  <c:v>17:59</c:v>
                </c:pt>
                <c:pt idx="750">
                  <c:v>18:00</c:v>
                </c:pt>
                <c:pt idx="751">
                  <c:v>18:01</c:v>
                </c:pt>
                <c:pt idx="752">
                  <c:v>18:02</c:v>
                </c:pt>
                <c:pt idx="753">
                  <c:v>18:03</c:v>
                </c:pt>
                <c:pt idx="754">
                  <c:v>18:04</c:v>
                </c:pt>
                <c:pt idx="755">
                  <c:v>18:05</c:v>
                </c:pt>
                <c:pt idx="756">
                  <c:v>18:06</c:v>
                </c:pt>
                <c:pt idx="757">
                  <c:v>18:07</c:v>
                </c:pt>
                <c:pt idx="758">
                  <c:v>18:08</c:v>
                </c:pt>
                <c:pt idx="759">
                  <c:v>18:09</c:v>
                </c:pt>
                <c:pt idx="760">
                  <c:v>18:10</c:v>
                </c:pt>
                <c:pt idx="761">
                  <c:v>18:11</c:v>
                </c:pt>
                <c:pt idx="762">
                  <c:v>18:12</c:v>
                </c:pt>
                <c:pt idx="763">
                  <c:v>18:13</c:v>
                </c:pt>
                <c:pt idx="764">
                  <c:v>18:14</c:v>
                </c:pt>
                <c:pt idx="765">
                  <c:v>18:15</c:v>
                </c:pt>
                <c:pt idx="766">
                  <c:v>18:16</c:v>
                </c:pt>
                <c:pt idx="767">
                  <c:v>18:17</c:v>
                </c:pt>
                <c:pt idx="768">
                  <c:v>18:18</c:v>
                </c:pt>
                <c:pt idx="769">
                  <c:v>18:19</c:v>
                </c:pt>
                <c:pt idx="770">
                  <c:v>18:20</c:v>
                </c:pt>
                <c:pt idx="771">
                  <c:v>18:21</c:v>
                </c:pt>
                <c:pt idx="772">
                  <c:v>18:22</c:v>
                </c:pt>
                <c:pt idx="773">
                  <c:v>18:23</c:v>
                </c:pt>
                <c:pt idx="774">
                  <c:v>18:24</c:v>
                </c:pt>
                <c:pt idx="775">
                  <c:v>18:25</c:v>
                </c:pt>
                <c:pt idx="776">
                  <c:v>18:26</c:v>
                </c:pt>
                <c:pt idx="777">
                  <c:v>18:27</c:v>
                </c:pt>
                <c:pt idx="778">
                  <c:v>18:28</c:v>
                </c:pt>
                <c:pt idx="779">
                  <c:v>18:29</c:v>
                </c:pt>
                <c:pt idx="780">
                  <c:v>18:30</c:v>
                </c:pt>
                <c:pt idx="781">
                  <c:v>18:31</c:v>
                </c:pt>
                <c:pt idx="782">
                  <c:v>18:32</c:v>
                </c:pt>
                <c:pt idx="783">
                  <c:v>18:33</c:v>
                </c:pt>
                <c:pt idx="784">
                  <c:v>18:34</c:v>
                </c:pt>
                <c:pt idx="785">
                  <c:v>18:35</c:v>
                </c:pt>
                <c:pt idx="786">
                  <c:v>18:36</c:v>
                </c:pt>
                <c:pt idx="787">
                  <c:v>18:37</c:v>
                </c:pt>
                <c:pt idx="788">
                  <c:v>18:38</c:v>
                </c:pt>
                <c:pt idx="789">
                  <c:v>18:39</c:v>
                </c:pt>
                <c:pt idx="790">
                  <c:v>18:40</c:v>
                </c:pt>
                <c:pt idx="791">
                  <c:v>18:41</c:v>
                </c:pt>
                <c:pt idx="792">
                  <c:v>18:42</c:v>
                </c:pt>
                <c:pt idx="793">
                  <c:v>18:43</c:v>
                </c:pt>
                <c:pt idx="794">
                  <c:v>18:44</c:v>
                </c:pt>
                <c:pt idx="795">
                  <c:v>18:45</c:v>
                </c:pt>
                <c:pt idx="796">
                  <c:v>18:46</c:v>
                </c:pt>
                <c:pt idx="797">
                  <c:v>18:47</c:v>
                </c:pt>
                <c:pt idx="798">
                  <c:v>18:48</c:v>
                </c:pt>
                <c:pt idx="799">
                  <c:v>18:49</c:v>
                </c:pt>
                <c:pt idx="800">
                  <c:v>18:50</c:v>
                </c:pt>
                <c:pt idx="801">
                  <c:v>18:51</c:v>
                </c:pt>
                <c:pt idx="802">
                  <c:v>18:52</c:v>
                </c:pt>
                <c:pt idx="803">
                  <c:v>18:53</c:v>
                </c:pt>
                <c:pt idx="804">
                  <c:v>18:54</c:v>
                </c:pt>
                <c:pt idx="805">
                  <c:v>18:55</c:v>
                </c:pt>
                <c:pt idx="806">
                  <c:v>18:56</c:v>
                </c:pt>
                <c:pt idx="807">
                  <c:v>18:57</c:v>
                </c:pt>
                <c:pt idx="808">
                  <c:v>18:58</c:v>
                </c:pt>
                <c:pt idx="809">
                  <c:v>18:59</c:v>
                </c:pt>
                <c:pt idx="810">
                  <c:v>19:00</c:v>
                </c:pt>
                <c:pt idx="811">
                  <c:v>19:01</c:v>
                </c:pt>
                <c:pt idx="812">
                  <c:v>19:02</c:v>
                </c:pt>
                <c:pt idx="813">
                  <c:v>19:03</c:v>
                </c:pt>
                <c:pt idx="814">
                  <c:v>19:04</c:v>
                </c:pt>
                <c:pt idx="815">
                  <c:v>19:05</c:v>
                </c:pt>
                <c:pt idx="816">
                  <c:v>19:06</c:v>
                </c:pt>
                <c:pt idx="817">
                  <c:v>19:07</c:v>
                </c:pt>
                <c:pt idx="818">
                  <c:v>19:08</c:v>
                </c:pt>
                <c:pt idx="819">
                  <c:v>19:09</c:v>
                </c:pt>
                <c:pt idx="820">
                  <c:v>19:10</c:v>
                </c:pt>
                <c:pt idx="821">
                  <c:v>19:11</c:v>
                </c:pt>
                <c:pt idx="822">
                  <c:v>19:12</c:v>
                </c:pt>
                <c:pt idx="823">
                  <c:v>19:13</c:v>
                </c:pt>
                <c:pt idx="824">
                  <c:v>19:14</c:v>
                </c:pt>
                <c:pt idx="825">
                  <c:v>19:15</c:v>
                </c:pt>
                <c:pt idx="826">
                  <c:v>19:16</c:v>
                </c:pt>
                <c:pt idx="827">
                  <c:v>19:17</c:v>
                </c:pt>
                <c:pt idx="828">
                  <c:v>19:18</c:v>
                </c:pt>
                <c:pt idx="829">
                  <c:v>19:19</c:v>
                </c:pt>
                <c:pt idx="830">
                  <c:v>19:20</c:v>
                </c:pt>
                <c:pt idx="831">
                  <c:v>19:21</c:v>
                </c:pt>
                <c:pt idx="832">
                  <c:v>19:22</c:v>
                </c:pt>
                <c:pt idx="833">
                  <c:v>19:23</c:v>
                </c:pt>
                <c:pt idx="834">
                  <c:v>19:24</c:v>
                </c:pt>
                <c:pt idx="835">
                  <c:v>19:25</c:v>
                </c:pt>
                <c:pt idx="836">
                  <c:v>19:26</c:v>
                </c:pt>
                <c:pt idx="837">
                  <c:v>19:27</c:v>
                </c:pt>
                <c:pt idx="838">
                  <c:v>19:28</c:v>
                </c:pt>
                <c:pt idx="839">
                  <c:v>19:29</c:v>
                </c:pt>
                <c:pt idx="840">
                  <c:v>19:30</c:v>
                </c:pt>
                <c:pt idx="841">
                  <c:v>19:31</c:v>
                </c:pt>
                <c:pt idx="842">
                  <c:v>19:32</c:v>
                </c:pt>
                <c:pt idx="843">
                  <c:v>19:33</c:v>
                </c:pt>
                <c:pt idx="844">
                  <c:v>19:34</c:v>
                </c:pt>
                <c:pt idx="845">
                  <c:v>19:35</c:v>
                </c:pt>
                <c:pt idx="846">
                  <c:v>19:36</c:v>
                </c:pt>
                <c:pt idx="847">
                  <c:v>19:37</c:v>
                </c:pt>
                <c:pt idx="848">
                  <c:v>19:38</c:v>
                </c:pt>
                <c:pt idx="849">
                  <c:v>19:39</c:v>
                </c:pt>
                <c:pt idx="850">
                  <c:v>19:40</c:v>
                </c:pt>
                <c:pt idx="851">
                  <c:v>19:41</c:v>
                </c:pt>
                <c:pt idx="852">
                  <c:v>19:42</c:v>
                </c:pt>
                <c:pt idx="853">
                  <c:v>19:43</c:v>
                </c:pt>
                <c:pt idx="854">
                  <c:v>19:44</c:v>
                </c:pt>
                <c:pt idx="855">
                  <c:v>19:45</c:v>
                </c:pt>
                <c:pt idx="856">
                  <c:v>19:46</c:v>
                </c:pt>
                <c:pt idx="857">
                  <c:v>19:47</c:v>
                </c:pt>
                <c:pt idx="858">
                  <c:v>19:48</c:v>
                </c:pt>
                <c:pt idx="859">
                  <c:v>19:49</c:v>
                </c:pt>
                <c:pt idx="860">
                  <c:v>19:50</c:v>
                </c:pt>
                <c:pt idx="861">
                  <c:v>19:51</c:v>
                </c:pt>
                <c:pt idx="862">
                  <c:v>19:52</c:v>
                </c:pt>
                <c:pt idx="863">
                  <c:v>19:53</c:v>
                </c:pt>
                <c:pt idx="864">
                  <c:v>19:54</c:v>
                </c:pt>
                <c:pt idx="865">
                  <c:v>19:55</c:v>
                </c:pt>
                <c:pt idx="866">
                  <c:v>19:56</c:v>
                </c:pt>
                <c:pt idx="867">
                  <c:v>19:57</c:v>
                </c:pt>
                <c:pt idx="868">
                  <c:v>19:58</c:v>
                </c:pt>
                <c:pt idx="869">
                  <c:v>19:59</c:v>
                </c:pt>
                <c:pt idx="870">
                  <c:v>20:00</c:v>
                </c:pt>
                <c:pt idx="871">
                  <c:v>20:01</c:v>
                </c:pt>
                <c:pt idx="872">
                  <c:v>20:02</c:v>
                </c:pt>
                <c:pt idx="873">
                  <c:v>20:03</c:v>
                </c:pt>
                <c:pt idx="874">
                  <c:v>20:04</c:v>
                </c:pt>
                <c:pt idx="875">
                  <c:v>20:05</c:v>
                </c:pt>
                <c:pt idx="876">
                  <c:v>20:06</c:v>
                </c:pt>
                <c:pt idx="877">
                  <c:v>20:07</c:v>
                </c:pt>
                <c:pt idx="878">
                  <c:v>20:08</c:v>
                </c:pt>
                <c:pt idx="879">
                  <c:v>20:09</c:v>
                </c:pt>
                <c:pt idx="880">
                  <c:v>20:10</c:v>
                </c:pt>
                <c:pt idx="881">
                  <c:v>20:11</c:v>
                </c:pt>
                <c:pt idx="882">
                  <c:v>20:12</c:v>
                </c:pt>
                <c:pt idx="883">
                  <c:v>20:13</c:v>
                </c:pt>
                <c:pt idx="884">
                  <c:v>20:14</c:v>
                </c:pt>
                <c:pt idx="885">
                  <c:v>20:15</c:v>
                </c:pt>
                <c:pt idx="886">
                  <c:v>20:16</c:v>
                </c:pt>
                <c:pt idx="887">
                  <c:v>20:17</c:v>
                </c:pt>
                <c:pt idx="888">
                  <c:v>20:18</c:v>
                </c:pt>
                <c:pt idx="889">
                  <c:v>20:19</c:v>
                </c:pt>
                <c:pt idx="890">
                  <c:v>20:20</c:v>
                </c:pt>
                <c:pt idx="891">
                  <c:v>20:21</c:v>
                </c:pt>
                <c:pt idx="892">
                  <c:v>20:22</c:v>
                </c:pt>
                <c:pt idx="893">
                  <c:v>20:23</c:v>
                </c:pt>
                <c:pt idx="894">
                  <c:v>20:24</c:v>
                </c:pt>
                <c:pt idx="895">
                  <c:v>20:25</c:v>
                </c:pt>
                <c:pt idx="896">
                  <c:v>20:26</c:v>
                </c:pt>
                <c:pt idx="897">
                  <c:v>20:27</c:v>
                </c:pt>
                <c:pt idx="898">
                  <c:v>20:28</c:v>
                </c:pt>
                <c:pt idx="899">
                  <c:v>20:29</c:v>
                </c:pt>
                <c:pt idx="900">
                  <c:v>20:30</c:v>
                </c:pt>
                <c:pt idx="901">
                  <c:v>20:31</c:v>
                </c:pt>
                <c:pt idx="902">
                  <c:v>20:32</c:v>
                </c:pt>
                <c:pt idx="903">
                  <c:v>20:33</c:v>
                </c:pt>
                <c:pt idx="904">
                  <c:v>20:34</c:v>
                </c:pt>
                <c:pt idx="905">
                  <c:v>20:35</c:v>
                </c:pt>
                <c:pt idx="906">
                  <c:v>20:36</c:v>
                </c:pt>
                <c:pt idx="907">
                  <c:v>20:37</c:v>
                </c:pt>
                <c:pt idx="908">
                  <c:v>20:38</c:v>
                </c:pt>
                <c:pt idx="909">
                  <c:v>20:39</c:v>
                </c:pt>
                <c:pt idx="910">
                  <c:v>20:40</c:v>
                </c:pt>
                <c:pt idx="911">
                  <c:v>20:41</c:v>
                </c:pt>
                <c:pt idx="912">
                  <c:v>20:42</c:v>
                </c:pt>
                <c:pt idx="913">
                  <c:v>20:43</c:v>
                </c:pt>
                <c:pt idx="914">
                  <c:v>20:44</c:v>
                </c:pt>
                <c:pt idx="915">
                  <c:v>20:45</c:v>
                </c:pt>
                <c:pt idx="916">
                  <c:v>20:46</c:v>
                </c:pt>
                <c:pt idx="917">
                  <c:v>20:47</c:v>
                </c:pt>
                <c:pt idx="918">
                  <c:v>20:48</c:v>
                </c:pt>
                <c:pt idx="919">
                  <c:v>20:49</c:v>
                </c:pt>
                <c:pt idx="920">
                  <c:v>20:50</c:v>
                </c:pt>
                <c:pt idx="921">
                  <c:v>20:51</c:v>
                </c:pt>
                <c:pt idx="922">
                  <c:v>20:52</c:v>
                </c:pt>
                <c:pt idx="923">
                  <c:v>20:53</c:v>
                </c:pt>
                <c:pt idx="924">
                  <c:v>20:54</c:v>
                </c:pt>
                <c:pt idx="925">
                  <c:v>20:55</c:v>
                </c:pt>
                <c:pt idx="926">
                  <c:v>20:56</c:v>
                </c:pt>
                <c:pt idx="927">
                  <c:v>20:57</c:v>
                </c:pt>
                <c:pt idx="928">
                  <c:v>20:58</c:v>
                </c:pt>
                <c:pt idx="929">
                  <c:v>20:59</c:v>
                </c:pt>
                <c:pt idx="930">
                  <c:v>21:00</c:v>
                </c:pt>
                <c:pt idx="931">
                  <c:v>21:01</c:v>
                </c:pt>
                <c:pt idx="932">
                  <c:v>21:02</c:v>
                </c:pt>
                <c:pt idx="933">
                  <c:v>21:03</c:v>
                </c:pt>
                <c:pt idx="934">
                  <c:v>21:04</c:v>
                </c:pt>
                <c:pt idx="935">
                  <c:v>21:05</c:v>
                </c:pt>
                <c:pt idx="936">
                  <c:v>21:06</c:v>
                </c:pt>
                <c:pt idx="937">
                  <c:v>21:07</c:v>
                </c:pt>
                <c:pt idx="938">
                  <c:v>21:08</c:v>
                </c:pt>
                <c:pt idx="939">
                  <c:v>21:09</c:v>
                </c:pt>
                <c:pt idx="940">
                  <c:v>21:10</c:v>
                </c:pt>
                <c:pt idx="941">
                  <c:v>21:11</c:v>
                </c:pt>
                <c:pt idx="942">
                  <c:v>21:12</c:v>
                </c:pt>
                <c:pt idx="943">
                  <c:v>21:13</c:v>
                </c:pt>
                <c:pt idx="944">
                  <c:v>21:14</c:v>
                </c:pt>
                <c:pt idx="945">
                  <c:v>21:15</c:v>
                </c:pt>
                <c:pt idx="946">
                  <c:v>21:16</c:v>
                </c:pt>
                <c:pt idx="947">
                  <c:v>21:17</c:v>
                </c:pt>
                <c:pt idx="948">
                  <c:v>21:18</c:v>
                </c:pt>
                <c:pt idx="949">
                  <c:v>21:19</c:v>
                </c:pt>
                <c:pt idx="950">
                  <c:v>21:20</c:v>
                </c:pt>
                <c:pt idx="951">
                  <c:v>21:21</c:v>
                </c:pt>
                <c:pt idx="952">
                  <c:v>21:22</c:v>
                </c:pt>
                <c:pt idx="953">
                  <c:v>21:23</c:v>
                </c:pt>
                <c:pt idx="954">
                  <c:v>21:24</c:v>
                </c:pt>
                <c:pt idx="955">
                  <c:v>21:25</c:v>
                </c:pt>
                <c:pt idx="956">
                  <c:v>21:26</c:v>
                </c:pt>
                <c:pt idx="957">
                  <c:v>21:27</c:v>
                </c:pt>
                <c:pt idx="958">
                  <c:v>21:28</c:v>
                </c:pt>
                <c:pt idx="959">
                  <c:v>21:29</c:v>
                </c:pt>
                <c:pt idx="960">
                  <c:v>21:30</c:v>
                </c:pt>
                <c:pt idx="961">
                  <c:v>21:31</c:v>
                </c:pt>
                <c:pt idx="962">
                  <c:v>21:32</c:v>
                </c:pt>
                <c:pt idx="963">
                  <c:v>21:33</c:v>
                </c:pt>
                <c:pt idx="964">
                  <c:v>21:34</c:v>
                </c:pt>
                <c:pt idx="965">
                  <c:v>21:35</c:v>
                </c:pt>
                <c:pt idx="966">
                  <c:v>21:36</c:v>
                </c:pt>
                <c:pt idx="967">
                  <c:v>21:37</c:v>
                </c:pt>
                <c:pt idx="968">
                  <c:v>21:38</c:v>
                </c:pt>
                <c:pt idx="969">
                  <c:v>21:39</c:v>
                </c:pt>
                <c:pt idx="970">
                  <c:v>21:40</c:v>
                </c:pt>
                <c:pt idx="971">
                  <c:v>21:41</c:v>
                </c:pt>
                <c:pt idx="972">
                  <c:v>21:42</c:v>
                </c:pt>
                <c:pt idx="973">
                  <c:v>21:43</c:v>
                </c:pt>
                <c:pt idx="974">
                  <c:v>21:44</c:v>
                </c:pt>
                <c:pt idx="975">
                  <c:v>21:45</c:v>
                </c:pt>
                <c:pt idx="976">
                  <c:v>21:46</c:v>
                </c:pt>
                <c:pt idx="977">
                  <c:v>21:47</c:v>
                </c:pt>
                <c:pt idx="978">
                  <c:v>21:48</c:v>
                </c:pt>
                <c:pt idx="979">
                  <c:v>21:49</c:v>
                </c:pt>
                <c:pt idx="980">
                  <c:v>21:50</c:v>
                </c:pt>
                <c:pt idx="981">
                  <c:v>21:51</c:v>
                </c:pt>
                <c:pt idx="982">
                  <c:v>21:52</c:v>
                </c:pt>
                <c:pt idx="983">
                  <c:v>21:53</c:v>
                </c:pt>
                <c:pt idx="984">
                  <c:v>21:54</c:v>
                </c:pt>
                <c:pt idx="985">
                  <c:v>21:55</c:v>
                </c:pt>
                <c:pt idx="986">
                  <c:v>21:56</c:v>
                </c:pt>
                <c:pt idx="987">
                  <c:v>21:57</c:v>
                </c:pt>
                <c:pt idx="988">
                  <c:v>21:58</c:v>
                </c:pt>
                <c:pt idx="989">
                  <c:v>21:59</c:v>
                </c:pt>
                <c:pt idx="990">
                  <c:v>22:00</c:v>
                </c:pt>
                <c:pt idx="991">
                  <c:v>22:01</c:v>
                </c:pt>
                <c:pt idx="992">
                  <c:v>22:02</c:v>
                </c:pt>
                <c:pt idx="993">
                  <c:v>22:03</c:v>
                </c:pt>
                <c:pt idx="994">
                  <c:v>22:04</c:v>
                </c:pt>
                <c:pt idx="995">
                  <c:v>22:05</c:v>
                </c:pt>
                <c:pt idx="996">
                  <c:v>22:06</c:v>
                </c:pt>
                <c:pt idx="997">
                  <c:v>22:07</c:v>
                </c:pt>
                <c:pt idx="998">
                  <c:v>22:08</c:v>
                </c:pt>
                <c:pt idx="999">
                  <c:v>22:09</c:v>
                </c:pt>
                <c:pt idx="1000">
                  <c:v>22:10</c:v>
                </c:pt>
                <c:pt idx="1001">
                  <c:v>22:11</c:v>
                </c:pt>
                <c:pt idx="1002">
                  <c:v>22:12</c:v>
                </c:pt>
                <c:pt idx="1003">
                  <c:v>22:13</c:v>
                </c:pt>
                <c:pt idx="1004">
                  <c:v>22:14</c:v>
                </c:pt>
                <c:pt idx="1005">
                  <c:v>22:15</c:v>
                </c:pt>
                <c:pt idx="1006">
                  <c:v>22:16</c:v>
                </c:pt>
                <c:pt idx="1007">
                  <c:v>22:17</c:v>
                </c:pt>
                <c:pt idx="1008">
                  <c:v>22:18</c:v>
                </c:pt>
                <c:pt idx="1009">
                  <c:v>22:19</c:v>
                </c:pt>
                <c:pt idx="1010">
                  <c:v>22:20</c:v>
                </c:pt>
                <c:pt idx="1011">
                  <c:v>22:21</c:v>
                </c:pt>
                <c:pt idx="1012">
                  <c:v>22:22</c:v>
                </c:pt>
                <c:pt idx="1013">
                  <c:v>22:23</c:v>
                </c:pt>
                <c:pt idx="1014">
                  <c:v>22:24</c:v>
                </c:pt>
                <c:pt idx="1015">
                  <c:v>22:25</c:v>
                </c:pt>
                <c:pt idx="1016">
                  <c:v>22:26</c:v>
                </c:pt>
                <c:pt idx="1017">
                  <c:v>22:27</c:v>
                </c:pt>
                <c:pt idx="1018">
                  <c:v>22:28</c:v>
                </c:pt>
                <c:pt idx="1019">
                  <c:v>22:29</c:v>
                </c:pt>
                <c:pt idx="1020">
                  <c:v>22:30</c:v>
                </c:pt>
                <c:pt idx="1021">
                  <c:v>22:31</c:v>
                </c:pt>
                <c:pt idx="1022">
                  <c:v>22:32</c:v>
                </c:pt>
                <c:pt idx="1023">
                  <c:v>22:33</c:v>
                </c:pt>
                <c:pt idx="1024">
                  <c:v>22:34</c:v>
                </c:pt>
                <c:pt idx="1025">
                  <c:v>22:35</c:v>
                </c:pt>
                <c:pt idx="1026">
                  <c:v>22:36</c:v>
                </c:pt>
                <c:pt idx="1027">
                  <c:v>22:37</c:v>
                </c:pt>
                <c:pt idx="1028">
                  <c:v>22:38</c:v>
                </c:pt>
                <c:pt idx="1029">
                  <c:v>22:39</c:v>
                </c:pt>
                <c:pt idx="1030">
                  <c:v>22:40</c:v>
                </c:pt>
                <c:pt idx="1031">
                  <c:v>22:41</c:v>
                </c:pt>
                <c:pt idx="1032">
                  <c:v>22:42</c:v>
                </c:pt>
                <c:pt idx="1033">
                  <c:v>22:43</c:v>
                </c:pt>
                <c:pt idx="1034">
                  <c:v>22:44</c:v>
                </c:pt>
                <c:pt idx="1035">
                  <c:v>22:45</c:v>
                </c:pt>
                <c:pt idx="1036">
                  <c:v>22:46</c:v>
                </c:pt>
                <c:pt idx="1037">
                  <c:v>22:47</c:v>
                </c:pt>
                <c:pt idx="1038">
                  <c:v>22:48</c:v>
                </c:pt>
                <c:pt idx="1039">
                  <c:v>22:49</c:v>
                </c:pt>
                <c:pt idx="1040">
                  <c:v>22:50</c:v>
                </c:pt>
                <c:pt idx="1041">
                  <c:v>22:51</c:v>
                </c:pt>
                <c:pt idx="1042">
                  <c:v>22:52</c:v>
                </c:pt>
                <c:pt idx="1043">
                  <c:v>22:53</c:v>
                </c:pt>
                <c:pt idx="1044">
                  <c:v>22:54</c:v>
                </c:pt>
                <c:pt idx="1045">
                  <c:v>22:55</c:v>
                </c:pt>
                <c:pt idx="1046">
                  <c:v>22:56</c:v>
                </c:pt>
                <c:pt idx="1047">
                  <c:v>22:57</c:v>
                </c:pt>
                <c:pt idx="1048">
                  <c:v>22:58</c:v>
                </c:pt>
                <c:pt idx="1049">
                  <c:v>22:59</c:v>
                </c:pt>
                <c:pt idx="1050">
                  <c:v>23:00</c:v>
                </c:pt>
                <c:pt idx="1051">
                  <c:v>23:01</c:v>
                </c:pt>
                <c:pt idx="1052">
                  <c:v>23:02</c:v>
                </c:pt>
                <c:pt idx="1053">
                  <c:v>23:03</c:v>
                </c:pt>
                <c:pt idx="1054">
                  <c:v>23:04</c:v>
                </c:pt>
                <c:pt idx="1055">
                  <c:v>23:05</c:v>
                </c:pt>
                <c:pt idx="1056">
                  <c:v>23:06</c:v>
                </c:pt>
                <c:pt idx="1057">
                  <c:v>23:07</c:v>
                </c:pt>
                <c:pt idx="1058">
                  <c:v>23:08</c:v>
                </c:pt>
                <c:pt idx="1059">
                  <c:v>23:09</c:v>
                </c:pt>
                <c:pt idx="1060">
                  <c:v>23:10</c:v>
                </c:pt>
                <c:pt idx="1061">
                  <c:v>23:11</c:v>
                </c:pt>
                <c:pt idx="1062">
                  <c:v>23:12</c:v>
                </c:pt>
                <c:pt idx="1063">
                  <c:v>23:13</c:v>
                </c:pt>
                <c:pt idx="1064">
                  <c:v>23:14</c:v>
                </c:pt>
                <c:pt idx="1065">
                  <c:v>23:15</c:v>
                </c:pt>
                <c:pt idx="1066">
                  <c:v>23:16</c:v>
                </c:pt>
                <c:pt idx="1067">
                  <c:v>23:17</c:v>
                </c:pt>
                <c:pt idx="1068">
                  <c:v>23:18</c:v>
                </c:pt>
                <c:pt idx="1069">
                  <c:v>23:19</c:v>
                </c:pt>
                <c:pt idx="1070">
                  <c:v>23:20</c:v>
                </c:pt>
                <c:pt idx="1071">
                  <c:v>23:21</c:v>
                </c:pt>
                <c:pt idx="1072">
                  <c:v>23:22</c:v>
                </c:pt>
                <c:pt idx="1073">
                  <c:v>23:23</c:v>
                </c:pt>
                <c:pt idx="1074">
                  <c:v>23:24</c:v>
                </c:pt>
                <c:pt idx="1075">
                  <c:v>23:25</c:v>
                </c:pt>
                <c:pt idx="1076">
                  <c:v>23:26</c:v>
                </c:pt>
                <c:pt idx="1077">
                  <c:v>23:27</c:v>
                </c:pt>
                <c:pt idx="1078">
                  <c:v>23:28</c:v>
                </c:pt>
                <c:pt idx="1079">
                  <c:v>23:29</c:v>
                </c:pt>
                <c:pt idx="1080">
                  <c:v>23:30</c:v>
                </c:pt>
                <c:pt idx="1081">
                  <c:v>23:31</c:v>
                </c:pt>
                <c:pt idx="1082">
                  <c:v>23:32</c:v>
                </c:pt>
                <c:pt idx="1083">
                  <c:v>23:33</c:v>
                </c:pt>
                <c:pt idx="1084">
                  <c:v>23:34</c:v>
                </c:pt>
                <c:pt idx="1085">
                  <c:v>23:35</c:v>
                </c:pt>
                <c:pt idx="1086">
                  <c:v>23:36</c:v>
                </c:pt>
                <c:pt idx="1087">
                  <c:v>23:37</c:v>
                </c:pt>
                <c:pt idx="1088">
                  <c:v>23:38</c:v>
                </c:pt>
                <c:pt idx="1089">
                  <c:v>23:39</c:v>
                </c:pt>
                <c:pt idx="1090">
                  <c:v>23:40</c:v>
                </c:pt>
                <c:pt idx="1091">
                  <c:v>23:41</c:v>
                </c:pt>
                <c:pt idx="1092">
                  <c:v>23:42</c:v>
                </c:pt>
                <c:pt idx="1093">
                  <c:v>23:43</c:v>
                </c:pt>
                <c:pt idx="1094">
                  <c:v>23:44</c:v>
                </c:pt>
                <c:pt idx="1095">
                  <c:v>23:45</c:v>
                </c:pt>
                <c:pt idx="1096">
                  <c:v>23:46</c:v>
                </c:pt>
                <c:pt idx="1097">
                  <c:v>23:47</c:v>
                </c:pt>
                <c:pt idx="1098">
                  <c:v>23:48</c:v>
                </c:pt>
                <c:pt idx="1099">
                  <c:v>23:49</c:v>
                </c:pt>
                <c:pt idx="1100">
                  <c:v>23:50</c:v>
                </c:pt>
                <c:pt idx="1101">
                  <c:v>23:51</c:v>
                </c:pt>
                <c:pt idx="1102">
                  <c:v>23:52</c:v>
                </c:pt>
                <c:pt idx="1103">
                  <c:v>23:53</c:v>
                </c:pt>
                <c:pt idx="1104">
                  <c:v>23:54</c:v>
                </c:pt>
                <c:pt idx="1105">
                  <c:v>23:55</c:v>
                </c:pt>
                <c:pt idx="1106">
                  <c:v>23:56</c:v>
                </c:pt>
                <c:pt idx="1107">
                  <c:v>23:57</c:v>
                </c:pt>
                <c:pt idx="1108">
                  <c:v>23:58</c:v>
                </c:pt>
                <c:pt idx="1109">
                  <c:v>23:59</c:v>
                </c:pt>
                <c:pt idx="1110">
                  <c:v>00:00</c:v>
                </c:pt>
                <c:pt idx="1111">
                  <c:v>00:01</c:v>
                </c:pt>
                <c:pt idx="1112">
                  <c:v>00:02</c:v>
                </c:pt>
                <c:pt idx="1113">
                  <c:v>00:03</c:v>
                </c:pt>
                <c:pt idx="1114">
                  <c:v>00:04</c:v>
                </c:pt>
                <c:pt idx="1115">
                  <c:v>00:05</c:v>
                </c:pt>
                <c:pt idx="1116">
                  <c:v>00:06</c:v>
                </c:pt>
                <c:pt idx="1117">
                  <c:v>00:07</c:v>
                </c:pt>
                <c:pt idx="1118">
                  <c:v>00:08</c:v>
                </c:pt>
                <c:pt idx="1119">
                  <c:v>00:09</c:v>
                </c:pt>
                <c:pt idx="1120">
                  <c:v>00:10</c:v>
                </c:pt>
                <c:pt idx="1121">
                  <c:v>00:11</c:v>
                </c:pt>
                <c:pt idx="1122">
                  <c:v>00:12</c:v>
                </c:pt>
                <c:pt idx="1123">
                  <c:v>00:13</c:v>
                </c:pt>
                <c:pt idx="1124">
                  <c:v>00:14</c:v>
                </c:pt>
                <c:pt idx="1125">
                  <c:v>00:15</c:v>
                </c:pt>
                <c:pt idx="1126">
                  <c:v>00:16</c:v>
                </c:pt>
                <c:pt idx="1127">
                  <c:v>00:17</c:v>
                </c:pt>
                <c:pt idx="1128">
                  <c:v>00:18</c:v>
                </c:pt>
                <c:pt idx="1129">
                  <c:v>00:19</c:v>
                </c:pt>
                <c:pt idx="1130">
                  <c:v>00:20</c:v>
                </c:pt>
                <c:pt idx="1131">
                  <c:v>00:21</c:v>
                </c:pt>
                <c:pt idx="1132">
                  <c:v>00:22</c:v>
                </c:pt>
                <c:pt idx="1133">
                  <c:v>00:23</c:v>
                </c:pt>
                <c:pt idx="1134">
                  <c:v>00:24</c:v>
                </c:pt>
                <c:pt idx="1135">
                  <c:v>00:25</c:v>
                </c:pt>
                <c:pt idx="1136">
                  <c:v>00:26</c:v>
                </c:pt>
                <c:pt idx="1137">
                  <c:v>00:27</c:v>
                </c:pt>
                <c:pt idx="1138">
                  <c:v>00:28</c:v>
                </c:pt>
                <c:pt idx="1139">
                  <c:v>00:29</c:v>
                </c:pt>
                <c:pt idx="1140">
                  <c:v>00:30</c:v>
                </c:pt>
                <c:pt idx="1141">
                  <c:v>00:31</c:v>
                </c:pt>
                <c:pt idx="1142">
                  <c:v>00:32</c:v>
                </c:pt>
                <c:pt idx="1143">
                  <c:v>00:33</c:v>
                </c:pt>
                <c:pt idx="1144">
                  <c:v>00:34</c:v>
                </c:pt>
                <c:pt idx="1145">
                  <c:v>00:35</c:v>
                </c:pt>
                <c:pt idx="1146">
                  <c:v>00:36</c:v>
                </c:pt>
                <c:pt idx="1147">
                  <c:v>00:37</c:v>
                </c:pt>
                <c:pt idx="1148">
                  <c:v>00:38</c:v>
                </c:pt>
                <c:pt idx="1149">
                  <c:v>00:39</c:v>
                </c:pt>
                <c:pt idx="1150">
                  <c:v>00:40</c:v>
                </c:pt>
                <c:pt idx="1151">
                  <c:v>00:41</c:v>
                </c:pt>
                <c:pt idx="1152">
                  <c:v>00:42</c:v>
                </c:pt>
                <c:pt idx="1153">
                  <c:v>00:43</c:v>
                </c:pt>
                <c:pt idx="1154">
                  <c:v>00:44</c:v>
                </c:pt>
                <c:pt idx="1155">
                  <c:v>00:45</c:v>
                </c:pt>
                <c:pt idx="1156">
                  <c:v>00:46</c:v>
                </c:pt>
                <c:pt idx="1157">
                  <c:v>00:47</c:v>
                </c:pt>
                <c:pt idx="1158">
                  <c:v>00:48</c:v>
                </c:pt>
                <c:pt idx="1159">
                  <c:v>00:49</c:v>
                </c:pt>
                <c:pt idx="1160">
                  <c:v>00:50</c:v>
                </c:pt>
                <c:pt idx="1161">
                  <c:v>00:51</c:v>
                </c:pt>
                <c:pt idx="1162">
                  <c:v>00:52</c:v>
                </c:pt>
                <c:pt idx="1163">
                  <c:v>00:53</c:v>
                </c:pt>
                <c:pt idx="1164">
                  <c:v>00:54</c:v>
                </c:pt>
                <c:pt idx="1165">
                  <c:v>00:55</c:v>
                </c:pt>
                <c:pt idx="1166">
                  <c:v>00:56</c:v>
                </c:pt>
                <c:pt idx="1167">
                  <c:v>00:57</c:v>
                </c:pt>
                <c:pt idx="1168">
                  <c:v>00:58</c:v>
                </c:pt>
                <c:pt idx="1169">
                  <c:v>00:59</c:v>
                </c:pt>
                <c:pt idx="1170">
                  <c:v>01:00</c:v>
                </c:pt>
                <c:pt idx="1171">
                  <c:v>01:01</c:v>
                </c:pt>
                <c:pt idx="1172">
                  <c:v>01:02</c:v>
                </c:pt>
                <c:pt idx="1173">
                  <c:v>01:03</c:v>
                </c:pt>
                <c:pt idx="1174">
                  <c:v>01:04</c:v>
                </c:pt>
                <c:pt idx="1175">
                  <c:v>01:05</c:v>
                </c:pt>
                <c:pt idx="1176">
                  <c:v>01:06</c:v>
                </c:pt>
                <c:pt idx="1177">
                  <c:v>01:07</c:v>
                </c:pt>
                <c:pt idx="1178">
                  <c:v>01:08</c:v>
                </c:pt>
                <c:pt idx="1179">
                  <c:v>01:09</c:v>
                </c:pt>
                <c:pt idx="1180">
                  <c:v>01:10</c:v>
                </c:pt>
                <c:pt idx="1181">
                  <c:v>01:11</c:v>
                </c:pt>
                <c:pt idx="1182">
                  <c:v>01:12</c:v>
                </c:pt>
                <c:pt idx="1183">
                  <c:v>01:13</c:v>
                </c:pt>
                <c:pt idx="1184">
                  <c:v>01:14</c:v>
                </c:pt>
                <c:pt idx="1185">
                  <c:v>01:15</c:v>
                </c:pt>
                <c:pt idx="1186">
                  <c:v>01:16</c:v>
                </c:pt>
                <c:pt idx="1187">
                  <c:v>01:17</c:v>
                </c:pt>
                <c:pt idx="1188">
                  <c:v>01:18</c:v>
                </c:pt>
                <c:pt idx="1189">
                  <c:v>01:19</c:v>
                </c:pt>
                <c:pt idx="1190">
                  <c:v>01:20</c:v>
                </c:pt>
                <c:pt idx="1191">
                  <c:v>01:21</c:v>
                </c:pt>
                <c:pt idx="1192">
                  <c:v>01:22</c:v>
                </c:pt>
                <c:pt idx="1193">
                  <c:v>01:23</c:v>
                </c:pt>
                <c:pt idx="1194">
                  <c:v>01:24</c:v>
                </c:pt>
                <c:pt idx="1195">
                  <c:v>01:25</c:v>
                </c:pt>
                <c:pt idx="1196">
                  <c:v>01:26</c:v>
                </c:pt>
                <c:pt idx="1197">
                  <c:v>01:27</c:v>
                </c:pt>
                <c:pt idx="1198">
                  <c:v>01:28</c:v>
                </c:pt>
                <c:pt idx="1199">
                  <c:v>01:29</c:v>
                </c:pt>
                <c:pt idx="1200">
                  <c:v>01:30</c:v>
                </c:pt>
                <c:pt idx="1201">
                  <c:v>01:31</c:v>
                </c:pt>
                <c:pt idx="1202">
                  <c:v>01:32</c:v>
                </c:pt>
                <c:pt idx="1203">
                  <c:v>01:33</c:v>
                </c:pt>
                <c:pt idx="1204">
                  <c:v>01:34</c:v>
                </c:pt>
                <c:pt idx="1205">
                  <c:v>01:35</c:v>
                </c:pt>
                <c:pt idx="1206">
                  <c:v>01:36</c:v>
                </c:pt>
                <c:pt idx="1207">
                  <c:v>01:37</c:v>
                </c:pt>
                <c:pt idx="1208">
                  <c:v>01:38</c:v>
                </c:pt>
                <c:pt idx="1209">
                  <c:v>01:39</c:v>
                </c:pt>
                <c:pt idx="1210">
                  <c:v>01:40</c:v>
                </c:pt>
                <c:pt idx="1211">
                  <c:v>01:41</c:v>
                </c:pt>
                <c:pt idx="1212">
                  <c:v>01:42</c:v>
                </c:pt>
                <c:pt idx="1213">
                  <c:v>01:43</c:v>
                </c:pt>
                <c:pt idx="1214">
                  <c:v>01:44</c:v>
                </c:pt>
                <c:pt idx="1215">
                  <c:v>01:45</c:v>
                </c:pt>
                <c:pt idx="1216">
                  <c:v>01:46</c:v>
                </c:pt>
                <c:pt idx="1217">
                  <c:v>01:47</c:v>
                </c:pt>
                <c:pt idx="1218">
                  <c:v>01:48</c:v>
                </c:pt>
                <c:pt idx="1219">
                  <c:v>01:49</c:v>
                </c:pt>
                <c:pt idx="1220">
                  <c:v>01:50</c:v>
                </c:pt>
                <c:pt idx="1221">
                  <c:v>01:51</c:v>
                </c:pt>
                <c:pt idx="1222">
                  <c:v>01:52</c:v>
                </c:pt>
                <c:pt idx="1223">
                  <c:v>01:53</c:v>
                </c:pt>
                <c:pt idx="1224">
                  <c:v>01:54</c:v>
                </c:pt>
                <c:pt idx="1225">
                  <c:v>01:55</c:v>
                </c:pt>
                <c:pt idx="1226">
                  <c:v>01:56</c:v>
                </c:pt>
                <c:pt idx="1227">
                  <c:v>01:57</c:v>
                </c:pt>
                <c:pt idx="1228">
                  <c:v>01:58</c:v>
                </c:pt>
                <c:pt idx="1229">
                  <c:v>01:59</c:v>
                </c:pt>
              </c:strCache>
            </c:strRef>
          </c:cat>
          <c:val>
            <c:numRef>
              <c:f>Sheet1!$C$2:$C$1231</c:f>
              <c:numCache>
                <c:formatCode>General</c:formatCode>
                <c:ptCount val="12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0.98008662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0.52861965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0.40098327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0.703325</c:v>
                </c:pt>
                <c:pt idx="63">
                  <c:v>0.70097083</c:v>
                </c:pt>
                <c:pt idx="64">
                  <c:v>0.69933021</c:v>
                </c:pt>
                <c:pt idx="65">
                  <c:v>0.69219053</c:v>
                </c:pt>
                <c:pt idx="66">
                  <c:v>0.68497676</c:v>
                </c:pt>
                <c:pt idx="67">
                  <c:v>0.67908835</c:v>
                </c:pt>
                <c:pt idx="68">
                  <c:v>0.67032075</c:v>
                </c:pt>
                <c:pt idx="69">
                  <c:v>0.67673624</c:v>
                </c:pt>
                <c:pt idx="70">
                  <c:v>0.66169024</c:v>
                </c:pt>
                <c:pt idx="71">
                  <c:v>0.64610052</c:v>
                </c:pt>
                <c:pt idx="72">
                  <c:v>0.64245659</c:v>
                </c:pt>
                <c:pt idx="73">
                  <c:v>0.64451027</c:v>
                </c:pt>
                <c:pt idx="74">
                  <c:v>0.64270544</c:v>
                </c:pt>
                <c:pt idx="75">
                  <c:v>0.6370492</c:v>
                </c:pt>
                <c:pt idx="76">
                  <c:v>0.62368274</c:v>
                </c:pt>
                <c:pt idx="77">
                  <c:v>0.62300313</c:v>
                </c:pt>
                <c:pt idx="78">
                  <c:v>0.60330105</c:v>
                </c:pt>
                <c:pt idx="79">
                  <c:v>0.60188657</c:v>
                </c:pt>
                <c:pt idx="80">
                  <c:v>0.58666515</c:v>
                </c:pt>
                <c:pt idx="81">
                  <c:v>0.58564812</c:v>
                </c:pt>
                <c:pt idx="82">
                  <c:v>0.57619047</c:v>
                </c:pt>
                <c:pt idx="83">
                  <c:v>0.56450236</c:v>
                </c:pt>
                <c:pt idx="84">
                  <c:v>0.55617803</c:v>
                </c:pt>
                <c:pt idx="85">
                  <c:v>0.54506636</c:v>
                </c:pt>
                <c:pt idx="86">
                  <c:v>0.96446252</c:v>
                </c:pt>
                <c:pt idx="87">
                  <c:v>0.93054438</c:v>
                </c:pt>
                <c:pt idx="88">
                  <c:v>0.91731828</c:v>
                </c:pt>
                <c:pt idx="89">
                  <c:v>0.91830015</c:v>
                </c:pt>
                <c:pt idx="90">
                  <c:v>0.89078259</c:v>
                </c:pt>
                <c:pt idx="91">
                  <c:v>0.85727745</c:v>
                </c:pt>
                <c:pt idx="92">
                  <c:v>0.84980279</c:v>
                </c:pt>
                <c:pt idx="93">
                  <c:v>0.47093806</c:v>
                </c:pt>
                <c:pt idx="94">
                  <c:v>0.46300417</c:v>
                </c:pt>
                <c:pt idx="95">
                  <c:v>0.45591924</c:v>
                </c:pt>
                <c:pt idx="96">
                  <c:v>0.45794925</c:v>
                </c:pt>
                <c:pt idx="97">
                  <c:v>0.4575814</c:v>
                </c:pt>
                <c:pt idx="98">
                  <c:v>0.45928988</c:v>
                </c:pt>
                <c:pt idx="99">
                  <c:v>0.45656595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0.2908408</c:v>
                </c:pt>
                <c:pt idx="127">
                  <c:v>0.5584383</c:v>
                </c:pt>
                <c:pt idx="128">
                  <c:v>0.27652654</c:v>
                </c:pt>
                <c:pt idx="129">
                  <c:v>0.27349687</c:v>
                </c:pt>
                <c:pt idx="130">
                  <c:v>0.27135089</c:v>
                </c:pt>
                <c:pt idx="131">
                  <c:v>0.2617968</c:v>
                </c:pt>
                <c:pt idx="132">
                  <c:v>0.26095814</c:v>
                </c:pt>
                <c:pt idx="133">
                  <c:v>0.46564353</c:v>
                </c:pt>
                <c:pt idx="134">
                  <c:v>0.79421043</c:v>
                </c:pt>
                <c:pt idx="135">
                  <c:v>1.217896</c:v>
                </c:pt>
                <c:pt idx="136">
                  <c:v>0.93390507</c:v>
                </c:pt>
                <c:pt idx="137">
                  <c:v>1.1454043</c:v>
                </c:pt>
                <c:pt idx="138">
                  <c:v>0.901594</c:v>
                </c:pt>
                <c:pt idx="139">
                  <c:v>0.8958059</c:v>
                </c:pt>
                <c:pt idx="140">
                  <c:v>0.90428174</c:v>
                </c:pt>
                <c:pt idx="141">
                  <c:v>0.89079481</c:v>
                </c:pt>
                <c:pt idx="142">
                  <c:v>0.89180225</c:v>
                </c:pt>
                <c:pt idx="143">
                  <c:v>0.87150693</c:v>
                </c:pt>
                <c:pt idx="144">
                  <c:v>0.86759537</c:v>
                </c:pt>
                <c:pt idx="145">
                  <c:v>0.83635026</c:v>
                </c:pt>
                <c:pt idx="146">
                  <c:v>0.43312776</c:v>
                </c:pt>
                <c:pt idx="147">
                  <c:v>0.43002278</c:v>
                </c:pt>
                <c:pt idx="148">
                  <c:v>0.42640352</c:v>
                </c:pt>
                <c:pt idx="149">
                  <c:v>0.73923963</c:v>
                </c:pt>
                <c:pt idx="150">
                  <c:v>0.58503419</c:v>
                </c:pt>
                <c:pt idx="151">
                  <c:v>1.0816242</c:v>
                </c:pt>
                <c:pt idx="152">
                  <c:v>1.0682826</c:v>
                </c:pt>
                <c:pt idx="153">
                  <c:v>1.0528756</c:v>
                </c:pt>
                <c:pt idx="154">
                  <c:v>0.83218741</c:v>
                </c:pt>
                <c:pt idx="155">
                  <c:v>0.88245</c:v>
                </c:pt>
                <c:pt idx="156">
                  <c:v>0.87655938</c:v>
                </c:pt>
                <c:pt idx="157">
                  <c:v>0.87694991</c:v>
                </c:pt>
                <c:pt idx="158">
                  <c:v>0.81294662</c:v>
                </c:pt>
                <c:pt idx="159">
                  <c:v>0.80432433</c:v>
                </c:pt>
                <c:pt idx="160">
                  <c:v>0.78951496</c:v>
                </c:pt>
                <c:pt idx="161">
                  <c:v>0.79145676</c:v>
                </c:pt>
                <c:pt idx="162">
                  <c:v>0.78446656</c:v>
                </c:pt>
                <c:pt idx="163">
                  <c:v>0.83437872</c:v>
                </c:pt>
                <c:pt idx="164">
                  <c:v>0.84696126</c:v>
                </c:pt>
                <c:pt idx="165">
                  <c:v>0.8325029</c:v>
                </c:pt>
                <c:pt idx="166">
                  <c:v>1.2092606</c:v>
                </c:pt>
                <c:pt idx="167">
                  <c:v>1.248135</c:v>
                </c:pt>
                <c:pt idx="168">
                  <c:v>0.80526441</c:v>
                </c:pt>
                <c:pt idx="169">
                  <c:v>0.94171816</c:v>
                </c:pt>
                <c:pt idx="170">
                  <c:v>0.90858155</c:v>
                </c:pt>
                <c:pt idx="171">
                  <c:v>0.91029692</c:v>
                </c:pt>
                <c:pt idx="172">
                  <c:v>0.7605601</c:v>
                </c:pt>
                <c:pt idx="173">
                  <c:v>0.75112414</c:v>
                </c:pt>
                <c:pt idx="174">
                  <c:v>0.52136105</c:v>
                </c:pt>
                <c:pt idx="175">
                  <c:v>1.1862074</c:v>
                </c:pt>
                <c:pt idx="176">
                  <c:v>0.51369017</c:v>
                </c:pt>
                <c:pt idx="177">
                  <c:v>0.70446742</c:v>
                </c:pt>
                <c:pt idx="178">
                  <c:v>0.7778458</c:v>
                </c:pt>
                <c:pt idx="179">
                  <c:v>0.56182706</c:v>
                </c:pt>
                <c:pt idx="180">
                  <c:v>0.22957589</c:v>
                </c:pt>
                <c:pt idx="181">
                  <c:v>0.22950506</c:v>
                </c:pt>
                <c:pt idx="182">
                  <c:v>0.22838329</c:v>
                </c:pt>
                <c:pt idx="183">
                  <c:v>0.22860077</c:v>
                </c:pt>
                <c:pt idx="184">
                  <c:v>0.22759621</c:v>
                </c:pt>
                <c:pt idx="185">
                  <c:v>0.43114156</c:v>
                </c:pt>
                <c:pt idx="186">
                  <c:v>0.48919052</c:v>
                </c:pt>
                <c:pt idx="187">
                  <c:v>0.75047</c:v>
                </c:pt>
                <c:pt idx="188">
                  <c:v>0.46350715</c:v>
                </c:pt>
                <c:pt idx="189">
                  <c:v>0.38854742</c:v>
                </c:pt>
                <c:pt idx="190">
                  <c:v>0.3877908</c:v>
                </c:pt>
                <c:pt idx="191">
                  <c:v>0.37650049</c:v>
                </c:pt>
                <c:pt idx="192">
                  <c:v>0.37373957</c:v>
                </c:pt>
                <c:pt idx="193">
                  <c:v>0.50494283</c:v>
                </c:pt>
                <c:pt idx="194">
                  <c:v>0.56611639</c:v>
                </c:pt>
                <c:pt idx="195">
                  <c:v>0.4972319</c:v>
                </c:pt>
                <c:pt idx="196">
                  <c:v>0.89445662</c:v>
                </c:pt>
                <c:pt idx="197">
                  <c:v>0.79025948</c:v>
                </c:pt>
                <c:pt idx="198">
                  <c:v>0.77598184</c:v>
                </c:pt>
                <c:pt idx="199">
                  <c:v>0.726635</c:v>
                </c:pt>
                <c:pt idx="200">
                  <c:v>0.73731464</c:v>
                </c:pt>
                <c:pt idx="201">
                  <c:v>0.58490741</c:v>
                </c:pt>
                <c:pt idx="202">
                  <c:v>0.57966667</c:v>
                </c:pt>
                <c:pt idx="203">
                  <c:v>0.58083391</c:v>
                </c:pt>
                <c:pt idx="204">
                  <c:v>0.53479177</c:v>
                </c:pt>
                <c:pt idx="205">
                  <c:v>0.52288938</c:v>
                </c:pt>
                <c:pt idx="206">
                  <c:v>0.52447641</c:v>
                </c:pt>
                <c:pt idx="207">
                  <c:v>0.52024955</c:v>
                </c:pt>
                <c:pt idx="208">
                  <c:v>0.51545125</c:v>
                </c:pt>
                <c:pt idx="209">
                  <c:v>0.61655021</c:v>
                </c:pt>
                <c:pt idx="210">
                  <c:v>0.62878025</c:v>
                </c:pt>
                <c:pt idx="211">
                  <c:v>0.6998589</c:v>
                </c:pt>
                <c:pt idx="212">
                  <c:v>0.70036137</c:v>
                </c:pt>
                <c:pt idx="213">
                  <c:v>0.6968531</c:v>
                </c:pt>
                <c:pt idx="214">
                  <c:v>0.68133938</c:v>
                </c:pt>
                <c:pt idx="215">
                  <c:v>0.8212896</c:v>
                </c:pt>
                <c:pt idx="216">
                  <c:v>0.8205176</c:v>
                </c:pt>
                <c:pt idx="217">
                  <c:v>0.82590795</c:v>
                </c:pt>
                <c:pt idx="218">
                  <c:v>0.82227325</c:v>
                </c:pt>
                <c:pt idx="219">
                  <c:v>0.6677016</c:v>
                </c:pt>
                <c:pt idx="220">
                  <c:v>0.66316307</c:v>
                </c:pt>
                <c:pt idx="221">
                  <c:v>0.790053</c:v>
                </c:pt>
                <c:pt idx="222">
                  <c:v>0.75545567</c:v>
                </c:pt>
                <c:pt idx="223">
                  <c:v>0.73980355</c:v>
                </c:pt>
                <c:pt idx="224">
                  <c:v>0.81505138</c:v>
                </c:pt>
                <c:pt idx="225">
                  <c:v>0.81274444</c:v>
                </c:pt>
                <c:pt idx="226">
                  <c:v>0.71088791</c:v>
                </c:pt>
                <c:pt idx="227">
                  <c:v>0.71448487</c:v>
                </c:pt>
                <c:pt idx="228">
                  <c:v>0.7197659</c:v>
                </c:pt>
                <c:pt idx="229">
                  <c:v>0.71289617</c:v>
                </c:pt>
                <c:pt idx="230">
                  <c:v>0.94265974</c:v>
                </c:pt>
                <c:pt idx="231">
                  <c:v>0.8724857</c:v>
                </c:pt>
                <c:pt idx="232">
                  <c:v>0.84675366</c:v>
                </c:pt>
                <c:pt idx="233">
                  <c:v>0.77482259</c:v>
                </c:pt>
                <c:pt idx="234">
                  <c:v>0.63973886</c:v>
                </c:pt>
                <c:pt idx="235">
                  <c:v>0.63855737</c:v>
                </c:pt>
                <c:pt idx="236">
                  <c:v>0.79683566</c:v>
                </c:pt>
                <c:pt idx="237">
                  <c:v>0.80360633</c:v>
                </c:pt>
                <c:pt idx="238">
                  <c:v>0.63179153</c:v>
                </c:pt>
                <c:pt idx="239">
                  <c:v>0.62901711</c:v>
                </c:pt>
                <c:pt idx="240">
                  <c:v>0.62528276</c:v>
                </c:pt>
                <c:pt idx="241">
                  <c:v>0.46624756</c:v>
                </c:pt>
                <c:pt idx="242">
                  <c:v>0.51728892</c:v>
                </c:pt>
                <c:pt idx="243">
                  <c:v>0.51262933</c:v>
                </c:pt>
                <c:pt idx="244">
                  <c:v>0.79616362</c:v>
                </c:pt>
                <c:pt idx="245">
                  <c:v>0.76439762</c:v>
                </c:pt>
                <c:pt idx="246">
                  <c:v>0.57089669</c:v>
                </c:pt>
                <c:pt idx="247">
                  <c:v>0.57180685</c:v>
                </c:pt>
                <c:pt idx="248">
                  <c:v>0.69344521</c:v>
                </c:pt>
                <c:pt idx="249">
                  <c:v>0.57984608</c:v>
                </c:pt>
                <c:pt idx="250">
                  <c:v>0.78054142</c:v>
                </c:pt>
                <c:pt idx="251">
                  <c:v>0.76347476</c:v>
                </c:pt>
                <c:pt idx="252">
                  <c:v>0.75523674</c:v>
                </c:pt>
                <c:pt idx="253">
                  <c:v>0.63063049</c:v>
                </c:pt>
                <c:pt idx="254">
                  <c:v>0.62909365</c:v>
                </c:pt>
                <c:pt idx="255">
                  <c:v>0.62064904</c:v>
                </c:pt>
                <c:pt idx="256">
                  <c:v>0.61258847</c:v>
                </c:pt>
                <c:pt idx="257">
                  <c:v>1.0650711</c:v>
                </c:pt>
                <c:pt idx="258">
                  <c:v>1.1909796</c:v>
                </c:pt>
                <c:pt idx="259">
                  <c:v>1.190097</c:v>
                </c:pt>
                <c:pt idx="260">
                  <c:v>1.4485145</c:v>
                </c:pt>
                <c:pt idx="261">
                  <c:v>1.2884719</c:v>
                </c:pt>
                <c:pt idx="262">
                  <c:v>1.2906737</c:v>
                </c:pt>
                <c:pt idx="263">
                  <c:v>1.2882987</c:v>
                </c:pt>
                <c:pt idx="264">
                  <c:v>1.1693611</c:v>
                </c:pt>
                <c:pt idx="265">
                  <c:v>1.1703826</c:v>
                </c:pt>
                <c:pt idx="266">
                  <c:v>1.2219414</c:v>
                </c:pt>
                <c:pt idx="267">
                  <c:v>1.108153</c:v>
                </c:pt>
                <c:pt idx="268">
                  <c:v>1.1752164</c:v>
                </c:pt>
                <c:pt idx="269">
                  <c:v>1.1599516</c:v>
                </c:pt>
                <c:pt idx="270">
                  <c:v>1.0955645</c:v>
                </c:pt>
                <c:pt idx="271">
                  <c:v>1.1031363</c:v>
                </c:pt>
                <c:pt idx="272">
                  <c:v>1.1137692</c:v>
                </c:pt>
                <c:pt idx="273">
                  <c:v>1.2024097</c:v>
                </c:pt>
                <c:pt idx="274">
                  <c:v>1.1633976</c:v>
                </c:pt>
                <c:pt idx="275">
                  <c:v>1.2037995</c:v>
                </c:pt>
                <c:pt idx="276">
                  <c:v>1.0958167</c:v>
                </c:pt>
                <c:pt idx="277">
                  <c:v>1.1006266</c:v>
                </c:pt>
                <c:pt idx="278">
                  <c:v>1.0984247</c:v>
                </c:pt>
                <c:pt idx="279">
                  <c:v>1.2211125</c:v>
                </c:pt>
                <c:pt idx="280">
                  <c:v>1.2216117</c:v>
                </c:pt>
                <c:pt idx="281">
                  <c:v>1.0862874</c:v>
                </c:pt>
                <c:pt idx="282">
                  <c:v>1.1966726</c:v>
                </c:pt>
                <c:pt idx="283">
                  <c:v>1.3247437</c:v>
                </c:pt>
                <c:pt idx="284">
                  <c:v>1.3500638</c:v>
                </c:pt>
                <c:pt idx="285">
                  <c:v>1.3537105</c:v>
                </c:pt>
                <c:pt idx="286">
                  <c:v>1.3486403</c:v>
                </c:pt>
                <c:pt idx="287">
                  <c:v>1.3578032</c:v>
                </c:pt>
                <c:pt idx="288">
                  <c:v>1.3612852</c:v>
                </c:pt>
                <c:pt idx="289">
                  <c:v>1.3377792</c:v>
                </c:pt>
                <c:pt idx="290">
                  <c:v>1.335319</c:v>
                </c:pt>
                <c:pt idx="291">
                  <c:v>1.1867577</c:v>
                </c:pt>
                <c:pt idx="292">
                  <c:v>1.1970968</c:v>
                </c:pt>
                <c:pt idx="293">
                  <c:v>1.1528141</c:v>
                </c:pt>
                <c:pt idx="294">
                  <c:v>1.1498411</c:v>
                </c:pt>
                <c:pt idx="295">
                  <c:v>1.2904768</c:v>
                </c:pt>
                <c:pt idx="296">
                  <c:v>0.86216521</c:v>
                </c:pt>
                <c:pt idx="297">
                  <c:v>0.72824293</c:v>
                </c:pt>
                <c:pt idx="298">
                  <c:v>1.08521</c:v>
                </c:pt>
                <c:pt idx="299">
                  <c:v>1.1559709</c:v>
                </c:pt>
                <c:pt idx="300">
                  <c:v>1.1511412</c:v>
                </c:pt>
                <c:pt idx="301">
                  <c:v>1.1947857</c:v>
                </c:pt>
                <c:pt idx="302">
                  <c:v>1.1929178</c:v>
                </c:pt>
                <c:pt idx="303">
                  <c:v>1.076671</c:v>
                </c:pt>
                <c:pt idx="304">
                  <c:v>1.2164639</c:v>
                </c:pt>
                <c:pt idx="305">
                  <c:v>1.210151</c:v>
                </c:pt>
                <c:pt idx="306">
                  <c:v>1.240272</c:v>
                </c:pt>
                <c:pt idx="307">
                  <c:v>1.2483684</c:v>
                </c:pt>
                <c:pt idx="308">
                  <c:v>1.2472672</c:v>
                </c:pt>
                <c:pt idx="309">
                  <c:v>1.2522595</c:v>
                </c:pt>
                <c:pt idx="310">
                  <c:v>1.23998</c:v>
                </c:pt>
                <c:pt idx="311">
                  <c:v>1.2353439</c:v>
                </c:pt>
                <c:pt idx="312">
                  <c:v>1.2498064</c:v>
                </c:pt>
                <c:pt idx="313">
                  <c:v>1.2213455</c:v>
                </c:pt>
                <c:pt idx="314">
                  <c:v>1.2133592</c:v>
                </c:pt>
                <c:pt idx="315">
                  <c:v>1.2030816</c:v>
                </c:pt>
                <c:pt idx="316">
                  <c:v>1.2855729</c:v>
                </c:pt>
                <c:pt idx="317">
                  <c:v>1.2926117</c:v>
                </c:pt>
                <c:pt idx="318">
                  <c:v>1.1537772</c:v>
                </c:pt>
                <c:pt idx="319">
                  <c:v>1.1502774</c:v>
                </c:pt>
                <c:pt idx="320">
                  <c:v>1.1529481</c:v>
                </c:pt>
                <c:pt idx="321">
                  <c:v>1.1435583</c:v>
                </c:pt>
                <c:pt idx="322">
                  <c:v>1.1462235</c:v>
                </c:pt>
                <c:pt idx="323">
                  <c:v>1.1320833</c:v>
                </c:pt>
                <c:pt idx="324">
                  <c:v>1.1396978</c:v>
                </c:pt>
                <c:pt idx="325">
                  <c:v>1.1399622</c:v>
                </c:pt>
                <c:pt idx="326">
                  <c:v>1.138751</c:v>
                </c:pt>
                <c:pt idx="327">
                  <c:v>1.1333934</c:v>
                </c:pt>
                <c:pt idx="328">
                  <c:v>1.1899201</c:v>
                </c:pt>
                <c:pt idx="329">
                  <c:v>1.2387855</c:v>
                </c:pt>
                <c:pt idx="330">
                  <c:v>0.81818372</c:v>
                </c:pt>
                <c:pt idx="331">
                  <c:v>0.7556119</c:v>
                </c:pt>
                <c:pt idx="332">
                  <c:v>0.75685066</c:v>
                </c:pt>
                <c:pt idx="333">
                  <c:v>0.73438615</c:v>
                </c:pt>
                <c:pt idx="334">
                  <c:v>0.72675896</c:v>
                </c:pt>
                <c:pt idx="335">
                  <c:v>0.72413629</c:v>
                </c:pt>
                <c:pt idx="336">
                  <c:v>0.72407317</c:v>
                </c:pt>
                <c:pt idx="337">
                  <c:v>0.68589318</c:v>
                </c:pt>
                <c:pt idx="338">
                  <c:v>0.7217676</c:v>
                </c:pt>
                <c:pt idx="339">
                  <c:v>0.76842254</c:v>
                </c:pt>
                <c:pt idx="340">
                  <c:v>0.76388335</c:v>
                </c:pt>
                <c:pt idx="341">
                  <c:v>0.74683714</c:v>
                </c:pt>
                <c:pt idx="342">
                  <c:v>0.7430082</c:v>
                </c:pt>
                <c:pt idx="343">
                  <c:v>0.68507773</c:v>
                </c:pt>
                <c:pt idx="344">
                  <c:v>0.6864593</c:v>
                </c:pt>
                <c:pt idx="345">
                  <c:v>0.67763859</c:v>
                </c:pt>
                <c:pt idx="346">
                  <c:v>0.67957312</c:v>
                </c:pt>
                <c:pt idx="347">
                  <c:v>0.67640465</c:v>
                </c:pt>
                <c:pt idx="348">
                  <c:v>0.78152925</c:v>
                </c:pt>
                <c:pt idx="349">
                  <c:v>0.78147256</c:v>
                </c:pt>
                <c:pt idx="350">
                  <c:v>1.0517086</c:v>
                </c:pt>
                <c:pt idx="351">
                  <c:v>1.0534507</c:v>
                </c:pt>
                <c:pt idx="352">
                  <c:v>1.051838</c:v>
                </c:pt>
                <c:pt idx="353">
                  <c:v>1.0429596</c:v>
                </c:pt>
                <c:pt idx="354">
                  <c:v>1.012682</c:v>
                </c:pt>
                <c:pt idx="355">
                  <c:v>0.74182057</c:v>
                </c:pt>
                <c:pt idx="356">
                  <c:v>0.74327868</c:v>
                </c:pt>
                <c:pt idx="357">
                  <c:v>0.74749267</c:v>
                </c:pt>
                <c:pt idx="358">
                  <c:v>0.6405068</c:v>
                </c:pt>
                <c:pt idx="359">
                  <c:v>0.6313237</c:v>
                </c:pt>
                <c:pt idx="360">
                  <c:v>0.9051677</c:v>
                </c:pt>
                <c:pt idx="361">
                  <c:v>0.84780204</c:v>
                </c:pt>
                <c:pt idx="362">
                  <c:v>0.83955914</c:v>
                </c:pt>
                <c:pt idx="363">
                  <c:v>0.82786208</c:v>
                </c:pt>
                <c:pt idx="364">
                  <c:v>0.83042</c:v>
                </c:pt>
                <c:pt idx="365">
                  <c:v>0.91476941</c:v>
                </c:pt>
                <c:pt idx="366">
                  <c:v>0.91398346</c:v>
                </c:pt>
                <c:pt idx="367">
                  <c:v>0.91322851</c:v>
                </c:pt>
                <c:pt idx="368">
                  <c:v>0.96221328</c:v>
                </c:pt>
                <c:pt idx="369">
                  <c:v>0.86184335</c:v>
                </c:pt>
                <c:pt idx="370">
                  <c:v>0.82543707</c:v>
                </c:pt>
                <c:pt idx="371">
                  <c:v>0.82802045</c:v>
                </c:pt>
                <c:pt idx="372">
                  <c:v>0.82242197</c:v>
                </c:pt>
                <c:pt idx="373">
                  <c:v>0.9087261</c:v>
                </c:pt>
                <c:pt idx="374">
                  <c:v>0.93721026</c:v>
                </c:pt>
                <c:pt idx="375">
                  <c:v>1.1053915</c:v>
                </c:pt>
                <c:pt idx="376">
                  <c:v>1.0314125</c:v>
                </c:pt>
                <c:pt idx="377">
                  <c:v>0.98503929</c:v>
                </c:pt>
                <c:pt idx="378">
                  <c:v>0.92593932</c:v>
                </c:pt>
                <c:pt idx="379">
                  <c:v>0.91689533</c:v>
                </c:pt>
                <c:pt idx="380">
                  <c:v>0.91284436</c:v>
                </c:pt>
                <c:pt idx="381">
                  <c:v>0.90213519</c:v>
                </c:pt>
                <c:pt idx="382">
                  <c:v>0.9723928</c:v>
                </c:pt>
                <c:pt idx="383">
                  <c:v>0.8340562</c:v>
                </c:pt>
                <c:pt idx="384">
                  <c:v>0.70175833</c:v>
                </c:pt>
                <c:pt idx="385">
                  <c:v>0.67867362</c:v>
                </c:pt>
                <c:pt idx="386">
                  <c:v>0.53510642</c:v>
                </c:pt>
                <c:pt idx="387">
                  <c:v>0.4670004</c:v>
                </c:pt>
                <c:pt idx="388">
                  <c:v>0.59294611</c:v>
                </c:pt>
                <c:pt idx="389">
                  <c:v>0.14571004</c:v>
                </c:pt>
                <c:pt idx="390">
                  <c:v>0.19418694</c:v>
                </c:pt>
                <c:pt idx="391">
                  <c:v>0.19317466</c:v>
                </c:pt>
                <c:pt idx="392">
                  <c:v>0.28038117</c:v>
                </c:pt>
                <c:pt idx="393">
                  <c:v>0.27791247</c:v>
                </c:pt>
                <c:pt idx="394">
                  <c:v>0.2749649</c:v>
                </c:pt>
                <c:pt idx="395">
                  <c:v>0.27306384</c:v>
                </c:pt>
                <c:pt idx="396">
                  <c:v>0.18456756</c:v>
                </c:pt>
                <c:pt idx="397">
                  <c:v>0.1818753</c:v>
                </c:pt>
                <c:pt idx="398">
                  <c:v>0.30705512</c:v>
                </c:pt>
                <c:pt idx="399">
                  <c:v>0.35658273</c:v>
                </c:pt>
                <c:pt idx="400">
                  <c:v>0.31275359</c:v>
                </c:pt>
                <c:pt idx="401">
                  <c:v>0.22745468</c:v>
                </c:pt>
                <c:pt idx="402">
                  <c:v>0.18021207</c:v>
                </c:pt>
                <c:pt idx="403">
                  <c:v>0.17961112</c:v>
                </c:pt>
                <c:pt idx="404">
                  <c:v>0.17993851</c:v>
                </c:pt>
                <c:pt idx="405">
                  <c:v>0.1799424</c:v>
                </c:pt>
                <c:pt idx="406">
                  <c:v>0.20346312</c:v>
                </c:pt>
                <c:pt idx="407">
                  <c:v>0.21854918</c:v>
                </c:pt>
                <c:pt idx="408">
                  <c:v>0.21673864</c:v>
                </c:pt>
                <c:pt idx="409">
                  <c:v>0.27263114</c:v>
                </c:pt>
                <c:pt idx="410">
                  <c:v>0.30079624</c:v>
                </c:pt>
                <c:pt idx="411">
                  <c:v>0.3116484</c:v>
                </c:pt>
                <c:pt idx="412">
                  <c:v>0.31198108</c:v>
                </c:pt>
                <c:pt idx="413">
                  <c:v>0.12697865</c:v>
                </c:pt>
                <c:pt idx="414">
                  <c:v>0.11289061</c:v>
                </c:pt>
                <c:pt idx="415">
                  <c:v>0.19622223</c:v>
                </c:pt>
                <c:pt idx="416">
                  <c:v>0.19617739</c:v>
                </c:pt>
                <c:pt idx="417">
                  <c:v>0.095471404</c:v>
                </c:pt>
                <c:pt idx="418">
                  <c:v>0.35565928</c:v>
                </c:pt>
                <c:pt idx="419">
                  <c:v>0.27395633</c:v>
                </c:pt>
                <c:pt idx="420">
                  <c:v>0.2937364</c:v>
                </c:pt>
                <c:pt idx="421">
                  <c:v>0.1133829</c:v>
                </c:pt>
                <c:pt idx="422">
                  <c:v>0.19058484</c:v>
                </c:pt>
                <c:pt idx="423">
                  <c:v>0.19136049</c:v>
                </c:pt>
                <c:pt idx="424">
                  <c:v>0.29743627</c:v>
                </c:pt>
                <c:pt idx="425">
                  <c:v>0.36275208</c:v>
                </c:pt>
                <c:pt idx="426">
                  <c:v>0.18854059</c:v>
                </c:pt>
                <c:pt idx="427">
                  <c:v>0.1165034</c:v>
                </c:pt>
                <c:pt idx="428">
                  <c:v>0.15023859</c:v>
                </c:pt>
                <c:pt idx="429">
                  <c:v>0.2945852</c:v>
                </c:pt>
                <c:pt idx="430">
                  <c:v>0.29665464</c:v>
                </c:pt>
                <c:pt idx="431">
                  <c:v>0.39101264</c:v>
                </c:pt>
                <c:pt idx="432">
                  <c:v>0.4451566</c:v>
                </c:pt>
                <c:pt idx="433">
                  <c:v>0.5343678</c:v>
                </c:pt>
                <c:pt idx="434">
                  <c:v>0.49706569</c:v>
                </c:pt>
                <c:pt idx="435">
                  <c:v>0.49283233</c:v>
                </c:pt>
                <c:pt idx="436">
                  <c:v>0.42178372</c:v>
                </c:pt>
                <c:pt idx="437">
                  <c:v>0.42652735</c:v>
                </c:pt>
                <c:pt idx="438">
                  <c:v>0.22719581</c:v>
                </c:pt>
                <c:pt idx="439">
                  <c:v>0.14447434</c:v>
                </c:pt>
                <c:pt idx="440">
                  <c:v>0.028194698</c:v>
                </c:pt>
                <c:pt idx="441">
                  <c:v>0.028305134</c:v>
                </c:pt>
                <c:pt idx="442">
                  <c:v>0.028369568</c:v>
                </c:pt>
                <c:pt idx="443">
                  <c:v>0.31043878</c:v>
                </c:pt>
                <c:pt idx="444">
                  <c:v>0.11305621</c:v>
                </c:pt>
                <c:pt idx="445">
                  <c:v>0.21407305</c:v>
                </c:pt>
                <c:pt idx="446">
                  <c:v>0.21754289</c:v>
                </c:pt>
                <c:pt idx="447">
                  <c:v>0.21733056</c:v>
                </c:pt>
                <c:pt idx="448">
                  <c:v>0.42030141</c:v>
                </c:pt>
                <c:pt idx="449">
                  <c:v>0.30873963</c:v>
                </c:pt>
                <c:pt idx="450">
                  <c:v>0.49191776</c:v>
                </c:pt>
                <c:pt idx="451">
                  <c:v>0.17432907</c:v>
                </c:pt>
                <c:pt idx="452">
                  <c:v>0.11903667</c:v>
                </c:pt>
                <c:pt idx="453">
                  <c:v>0.12234858</c:v>
                </c:pt>
                <c:pt idx="454">
                  <c:v>0.12199814</c:v>
                </c:pt>
                <c:pt idx="455">
                  <c:v>0.37153211</c:v>
                </c:pt>
                <c:pt idx="456">
                  <c:v>0.40766618</c:v>
                </c:pt>
                <c:pt idx="457">
                  <c:v>0.40773726</c:v>
                </c:pt>
                <c:pt idx="458">
                  <c:v>0.41015276</c:v>
                </c:pt>
                <c:pt idx="459">
                  <c:v>0.61502969</c:v>
                </c:pt>
                <c:pt idx="460">
                  <c:v>0.60322028</c:v>
                </c:pt>
                <c:pt idx="461">
                  <c:v>0.60678506</c:v>
                </c:pt>
                <c:pt idx="462">
                  <c:v>0.42219204</c:v>
                </c:pt>
                <c:pt idx="463">
                  <c:v>0.49171498</c:v>
                </c:pt>
                <c:pt idx="464">
                  <c:v>0.49070859</c:v>
                </c:pt>
                <c:pt idx="465">
                  <c:v>0.57275796</c:v>
                </c:pt>
                <c:pt idx="466">
                  <c:v>0.51702803</c:v>
                </c:pt>
                <c:pt idx="467">
                  <c:v>0.516257</c:v>
                </c:pt>
                <c:pt idx="468">
                  <c:v>0.51925713</c:v>
                </c:pt>
                <c:pt idx="469">
                  <c:v>0.32588986</c:v>
                </c:pt>
                <c:pt idx="470">
                  <c:v>0.23507485</c:v>
                </c:pt>
                <c:pt idx="471">
                  <c:v>0.45762274</c:v>
                </c:pt>
                <c:pt idx="472">
                  <c:v>0.44907323</c:v>
                </c:pt>
                <c:pt idx="473">
                  <c:v>0.80344534</c:v>
                </c:pt>
                <c:pt idx="474">
                  <c:v>0.531682</c:v>
                </c:pt>
                <c:pt idx="475">
                  <c:v>0.60281163</c:v>
                </c:pt>
                <c:pt idx="476">
                  <c:v>0.40806484</c:v>
                </c:pt>
                <c:pt idx="477">
                  <c:v>0.40843272</c:v>
                </c:pt>
                <c:pt idx="478">
                  <c:v>0.56369</c:v>
                </c:pt>
                <c:pt idx="479">
                  <c:v>0.74884534</c:v>
                </c:pt>
                <c:pt idx="480">
                  <c:v>0.75668168</c:v>
                </c:pt>
                <c:pt idx="481">
                  <c:v>0.729695</c:v>
                </c:pt>
                <c:pt idx="482">
                  <c:v>0.51261735</c:v>
                </c:pt>
                <c:pt idx="483">
                  <c:v>0.60684413</c:v>
                </c:pt>
                <c:pt idx="484">
                  <c:v>0.67265958</c:v>
                </c:pt>
                <c:pt idx="485">
                  <c:v>0.81222945</c:v>
                </c:pt>
                <c:pt idx="486">
                  <c:v>0.75438821</c:v>
                </c:pt>
                <c:pt idx="487">
                  <c:v>0.75176042</c:v>
                </c:pt>
                <c:pt idx="488">
                  <c:v>0.62012404</c:v>
                </c:pt>
                <c:pt idx="489">
                  <c:v>0.3185592</c:v>
                </c:pt>
                <c:pt idx="490">
                  <c:v>0.2333881</c:v>
                </c:pt>
                <c:pt idx="491">
                  <c:v>0.23644988</c:v>
                </c:pt>
                <c:pt idx="492">
                  <c:v>0.47759929</c:v>
                </c:pt>
                <c:pt idx="493">
                  <c:v>0.4241353</c:v>
                </c:pt>
                <c:pt idx="494">
                  <c:v>0.18555789</c:v>
                </c:pt>
                <c:pt idx="495">
                  <c:v>0.35671085</c:v>
                </c:pt>
                <c:pt idx="496">
                  <c:v>0.34331951</c:v>
                </c:pt>
                <c:pt idx="497">
                  <c:v>0.39293161</c:v>
                </c:pt>
                <c:pt idx="498">
                  <c:v>0.39950812</c:v>
                </c:pt>
                <c:pt idx="499">
                  <c:v>0.33045337</c:v>
                </c:pt>
                <c:pt idx="500">
                  <c:v>0.32896695</c:v>
                </c:pt>
                <c:pt idx="501">
                  <c:v>0.39237043</c:v>
                </c:pt>
                <c:pt idx="502">
                  <c:v>0.39282584</c:v>
                </c:pt>
                <c:pt idx="503">
                  <c:v>0.49890879</c:v>
                </c:pt>
                <c:pt idx="504">
                  <c:v>0.49874955</c:v>
                </c:pt>
                <c:pt idx="505">
                  <c:v>0.75109559</c:v>
                </c:pt>
                <c:pt idx="506">
                  <c:v>0.75400788</c:v>
                </c:pt>
                <c:pt idx="507">
                  <c:v>0.60639191</c:v>
                </c:pt>
                <c:pt idx="508">
                  <c:v>0.74164182</c:v>
                </c:pt>
                <c:pt idx="509">
                  <c:v>0.78790092</c:v>
                </c:pt>
                <c:pt idx="510">
                  <c:v>0.79254955</c:v>
                </c:pt>
                <c:pt idx="511">
                  <c:v>0.79030824</c:v>
                </c:pt>
                <c:pt idx="512">
                  <c:v>0.74900484</c:v>
                </c:pt>
                <c:pt idx="513">
                  <c:v>0.80065596</c:v>
                </c:pt>
                <c:pt idx="514">
                  <c:v>0.74849814</c:v>
                </c:pt>
                <c:pt idx="515">
                  <c:v>0.82300228</c:v>
                </c:pt>
                <c:pt idx="516">
                  <c:v>0.85428327</c:v>
                </c:pt>
                <c:pt idx="517">
                  <c:v>0.91084611</c:v>
                </c:pt>
                <c:pt idx="518">
                  <c:v>0.90509307</c:v>
                </c:pt>
                <c:pt idx="519">
                  <c:v>1.1423813</c:v>
                </c:pt>
                <c:pt idx="520">
                  <c:v>1.1372414</c:v>
                </c:pt>
                <c:pt idx="521">
                  <c:v>1.28226</c:v>
                </c:pt>
                <c:pt idx="522">
                  <c:v>1.3533722</c:v>
                </c:pt>
                <c:pt idx="523">
                  <c:v>1.183984</c:v>
                </c:pt>
                <c:pt idx="524">
                  <c:v>1.1885418</c:v>
                </c:pt>
                <c:pt idx="525">
                  <c:v>1.1762348</c:v>
                </c:pt>
                <c:pt idx="526">
                  <c:v>1.1853659</c:v>
                </c:pt>
                <c:pt idx="527">
                  <c:v>1.438031</c:v>
                </c:pt>
                <c:pt idx="528">
                  <c:v>1.438379</c:v>
                </c:pt>
                <c:pt idx="529">
                  <c:v>1.335022</c:v>
                </c:pt>
                <c:pt idx="530">
                  <c:v>1.3206943</c:v>
                </c:pt>
                <c:pt idx="531">
                  <c:v>1.3222054</c:v>
                </c:pt>
                <c:pt idx="532">
                  <c:v>1.375224</c:v>
                </c:pt>
                <c:pt idx="533">
                  <c:v>1.0954938</c:v>
                </c:pt>
                <c:pt idx="534">
                  <c:v>1.1980249</c:v>
                </c:pt>
                <c:pt idx="535">
                  <c:v>1.2062801</c:v>
                </c:pt>
                <c:pt idx="536">
                  <c:v>1.4522547</c:v>
                </c:pt>
                <c:pt idx="537">
                  <c:v>1.6106712</c:v>
                </c:pt>
                <c:pt idx="538">
                  <c:v>1.6166404</c:v>
                </c:pt>
                <c:pt idx="539">
                  <c:v>1.515241</c:v>
                </c:pt>
                <c:pt idx="540">
                  <c:v>1.53295</c:v>
                </c:pt>
                <c:pt idx="541">
                  <c:v>1.5343707</c:v>
                </c:pt>
                <c:pt idx="542">
                  <c:v>1.5853274</c:v>
                </c:pt>
                <c:pt idx="543">
                  <c:v>1.3825034</c:v>
                </c:pt>
                <c:pt idx="544">
                  <c:v>1.3668667</c:v>
                </c:pt>
                <c:pt idx="545">
                  <c:v>1.146536</c:v>
                </c:pt>
                <c:pt idx="546">
                  <c:v>1.1563635</c:v>
                </c:pt>
                <c:pt idx="547">
                  <c:v>1.1601393</c:v>
                </c:pt>
                <c:pt idx="548">
                  <c:v>1.2860528</c:v>
                </c:pt>
                <c:pt idx="549">
                  <c:v>1.3255044</c:v>
                </c:pt>
                <c:pt idx="550">
                  <c:v>1.1688824</c:v>
                </c:pt>
                <c:pt idx="551">
                  <c:v>1.1640451</c:v>
                </c:pt>
                <c:pt idx="552">
                  <c:v>1.1025468</c:v>
                </c:pt>
                <c:pt idx="553">
                  <c:v>1.102706</c:v>
                </c:pt>
                <c:pt idx="554">
                  <c:v>0.96760607</c:v>
                </c:pt>
                <c:pt idx="555">
                  <c:v>1.2567747</c:v>
                </c:pt>
                <c:pt idx="556">
                  <c:v>1.2953416</c:v>
                </c:pt>
                <c:pt idx="557">
                  <c:v>1.2503839</c:v>
                </c:pt>
                <c:pt idx="558">
                  <c:v>1.1211985</c:v>
                </c:pt>
                <c:pt idx="559">
                  <c:v>1.3293086</c:v>
                </c:pt>
                <c:pt idx="560">
                  <c:v>1.3025968</c:v>
                </c:pt>
                <c:pt idx="561">
                  <c:v>1.3041394</c:v>
                </c:pt>
                <c:pt idx="562">
                  <c:v>1.3120843</c:v>
                </c:pt>
                <c:pt idx="563">
                  <c:v>1.2706017</c:v>
                </c:pt>
                <c:pt idx="564">
                  <c:v>1.2789024</c:v>
                </c:pt>
                <c:pt idx="565">
                  <c:v>1.3165832</c:v>
                </c:pt>
                <c:pt idx="566">
                  <c:v>1.3098181</c:v>
                </c:pt>
                <c:pt idx="567">
                  <c:v>1.3049027</c:v>
                </c:pt>
                <c:pt idx="568">
                  <c:v>0.98842645</c:v>
                </c:pt>
                <c:pt idx="569">
                  <c:v>0.98507822</c:v>
                </c:pt>
                <c:pt idx="570">
                  <c:v>0.98193216</c:v>
                </c:pt>
                <c:pt idx="571">
                  <c:v>0.80729884</c:v>
                </c:pt>
                <c:pt idx="572">
                  <c:v>0.8099156</c:v>
                </c:pt>
                <c:pt idx="573">
                  <c:v>0.74952477</c:v>
                </c:pt>
                <c:pt idx="574">
                  <c:v>0.74952316</c:v>
                </c:pt>
                <c:pt idx="575">
                  <c:v>1.0160105</c:v>
                </c:pt>
                <c:pt idx="576">
                  <c:v>1.3098511</c:v>
                </c:pt>
                <c:pt idx="577">
                  <c:v>1.005051</c:v>
                </c:pt>
                <c:pt idx="578">
                  <c:v>1.0106043</c:v>
                </c:pt>
                <c:pt idx="579">
                  <c:v>1.0131748</c:v>
                </c:pt>
                <c:pt idx="580">
                  <c:v>0.87226337</c:v>
                </c:pt>
                <c:pt idx="581">
                  <c:v>0.87070352</c:v>
                </c:pt>
                <c:pt idx="582">
                  <c:v>0.86863261</c:v>
                </c:pt>
                <c:pt idx="583">
                  <c:v>0.60174668</c:v>
                </c:pt>
                <c:pt idx="584">
                  <c:v>0.605622</c:v>
                </c:pt>
                <c:pt idx="585">
                  <c:v>0.61053407</c:v>
                </c:pt>
                <c:pt idx="586">
                  <c:v>0.6046192</c:v>
                </c:pt>
                <c:pt idx="587">
                  <c:v>0.85478491</c:v>
                </c:pt>
                <c:pt idx="588">
                  <c:v>0.49816552</c:v>
                </c:pt>
                <c:pt idx="589">
                  <c:v>0.50052255</c:v>
                </c:pt>
                <c:pt idx="590">
                  <c:v>0.5000971</c:v>
                </c:pt>
                <c:pt idx="591">
                  <c:v>0.49985391</c:v>
                </c:pt>
                <c:pt idx="592">
                  <c:v>0.36623174</c:v>
                </c:pt>
                <c:pt idx="593">
                  <c:v>0.36500934</c:v>
                </c:pt>
                <c:pt idx="594">
                  <c:v>0.4433268</c:v>
                </c:pt>
                <c:pt idx="595">
                  <c:v>0.53584868</c:v>
                </c:pt>
                <c:pt idx="596">
                  <c:v>0.69514149</c:v>
                </c:pt>
                <c:pt idx="597">
                  <c:v>0.60949254</c:v>
                </c:pt>
                <c:pt idx="598">
                  <c:v>0.61274153</c:v>
                </c:pt>
                <c:pt idx="599">
                  <c:v>0.43502328</c:v>
                </c:pt>
                <c:pt idx="600">
                  <c:v>0.59440053</c:v>
                </c:pt>
                <c:pt idx="601">
                  <c:v>0.56807059</c:v>
                </c:pt>
                <c:pt idx="602">
                  <c:v>0.44196153</c:v>
                </c:pt>
                <c:pt idx="603">
                  <c:v>0.5100444</c:v>
                </c:pt>
                <c:pt idx="604">
                  <c:v>0.50865686</c:v>
                </c:pt>
                <c:pt idx="605">
                  <c:v>0.50823474</c:v>
                </c:pt>
                <c:pt idx="606">
                  <c:v>0.63677907</c:v>
                </c:pt>
                <c:pt idx="607">
                  <c:v>0.56524813</c:v>
                </c:pt>
                <c:pt idx="608">
                  <c:v>0.66096193</c:v>
                </c:pt>
                <c:pt idx="609">
                  <c:v>0.62506</c:v>
                </c:pt>
                <c:pt idx="610">
                  <c:v>0.62464309</c:v>
                </c:pt>
                <c:pt idx="611">
                  <c:v>0.70756894</c:v>
                </c:pt>
                <c:pt idx="612">
                  <c:v>0.70812553</c:v>
                </c:pt>
                <c:pt idx="613">
                  <c:v>0.83655506</c:v>
                </c:pt>
                <c:pt idx="614">
                  <c:v>0.83659226</c:v>
                </c:pt>
                <c:pt idx="615">
                  <c:v>0.85876167</c:v>
                </c:pt>
                <c:pt idx="616">
                  <c:v>0.86023992</c:v>
                </c:pt>
                <c:pt idx="617">
                  <c:v>0.75453603</c:v>
                </c:pt>
                <c:pt idx="618">
                  <c:v>0.78318572</c:v>
                </c:pt>
                <c:pt idx="619">
                  <c:v>0.75215435</c:v>
                </c:pt>
                <c:pt idx="620">
                  <c:v>0.82078135</c:v>
                </c:pt>
                <c:pt idx="621">
                  <c:v>0.9028461</c:v>
                </c:pt>
                <c:pt idx="622">
                  <c:v>0.81405705</c:v>
                </c:pt>
                <c:pt idx="623">
                  <c:v>0.91797113</c:v>
                </c:pt>
                <c:pt idx="624">
                  <c:v>0.90882206</c:v>
                </c:pt>
                <c:pt idx="625">
                  <c:v>0.85603261</c:v>
                </c:pt>
                <c:pt idx="626">
                  <c:v>0.90332228</c:v>
                </c:pt>
                <c:pt idx="627">
                  <c:v>0.54071724</c:v>
                </c:pt>
                <c:pt idx="628">
                  <c:v>0.53577965</c:v>
                </c:pt>
                <c:pt idx="629">
                  <c:v>0.415166</c:v>
                </c:pt>
                <c:pt idx="630">
                  <c:v>0.70827425</c:v>
                </c:pt>
                <c:pt idx="631">
                  <c:v>0.47112852</c:v>
                </c:pt>
                <c:pt idx="632">
                  <c:v>0.87424839</c:v>
                </c:pt>
                <c:pt idx="633">
                  <c:v>0.79733813</c:v>
                </c:pt>
                <c:pt idx="634">
                  <c:v>0.56572884</c:v>
                </c:pt>
                <c:pt idx="635">
                  <c:v>0.46928871</c:v>
                </c:pt>
                <c:pt idx="636">
                  <c:v>0.46785679</c:v>
                </c:pt>
                <c:pt idx="637">
                  <c:v>0.55293685</c:v>
                </c:pt>
                <c:pt idx="638">
                  <c:v>0.49687392</c:v>
                </c:pt>
                <c:pt idx="639">
                  <c:v>0.49319184</c:v>
                </c:pt>
                <c:pt idx="640">
                  <c:v>0.49475488</c:v>
                </c:pt>
                <c:pt idx="641">
                  <c:v>0.49084607</c:v>
                </c:pt>
                <c:pt idx="642">
                  <c:v>0.48944589</c:v>
                </c:pt>
                <c:pt idx="643">
                  <c:v>0.40506011</c:v>
                </c:pt>
                <c:pt idx="644">
                  <c:v>0.40386525</c:v>
                </c:pt>
                <c:pt idx="645">
                  <c:v>0.40468565</c:v>
                </c:pt>
                <c:pt idx="646">
                  <c:v>0.40351751</c:v>
                </c:pt>
                <c:pt idx="647">
                  <c:v>0.40572453</c:v>
                </c:pt>
                <c:pt idx="648">
                  <c:v>0.40574405</c:v>
                </c:pt>
                <c:pt idx="649">
                  <c:v>0.37130773</c:v>
                </c:pt>
                <c:pt idx="650">
                  <c:v>0.33769038</c:v>
                </c:pt>
                <c:pt idx="651">
                  <c:v>0.33767563</c:v>
                </c:pt>
                <c:pt idx="652">
                  <c:v>0.36741877</c:v>
                </c:pt>
                <c:pt idx="653">
                  <c:v>0.50891685</c:v>
                </c:pt>
                <c:pt idx="654">
                  <c:v>0.47599649</c:v>
                </c:pt>
                <c:pt idx="655">
                  <c:v>0.47554839</c:v>
                </c:pt>
                <c:pt idx="656">
                  <c:v>0.24759585</c:v>
                </c:pt>
                <c:pt idx="657">
                  <c:v>0.24941036</c:v>
                </c:pt>
                <c:pt idx="658">
                  <c:v>0.24700131</c:v>
                </c:pt>
                <c:pt idx="659">
                  <c:v>0.24701004</c:v>
                </c:pt>
                <c:pt idx="660">
                  <c:v>0.24606694</c:v>
                </c:pt>
                <c:pt idx="661">
                  <c:v>0.2452843</c:v>
                </c:pt>
                <c:pt idx="662">
                  <c:v>0.27703273</c:v>
                </c:pt>
                <c:pt idx="663">
                  <c:v>0.27768573</c:v>
                </c:pt>
                <c:pt idx="664">
                  <c:v>0.27596581</c:v>
                </c:pt>
                <c:pt idx="665">
                  <c:v>0.27556959</c:v>
                </c:pt>
                <c:pt idx="666">
                  <c:v>0.27736911</c:v>
                </c:pt>
                <c:pt idx="667">
                  <c:v>0.27710652</c:v>
                </c:pt>
                <c:pt idx="668">
                  <c:v>0.27563345</c:v>
                </c:pt>
                <c:pt idx="669">
                  <c:v>0.27387714</c:v>
                </c:pt>
                <c:pt idx="670">
                  <c:v>0.34421402</c:v>
                </c:pt>
                <c:pt idx="671">
                  <c:v>0.34476352</c:v>
                </c:pt>
                <c:pt idx="672">
                  <c:v>0.61044496</c:v>
                </c:pt>
                <c:pt idx="673">
                  <c:v>0.38170415</c:v>
                </c:pt>
                <c:pt idx="674">
                  <c:v>0.38473648</c:v>
                </c:pt>
                <c:pt idx="675">
                  <c:v>0.38322437</c:v>
                </c:pt>
                <c:pt idx="676">
                  <c:v>0.38307002</c:v>
                </c:pt>
                <c:pt idx="677">
                  <c:v>0.39516011</c:v>
                </c:pt>
                <c:pt idx="678">
                  <c:v>0.39179319</c:v>
                </c:pt>
                <c:pt idx="679">
                  <c:v>0.37261027</c:v>
                </c:pt>
                <c:pt idx="680">
                  <c:v>0.43585002</c:v>
                </c:pt>
                <c:pt idx="681">
                  <c:v>0.43538854</c:v>
                </c:pt>
                <c:pt idx="682">
                  <c:v>0.43247855</c:v>
                </c:pt>
                <c:pt idx="683">
                  <c:v>0.43148339</c:v>
                </c:pt>
                <c:pt idx="684">
                  <c:v>0.48216948</c:v>
                </c:pt>
                <c:pt idx="685">
                  <c:v>0.48204023</c:v>
                </c:pt>
                <c:pt idx="686">
                  <c:v>0.634876</c:v>
                </c:pt>
                <c:pt idx="687">
                  <c:v>0.57483971</c:v>
                </c:pt>
                <c:pt idx="688">
                  <c:v>0.33201447</c:v>
                </c:pt>
                <c:pt idx="689">
                  <c:v>0.33120498</c:v>
                </c:pt>
                <c:pt idx="690">
                  <c:v>0.35915607</c:v>
                </c:pt>
                <c:pt idx="691">
                  <c:v>0.24241534</c:v>
                </c:pt>
                <c:pt idx="692">
                  <c:v>0.32190463</c:v>
                </c:pt>
                <c:pt idx="693">
                  <c:v>0.16977109</c:v>
                </c:pt>
                <c:pt idx="694">
                  <c:v>0.37659132</c:v>
                </c:pt>
                <c:pt idx="695">
                  <c:v>0.37902579</c:v>
                </c:pt>
                <c:pt idx="696">
                  <c:v>0.16799147</c:v>
                </c:pt>
                <c:pt idx="697">
                  <c:v>0.21161909</c:v>
                </c:pt>
                <c:pt idx="698">
                  <c:v>0.14966644</c:v>
                </c:pt>
                <c:pt idx="699">
                  <c:v>0.17008075</c:v>
                </c:pt>
                <c:pt idx="700">
                  <c:v>0.14742284</c:v>
                </c:pt>
                <c:pt idx="701">
                  <c:v>0.14672284</c:v>
                </c:pt>
                <c:pt idx="702">
                  <c:v>0.14700745</c:v>
                </c:pt>
                <c:pt idx="703">
                  <c:v>0.119724</c:v>
                </c:pt>
                <c:pt idx="704">
                  <c:v>0.11893199</c:v>
                </c:pt>
                <c:pt idx="705">
                  <c:v>0.11876927</c:v>
                </c:pt>
                <c:pt idx="706">
                  <c:v>0.11799038</c:v>
                </c:pt>
                <c:pt idx="707">
                  <c:v>0.11790235</c:v>
                </c:pt>
                <c:pt idx="708">
                  <c:v>0.16624117</c:v>
                </c:pt>
                <c:pt idx="709">
                  <c:v>0.37567511</c:v>
                </c:pt>
                <c:pt idx="710">
                  <c:v>0.33102396</c:v>
                </c:pt>
                <c:pt idx="711">
                  <c:v>0.33069327</c:v>
                </c:pt>
                <c:pt idx="712">
                  <c:v>0.32711482</c:v>
                </c:pt>
                <c:pt idx="713">
                  <c:v>0.4478927</c:v>
                </c:pt>
                <c:pt idx="714">
                  <c:v>0.32289791</c:v>
                </c:pt>
                <c:pt idx="715">
                  <c:v>0.14277339</c:v>
                </c:pt>
                <c:pt idx="716">
                  <c:v>0.13528027</c:v>
                </c:pt>
                <c:pt idx="717">
                  <c:v>0.14385103</c:v>
                </c:pt>
                <c:pt idx="718">
                  <c:v>0.38455844</c:v>
                </c:pt>
                <c:pt idx="719">
                  <c:v>0.16771024</c:v>
                </c:pt>
                <c:pt idx="720">
                  <c:v>0.11781024</c:v>
                </c:pt>
                <c:pt idx="721">
                  <c:v>0.11810899</c:v>
                </c:pt>
                <c:pt idx="722">
                  <c:v>0.187268</c:v>
                </c:pt>
                <c:pt idx="723">
                  <c:v>0.18661535</c:v>
                </c:pt>
                <c:pt idx="724">
                  <c:v>0.16427927</c:v>
                </c:pt>
                <c:pt idx="725">
                  <c:v>0.1626078</c:v>
                </c:pt>
                <c:pt idx="726">
                  <c:v>0.18539129</c:v>
                </c:pt>
                <c:pt idx="727">
                  <c:v>0.1829488</c:v>
                </c:pt>
                <c:pt idx="728">
                  <c:v>0.1826027</c:v>
                </c:pt>
                <c:pt idx="729">
                  <c:v>0.18023872</c:v>
                </c:pt>
                <c:pt idx="730">
                  <c:v>0.17890605</c:v>
                </c:pt>
                <c:pt idx="731">
                  <c:v>0.089185417</c:v>
                </c:pt>
                <c:pt idx="732">
                  <c:v>0.1848738</c:v>
                </c:pt>
                <c:pt idx="733">
                  <c:v>0.18266216</c:v>
                </c:pt>
                <c:pt idx="734">
                  <c:v>0.15669705</c:v>
                </c:pt>
                <c:pt idx="735">
                  <c:v>0.13293244</c:v>
                </c:pt>
                <c:pt idx="736">
                  <c:v>0.14074712</c:v>
                </c:pt>
                <c:pt idx="737">
                  <c:v>0.31185916</c:v>
                </c:pt>
                <c:pt idx="738">
                  <c:v>0.29411137</c:v>
                </c:pt>
                <c:pt idx="739">
                  <c:v>0.1654167</c:v>
                </c:pt>
                <c:pt idx="740">
                  <c:v>0.16408736</c:v>
                </c:pt>
                <c:pt idx="741">
                  <c:v>0.1468316</c:v>
                </c:pt>
                <c:pt idx="742">
                  <c:v>0.10328218</c:v>
                </c:pt>
                <c:pt idx="743">
                  <c:v>0.10248742</c:v>
                </c:pt>
                <c:pt idx="744">
                  <c:v>0.13196726</c:v>
                </c:pt>
                <c:pt idx="745">
                  <c:v>0.13058953</c:v>
                </c:pt>
                <c:pt idx="746">
                  <c:v>0.12942019</c:v>
                </c:pt>
                <c:pt idx="747">
                  <c:v>0.12902108</c:v>
                </c:pt>
                <c:pt idx="748">
                  <c:v>0.12771742</c:v>
                </c:pt>
                <c:pt idx="749">
                  <c:v>0.1411722</c:v>
                </c:pt>
                <c:pt idx="750">
                  <c:v>0.15857665</c:v>
                </c:pt>
                <c:pt idx="751">
                  <c:v>0.15720923</c:v>
                </c:pt>
                <c:pt idx="752">
                  <c:v>0.37497354</c:v>
                </c:pt>
                <c:pt idx="753">
                  <c:v>0.34046045</c:v>
                </c:pt>
                <c:pt idx="754">
                  <c:v>0.46141568</c:v>
                </c:pt>
                <c:pt idx="755">
                  <c:v>0.45761845</c:v>
                </c:pt>
                <c:pt idx="756">
                  <c:v>0.50884789</c:v>
                </c:pt>
                <c:pt idx="757">
                  <c:v>0.55053055</c:v>
                </c:pt>
                <c:pt idx="758">
                  <c:v>0.68507832</c:v>
                </c:pt>
                <c:pt idx="759">
                  <c:v>0.5830195</c:v>
                </c:pt>
                <c:pt idx="760">
                  <c:v>0.56644672</c:v>
                </c:pt>
                <c:pt idx="761">
                  <c:v>0.54325664</c:v>
                </c:pt>
                <c:pt idx="762">
                  <c:v>0.553276</c:v>
                </c:pt>
                <c:pt idx="763">
                  <c:v>0.54545242</c:v>
                </c:pt>
                <c:pt idx="764">
                  <c:v>0.52665514</c:v>
                </c:pt>
                <c:pt idx="765">
                  <c:v>0.56942564</c:v>
                </c:pt>
                <c:pt idx="766">
                  <c:v>0.56314826</c:v>
                </c:pt>
                <c:pt idx="767">
                  <c:v>0.559987</c:v>
                </c:pt>
                <c:pt idx="768">
                  <c:v>0.68768674</c:v>
                </c:pt>
                <c:pt idx="769">
                  <c:v>0.6053443</c:v>
                </c:pt>
                <c:pt idx="770">
                  <c:v>0.601292</c:v>
                </c:pt>
                <c:pt idx="771">
                  <c:v>0.71071368</c:v>
                </c:pt>
                <c:pt idx="772">
                  <c:v>0.65458453</c:v>
                </c:pt>
                <c:pt idx="773">
                  <c:v>0.60756129</c:v>
                </c:pt>
                <c:pt idx="774">
                  <c:v>0.58717906</c:v>
                </c:pt>
                <c:pt idx="775">
                  <c:v>0.67130935</c:v>
                </c:pt>
                <c:pt idx="776">
                  <c:v>0.66297996</c:v>
                </c:pt>
                <c:pt idx="777">
                  <c:v>0.59456038</c:v>
                </c:pt>
                <c:pt idx="778">
                  <c:v>0.58979976</c:v>
                </c:pt>
                <c:pt idx="779">
                  <c:v>0.54939729</c:v>
                </c:pt>
                <c:pt idx="780">
                  <c:v>0.53335112</c:v>
                </c:pt>
                <c:pt idx="781">
                  <c:v>0.30743337</c:v>
                </c:pt>
                <c:pt idx="782">
                  <c:v>0.35067</c:v>
                </c:pt>
                <c:pt idx="783">
                  <c:v>0.34768865</c:v>
                </c:pt>
                <c:pt idx="784">
                  <c:v>0.43852812</c:v>
                </c:pt>
                <c:pt idx="785">
                  <c:v>0.39023054</c:v>
                </c:pt>
                <c:pt idx="786">
                  <c:v>0.4285433</c:v>
                </c:pt>
                <c:pt idx="787">
                  <c:v>0.41053322</c:v>
                </c:pt>
                <c:pt idx="788">
                  <c:v>0.42692104</c:v>
                </c:pt>
                <c:pt idx="789">
                  <c:v>0.44486097</c:v>
                </c:pt>
                <c:pt idx="790">
                  <c:v>0.52542979</c:v>
                </c:pt>
                <c:pt idx="791">
                  <c:v>0.51455992</c:v>
                </c:pt>
                <c:pt idx="792">
                  <c:v>0.42214984</c:v>
                </c:pt>
                <c:pt idx="793">
                  <c:v>0.42717496</c:v>
                </c:pt>
                <c:pt idx="794">
                  <c:v>0.44189116</c:v>
                </c:pt>
                <c:pt idx="795">
                  <c:v>0.45583817</c:v>
                </c:pt>
                <c:pt idx="796">
                  <c:v>0.50650287</c:v>
                </c:pt>
                <c:pt idx="797">
                  <c:v>0.51113135</c:v>
                </c:pt>
                <c:pt idx="798">
                  <c:v>0.49454704</c:v>
                </c:pt>
                <c:pt idx="799">
                  <c:v>0.48886028</c:v>
                </c:pt>
                <c:pt idx="800">
                  <c:v>0.47916451</c:v>
                </c:pt>
                <c:pt idx="801">
                  <c:v>0.48396093</c:v>
                </c:pt>
                <c:pt idx="802">
                  <c:v>0.46853027</c:v>
                </c:pt>
                <c:pt idx="803">
                  <c:v>0.47633478</c:v>
                </c:pt>
                <c:pt idx="804">
                  <c:v>0.48086578</c:v>
                </c:pt>
                <c:pt idx="805">
                  <c:v>0.4074167</c:v>
                </c:pt>
                <c:pt idx="806">
                  <c:v>0.38498336</c:v>
                </c:pt>
                <c:pt idx="807">
                  <c:v>0.57741815</c:v>
                </c:pt>
                <c:pt idx="808">
                  <c:v>0.72191387</c:v>
                </c:pt>
                <c:pt idx="809">
                  <c:v>0.77967578</c:v>
                </c:pt>
                <c:pt idx="810">
                  <c:v>0.75487721</c:v>
                </c:pt>
                <c:pt idx="811">
                  <c:v>0.7915023</c:v>
                </c:pt>
                <c:pt idx="812">
                  <c:v>0.83752406</c:v>
                </c:pt>
                <c:pt idx="813">
                  <c:v>0.80817419</c:v>
                </c:pt>
                <c:pt idx="814">
                  <c:v>0.81616837</c:v>
                </c:pt>
                <c:pt idx="815">
                  <c:v>0.80906749</c:v>
                </c:pt>
                <c:pt idx="816">
                  <c:v>0.81763577</c:v>
                </c:pt>
                <c:pt idx="817">
                  <c:v>0.79541636</c:v>
                </c:pt>
                <c:pt idx="818">
                  <c:v>0.82973444</c:v>
                </c:pt>
                <c:pt idx="819">
                  <c:v>0.82236844</c:v>
                </c:pt>
                <c:pt idx="820">
                  <c:v>0.83245844</c:v>
                </c:pt>
                <c:pt idx="821">
                  <c:v>0.86581933</c:v>
                </c:pt>
                <c:pt idx="822">
                  <c:v>0.93885446</c:v>
                </c:pt>
                <c:pt idx="823">
                  <c:v>0.84122193</c:v>
                </c:pt>
                <c:pt idx="824">
                  <c:v>0.84204853</c:v>
                </c:pt>
                <c:pt idx="825">
                  <c:v>0.908221</c:v>
                </c:pt>
                <c:pt idx="826">
                  <c:v>0.95809364</c:v>
                </c:pt>
                <c:pt idx="827">
                  <c:v>1.0893768</c:v>
                </c:pt>
                <c:pt idx="828">
                  <c:v>1.0625789</c:v>
                </c:pt>
                <c:pt idx="829">
                  <c:v>1.0695895</c:v>
                </c:pt>
                <c:pt idx="830">
                  <c:v>1.0786905</c:v>
                </c:pt>
                <c:pt idx="831">
                  <c:v>1.0853264</c:v>
                </c:pt>
                <c:pt idx="832">
                  <c:v>1.0806749</c:v>
                </c:pt>
                <c:pt idx="833">
                  <c:v>1.1554203</c:v>
                </c:pt>
                <c:pt idx="834">
                  <c:v>1.1418644</c:v>
                </c:pt>
                <c:pt idx="835">
                  <c:v>1.1098183</c:v>
                </c:pt>
                <c:pt idx="836">
                  <c:v>1.1018351</c:v>
                </c:pt>
                <c:pt idx="837">
                  <c:v>1.0802563</c:v>
                </c:pt>
                <c:pt idx="838">
                  <c:v>1.1809049</c:v>
                </c:pt>
                <c:pt idx="839">
                  <c:v>1.3100291</c:v>
                </c:pt>
                <c:pt idx="840">
                  <c:v>1.2834023</c:v>
                </c:pt>
                <c:pt idx="841">
                  <c:v>1.1168977</c:v>
                </c:pt>
                <c:pt idx="842">
                  <c:v>1.1109393</c:v>
                </c:pt>
                <c:pt idx="843">
                  <c:v>0.99371421</c:v>
                </c:pt>
                <c:pt idx="844">
                  <c:v>1.0020255</c:v>
                </c:pt>
                <c:pt idx="845">
                  <c:v>1.0228657</c:v>
                </c:pt>
                <c:pt idx="846">
                  <c:v>1.0673811</c:v>
                </c:pt>
                <c:pt idx="847">
                  <c:v>1.1778324</c:v>
                </c:pt>
                <c:pt idx="848">
                  <c:v>1.2062416</c:v>
                </c:pt>
                <c:pt idx="849">
                  <c:v>1.1577638</c:v>
                </c:pt>
                <c:pt idx="850">
                  <c:v>1.0681845</c:v>
                </c:pt>
                <c:pt idx="851">
                  <c:v>1.0566782</c:v>
                </c:pt>
                <c:pt idx="852">
                  <c:v>0.83907676</c:v>
                </c:pt>
                <c:pt idx="853">
                  <c:v>0.82572728</c:v>
                </c:pt>
                <c:pt idx="854">
                  <c:v>0.84615004</c:v>
                </c:pt>
                <c:pt idx="855">
                  <c:v>0.83503938</c:v>
                </c:pt>
                <c:pt idx="856">
                  <c:v>0.81297868</c:v>
                </c:pt>
                <c:pt idx="857">
                  <c:v>0.828603</c:v>
                </c:pt>
                <c:pt idx="858">
                  <c:v>0.86716062</c:v>
                </c:pt>
                <c:pt idx="859">
                  <c:v>0.87843835</c:v>
                </c:pt>
                <c:pt idx="860">
                  <c:v>0.89433289</c:v>
                </c:pt>
                <c:pt idx="861">
                  <c:v>0.93187219</c:v>
                </c:pt>
                <c:pt idx="862">
                  <c:v>0.92174381</c:v>
                </c:pt>
                <c:pt idx="863">
                  <c:v>0.95305759</c:v>
                </c:pt>
                <c:pt idx="864">
                  <c:v>0.97771943</c:v>
                </c:pt>
                <c:pt idx="865">
                  <c:v>1.069615</c:v>
                </c:pt>
                <c:pt idx="866">
                  <c:v>1.1376268</c:v>
                </c:pt>
                <c:pt idx="867">
                  <c:v>1.144083</c:v>
                </c:pt>
                <c:pt idx="868">
                  <c:v>1.0058194</c:v>
                </c:pt>
                <c:pt idx="869">
                  <c:v>0.97071916</c:v>
                </c:pt>
                <c:pt idx="870">
                  <c:v>1.0155358</c:v>
                </c:pt>
                <c:pt idx="871">
                  <c:v>0.98814791</c:v>
                </c:pt>
                <c:pt idx="872">
                  <c:v>1.0592674</c:v>
                </c:pt>
                <c:pt idx="873">
                  <c:v>1.0693882</c:v>
                </c:pt>
                <c:pt idx="874">
                  <c:v>1.0819321</c:v>
                </c:pt>
                <c:pt idx="875">
                  <c:v>1.0871935</c:v>
                </c:pt>
                <c:pt idx="876">
                  <c:v>1.0949194</c:v>
                </c:pt>
                <c:pt idx="877">
                  <c:v>1.0316327</c:v>
                </c:pt>
                <c:pt idx="878">
                  <c:v>1.1306696</c:v>
                </c:pt>
                <c:pt idx="879">
                  <c:v>1.1220093</c:v>
                </c:pt>
                <c:pt idx="880">
                  <c:v>1.1139849</c:v>
                </c:pt>
                <c:pt idx="881">
                  <c:v>1.0424744</c:v>
                </c:pt>
                <c:pt idx="882">
                  <c:v>1.0340564</c:v>
                </c:pt>
                <c:pt idx="883">
                  <c:v>1.0488448</c:v>
                </c:pt>
                <c:pt idx="884">
                  <c:v>1.2660815</c:v>
                </c:pt>
                <c:pt idx="885">
                  <c:v>1.3142109</c:v>
                </c:pt>
                <c:pt idx="886">
                  <c:v>1.3024173</c:v>
                </c:pt>
                <c:pt idx="887">
                  <c:v>1.2324852</c:v>
                </c:pt>
                <c:pt idx="888">
                  <c:v>1.2103667</c:v>
                </c:pt>
                <c:pt idx="889">
                  <c:v>1.2806023</c:v>
                </c:pt>
                <c:pt idx="890">
                  <c:v>1.2439865</c:v>
                </c:pt>
                <c:pt idx="891">
                  <c:v>1.2120012</c:v>
                </c:pt>
                <c:pt idx="892">
                  <c:v>1.1601459</c:v>
                </c:pt>
                <c:pt idx="893">
                  <c:v>1.3143982</c:v>
                </c:pt>
                <c:pt idx="894">
                  <c:v>1.2420688</c:v>
                </c:pt>
                <c:pt idx="895">
                  <c:v>1.1919426</c:v>
                </c:pt>
                <c:pt idx="896">
                  <c:v>1.0087422</c:v>
                </c:pt>
                <c:pt idx="897">
                  <c:v>1.0215791</c:v>
                </c:pt>
                <c:pt idx="898">
                  <c:v>1.1206448</c:v>
                </c:pt>
                <c:pt idx="899">
                  <c:v>1.0409352</c:v>
                </c:pt>
                <c:pt idx="900">
                  <c:v>1.06472</c:v>
                </c:pt>
                <c:pt idx="901">
                  <c:v>1.073588</c:v>
                </c:pt>
                <c:pt idx="902">
                  <c:v>1.1866275</c:v>
                </c:pt>
                <c:pt idx="903">
                  <c:v>1.1001604</c:v>
                </c:pt>
                <c:pt idx="904">
                  <c:v>0.97316509</c:v>
                </c:pt>
                <c:pt idx="905">
                  <c:v>0.93474823</c:v>
                </c:pt>
                <c:pt idx="906">
                  <c:v>0.940533</c:v>
                </c:pt>
                <c:pt idx="907">
                  <c:v>0.73425239</c:v>
                </c:pt>
                <c:pt idx="908">
                  <c:v>0.68733346</c:v>
                </c:pt>
                <c:pt idx="909">
                  <c:v>0.6637032</c:v>
                </c:pt>
                <c:pt idx="910">
                  <c:v>0.59214765</c:v>
                </c:pt>
                <c:pt idx="911">
                  <c:v>0.59816086</c:v>
                </c:pt>
                <c:pt idx="912">
                  <c:v>0.57740468</c:v>
                </c:pt>
                <c:pt idx="913">
                  <c:v>0.57843691</c:v>
                </c:pt>
                <c:pt idx="914">
                  <c:v>0.57862437</c:v>
                </c:pt>
                <c:pt idx="915">
                  <c:v>0.57683307</c:v>
                </c:pt>
                <c:pt idx="916">
                  <c:v>0.55061626</c:v>
                </c:pt>
                <c:pt idx="917">
                  <c:v>0.55169469</c:v>
                </c:pt>
                <c:pt idx="918">
                  <c:v>0.54435104</c:v>
                </c:pt>
                <c:pt idx="919">
                  <c:v>0.54505342</c:v>
                </c:pt>
                <c:pt idx="920">
                  <c:v>0.52094209</c:v>
                </c:pt>
                <c:pt idx="921">
                  <c:v>0.5285908</c:v>
                </c:pt>
                <c:pt idx="922">
                  <c:v>0.53149062</c:v>
                </c:pt>
                <c:pt idx="923">
                  <c:v>0.67670584</c:v>
                </c:pt>
                <c:pt idx="924">
                  <c:v>0.69006169</c:v>
                </c:pt>
                <c:pt idx="925">
                  <c:v>0.6759842</c:v>
                </c:pt>
                <c:pt idx="926">
                  <c:v>0.69780314</c:v>
                </c:pt>
                <c:pt idx="927">
                  <c:v>0.697475</c:v>
                </c:pt>
                <c:pt idx="928">
                  <c:v>0.77784461</c:v>
                </c:pt>
                <c:pt idx="929">
                  <c:v>0.72329503</c:v>
                </c:pt>
                <c:pt idx="930">
                  <c:v>0.62445432</c:v>
                </c:pt>
                <c:pt idx="931">
                  <c:v>0.716096</c:v>
                </c:pt>
                <c:pt idx="932">
                  <c:v>0.67395759</c:v>
                </c:pt>
                <c:pt idx="933">
                  <c:v>0.54155046</c:v>
                </c:pt>
                <c:pt idx="934">
                  <c:v>0.53481454</c:v>
                </c:pt>
                <c:pt idx="935">
                  <c:v>0.55597889</c:v>
                </c:pt>
                <c:pt idx="936">
                  <c:v>0.55905551</c:v>
                </c:pt>
                <c:pt idx="937">
                  <c:v>0.59841549</c:v>
                </c:pt>
                <c:pt idx="938">
                  <c:v>0.5991208</c:v>
                </c:pt>
                <c:pt idx="939">
                  <c:v>0.5748058</c:v>
                </c:pt>
                <c:pt idx="940">
                  <c:v>0.564793</c:v>
                </c:pt>
                <c:pt idx="941">
                  <c:v>0.61250091</c:v>
                </c:pt>
                <c:pt idx="942">
                  <c:v>0.57251775</c:v>
                </c:pt>
                <c:pt idx="943">
                  <c:v>0.5803991</c:v>
                </c:pt>
                <c:pt idx="944">
                  <c:v>0.62030375</c:v>
                </c:pt>
                <c:pt idx="945">
                  <c:v>0.63915586</c:v>
                </c:pt>
                <c:pt idx="946">
                  <c:v>0.67222816</c:v>
                </c:pt>
                <c:pt idx="947">
                  <c:v>0.73294377</c:v>
                </c:pt>
                <c:pt idx="948">
                  <c:v>0.94338667</c:v>
                </c:pt>
                <c:pt idx="949">
                  <c:v>0.896543</c:v>
                </c:pt>
                <c:pt idx="950">
                  <c:v>0.79568976</c:v>
                </c:pt>
                <c:pt idx="951">
                  <c:v>0.80379814</c:v>
                </c:pt>
                <c:pt idx="952">
                  <c:v>0.8605898</c:v>
                </c:pt>
                <c:pt idx="953">
                  <c:v>0.83594209</c:v>
                </c:pt>
                <c:pt idx="954">
                  <c:v>0.84515667</c:v>
                </c:pt>
                <c:pt idx="955">
                  <c:v>0.85316104</c:v>
                </c:pt>
                <c:pt idx="956">
                  <c:v>0.88727033</c:v>
                </c:pt>
                <c:pt idx="957">
                  <c:v>0.9685145</c:v>
                </c:pt>
                <c:pt idx="958">
                  <c:v>0.8971802</c:v>
                </c:pt>
                <c:pt idx="959">
                  <c:v>1.2350034</c:v>
                </c:pt>
                <c:pt idx="960">
                  <c:v>1.2476687</c:v>
                </c:pt>
                <c:pt idx="961">
                  <c:v>1.2824738</c:v>
                </c:pt>
                <c:pt idx="962">
                  <c:v>1.3259907</c:v>
                </c:pt>
                <c:pt idx="963">
                  <c:v>1.3044773</c:v>
                </c:pt>
                <c:pt idx="964">
                  <c:v>1.1810673</c:v>
                </c:pt>
                <c:pt idx="965">
                  <c:v>1.1222082</c:v>
                </c:pt>
                <c:pt idx="966">
                  <c:v>1.1654207</c:v>
                </c:pt>
                <c:pt idx="967">
                  <c:v>1.1699888</c:v>
                </c:pt>
                <c:pt idx="968">
                  <c:v>1.2398984</c:v>
                </c:pt>
                <c:pt idx="969">
                  <c:v>1.192565</c:v>
                </c:pt>
                <c:pt idx="970">
                  <c:v>1.3170347</c:v>
                </c:pt>
                <c:pt idx="971">
                  <c:v>1.4248863</c:v>
                </c:pt>
                <c:pt idx="972">
                  <c:v>1.3617045</c:v>
                </c:pt>
                <c:pt idx="973">
                  <c:v>1.3952193</c:v>
                </c:pt>
                <c:pt idx="974">
                  <c:v>1.3311158</c:v>
                </c:pt>
                <c:pt idx="975">
                  <c:v>1.017558</c:v>
                </c:pt>
                <c:pt idx="976">
                  <c:v>0.90672773</c:v>
                </c:pt>
                <c:pt idx="977">
                  <c:v>0.9341343</c:v>
                </c:pt>
                <c:pt idx="978">
                  <c:v>0.89616418</c:v>
                </c:pt>
                <c:pt idx="979">
                  <c:v>0.74940187</c:v>
                </c:pt>
                <c:pt idx="980">
                  <c:v>0.77035362</c:v>
                </c:pt>
                <c:pt idx="981">
                  <c:v>0.83746004</c:v>
                </c:pt>
                <c:pt idx="982">
                  <c:v>0.817552</c:v>
                </c:pt>
                <c:pt idx="983">
                  <c:v>0.70616162</c:v>
                </c:pt>
                <c:pt idx="984">
                  <c:v>0.67378914</c:v>
                </c:pt>
                <c:pt idx="985">
                  <c:v>0.70861638</c:v>
                </c:pt>
                <c:pt idx="986">
                  <c:v>0.79507208</c:v>
                </c:pt>
                <c:pt idx="987">
                  <c:v>0.77548766</c:v>
                </c:pt>
                <c:pt idx="988">
                  <c:v>0.79852629</c:v>
                </c:pt>
                <c:pt idx="989">
                  <c:v>0.77276844</c:v>
                </c:pt>
                <c:pt idx="990">
                  <c:v>0.85925585</c:v>
                </c:pt>
                <c:pt idx="991">
                  <c:v>0.84641856</c:v>
                </c:pt>
                <c:pt idx="992">
                  <c:v>0.87399691</c:v>
                </c:pt>
                <c:pt idx="993">
                  <c:v>0.9634195</c:v>
                </c:pt>
                <c:pt idx="994">
                  <c:v>0.92300808</c:v>
                </c:pt>
                <c:pt idx="995">
                  <c:v>0.97057343</c:v>
                </c:pt>
                <c:pt idx="996">
                  <c:v>0.90047848</c:v>
                </c:pt>
                <c:pt idx="997">
                  <c:v>0.91425109</c:v>
                </c:pt>
                <c:pt idx="998">
                  <c:v>0.91051155</c:v>
                </c:pt>
                <c:pt idx="999">
                  <c:v>0.95747721</c:v>
                </c:pt>
                <c:pt idx="1000">
                  <c:v>0.86263764</c:v>
                </c:pt>
                <c:pt idx="1001">
                  <c:v>0.82523286</c:v>
                </c:pt>
                <c:pt idx="1002">
                  <c:v>0.88641566</c:v>
                </c:pt>
                <c:pt idx="1003">
                  <c:v>0.85657728</c:v>
                </c:pt>
                <c:pt idx="1004">
                  <c:v>0.88606912</c:v>
                </c:pt>
                <c:pt idx="1005">
                  <c:v>0.51783526</c:v>
                </c:pt>
                <c:pt idx="1006">
                  <c:v>0.535278</c:v>
                </c:pt>
                <c:pt idx="1007">
                  <c:v>0.50412744</c:v>
                </c:pt>
                <c:pt idx="1008">
                  <c:v>0.54382235</c:v>
                </c:pt>
                <c:pt idx="1009">
                  <c:v>0.54935527</c:v>
                </c:pt>
                <c:pt idx="1010">
                  <c:v>0.545194</c:v>
                </c:pt>
                <c:pt idx="1011">
                  <c:v>0.541936</c:v>
                </c:pt>
                <c:pt idx="1012">
                  <c:v>0.6509282</c:v>
                </c:pt>
                <c:pt idx="1013">
                  <c:v>0.58693093</c:v>
                </c:pt>
                <c:pt idx="1014">
                  <c:v>0.59056318</c:v>
                </c:pt>
                <c:pt idx="1015">
                  <c:v>0.60494244</c:v>
                </c:pt>
                <c:pt idx="1016">
                  <c:v>0.60993004</c:v>
                </c:pt>
                <c:pt idx="1017">
                  <c:v>0.64799988</c:v>
                </c:pt>
                <c:pt idx="1018">
                  <c:v>0.76599938</c:v>
                </c:pt>
                <c:pt idx="1019">
                  <c:v>0.76235044</c:v>
                </c:pt>
                <c:pt idx="1020">
                  <c:v>0.77356827</c:v>
                </c:pt>
                <c:pt idx="1021">
                  <c:v>0.7556783</c:v>
                </c:pt>
                <c:pt idx="1022">
                  <c:v>0.69392174</c:v>
                </c:pt>
                <c:pt idx="1023">
                  <c:v>0.72533935</c:v>
                </c:pt>
                <c:pt idx="1024">
                  <c:v>0.8253023</c:v>
                </c:pt>
                <c:pt idx="1025">
                  <c:v>0.83389211</c:v>
                </c:pt>
                <c:pt idx="1026">
                  <c:v>0.80246949</c:v>
                </c:pt>
                <c:pt idx="1027">
                  <c:v>0.860256</c:v>
                </c:pt>
                <c:pt idx="1028">
                  <c:v>0.8356843</c:v>
                </c:pt>
                <c:pt idx="1029">
                  <c:v>0.834458</c:v>
                </c:pt>
                <c:pt idx="1030">
                  <c:v>0.72513169</c:v>
                </c:pt>
                <c:pt idx="1031">
                  <c:v>0.72813517</c:v>
                </c:pt>
                <c:pt idx="1032">
                  <c:v>0.74084312</c:v>
                </c:pt>
                <c:pt idx="1033">
                  <c:v>1.0852542</c:v>
                </c:pt>
                <c:pt idx="1034">
                  <c:v>1.0983998</c:v>
                </c:pt>
                <c:pt idx="1035">
                  <c:v>1.1144056</c:v>
                </c:pt>
                <c:pt idx="1036">
                  <c:v>0.85622919</c:v>
                </c:pt>
                <c:pt idx="1037">
                  <c:v>0.73073071</c:v>
                </c:pt>
                <c:pt idx="1038">
                  <c:v>0.73695004</c:v>
                </c:pt>
                <c:pt idx="1039">
                  <c:v>0.52294159</c:v>
                </c:pt>
                <c:pt idx="1040">
                  <c:v>0.55598408</c:v>
                </c:pt>
                <c:pt idx="1041">
                  <c:v>0.56291538</c:v>
                </c:pt>
                <c:pt idx="1042">
                  <c:v>0.56464416</c:v>
                </c:pt>
                <c:pt idx="1043">
                  <c:v>0.53947562</c:v>
                </c:pt>
                <c:pt idx="1044">
                  <c:v>0.58185089</c:v>
                </c:pt>
                <c:pt idx="1045">
                  <c:v>0.60241759</c:v>
                </c:pt>
                <c:pt idx="1046">
                  <c:v>0.60865968</c:v>
                </c:pt>
                <c:pt idx="1047">
                  <c:v>0.74216759</c:v>
                </c:pt>
                <c:pt idx="1048">
                  <c:v>0.65033686</c:v>
                </c:pt>
                <c:pt idx="1049">
                  <c:v>0.55194294</c:v>
                </c:pt>
                <c:pt idx="1050">
                  <c:v>0.65689719</c:v>
                </c:pt>
                <c:pt idx="1051">
                  <c:v>0.66434544</c:v>
                </c:pt>
                <c:pt idx="1052">
                  <c:v>0.58034909</c:v>
                </c:pt>
                <c:pt idx="1053">
                  <c:v>0.59143263</c:v>
                </c:pt>
                <c:pt idx="1054">
                  <c:v>0.61159468</c:v>
                </c:pt>
                <c:pt idx="1055">
                  <c:v>0.46500361</c:v>
                </c:pt>
                <c:pt idx="1056">
                  <c:v>0.28203544</c:v>
                </c:pt>
                <c:pt idx="1057">
                  <c:v>0.28625092</c:v>
                </c:pt>
                <c:pt idx="1058">
                  <c:v>0.30490351</c:v>
                </c:pt>
                <c:pt idx="1059">
                  <c:v>0.29260278</c:v>
                </c:pt>
                <c:pt idx="1060">
                  <c:v>0.29751816</c:v>
                </c:pt>
                <c:pt idx="1061">
                  <c:v>0.30342281</c:v>
                </c:pt>
                <c:pt idx="1062">
                  <c:v>0.28846043</c:v>
                </c:pt>
                <c:pt idx="1063">
                  <c:v>0.29078344</c:v>
                </c:pt>
                <c:pt idx="1064">
                  <c:v>0.2975482</c:v>
                </c:pt>
                <c:pt idx="1065">
                  <c:v>0.30048409</c:v>
                </c:pt>
                <c:pt idx="1066">
                  <c:v>0.30289847</c:v>
                </c:pt>
                <c:pt idx="1067">
                  <c:v>0.30991721</c:v>
                </c:pt>
                <c:pt idx="1068">
                  <c:v>0.311186</c:v>
                </c:pt>
                <c:pt idx="1069">
                  <c:v>0.33349541</c:v>
                </c:pt>
                <c:pt idx="1070">
                  <c:v>0.43320832</c:v>
                </c:pt>
                <c:pt idx="1071">
                  <c:v>1.5902046</c:v>
                </c:pt>
                <c:pt idx="1072">
                  <c:v>1.5914092</c:v>
                </c:pt>
                <c:pt idx="1073">
                  <c:v>1.5196928</c:v>
                </c:pt>
                <c:pt idx="1074">
                  <c:v>1.52653</c:v>
                </c:pt>
                <c:pt idx="1075">
                  <c:v>1.5440699</c:v>
                </c:pt>
                <c:pt idx="1076">
                  <c:v>1.5567945</c:v>
                </c:pt>
                <c:pt idx="1077">
                  <c:v>1.5958236</c:v>
                </c:pt>
                <c:pt idx="1078">
                  <c:v>1.6155839</c:v>
                </c:pt>
                <c:pt idx="1079">
                  <c:v>1.6038923</c:v>
                </c:pt>
                <c:pt idx="1080">
                  <c:v>1.6234072</c:v>
                </c:pt>
                <c:pt idx="1081">
                  <c:v>1.6420013</c:v>
                </c:pt>
                <c:pt idx="1082">
                  <c:v>1.8606572</c:v>
                </c:pt>
                <c:pt idx="1083">
                  <c:v>1.9068034</c:v>
                </c:pt>
                <c:pt idx="1084">
                  <c:v>1.9351903</c:v>
                </c:pt>
                <c:pt idx="1085">
                  <c:v>1.9428738</c:v>
                </c:pt>
                <c:pt idx="1086">
                  <c:v>1.9806535</c:v>
                </c:pt>
                <c:pt idx="1087">
                  <c:v>2.0150254</c:v>
                </c:pt>
                <c:pt idx="1088">
                  <c:v>2.0154996</c:v>
                </c:pt>
                <c:pt idx="1089">
                  <c:v>2.0909417</c:v>
                </c:pt>
                <c:pt idx="1090">
                  <c:v>1.994408</c:v>
                </c:pt>
                <c:pt idx="1091">
                  <c:v>1.996768</c:v>
                </c:pt>
                <c:pt idx="1092">
                  <c:v>1.7484682</c:v>
                </c:pt>
                <c:pt idx="1093">
                  <c:v>1.7053385</c:v>
                </c:pt>
                <c:pt idx="1094">
                  <c:v>1.7549655</c:v>
                </c:pt>
                <c:pt idx="1095">
                  <c:v>1.8137182</c:v>
                </c:pt>
                <c:pt idx="1096">
                  <c:v>1.8391176</c:v>
                </c:pt>
                <c:pt idx="1097">
                  <c:v>1.8601681</c:v>
                </c:pt>
                <c:pt idx="1098">
                  <c:v>1.8641027</c:v>
                </c:pt>
                <c:pt idx="1099">
                  <c:v>1.8682959</c:v>
                </c:pt>
                <c:pt idx="1100">
                  <c:v>1.9010483</c:v>
                </c:pt>
                <c:pt idx="1101">
                  <c:v>1.9128872</c:v>
                </c:pt>
                <c:pt idx="1102">
                  <c:v>1.9427676</c:v>
                </c:pt>
                <c:pt idx="1103">
                  <c:v>1.9671344</c:v>
                </c:pt>
                <c:pt idx="1104">
                  <c:v>1.9936279</c:v>
                </c:pt>
                <c:pt idx="1105">
                  <c:v>2.0478907</c:v>
                </c:pt>
                <c:pt idx="1106">
                  <c:v>2.0699363</c:v>
                </c:pt>
                <c:pt idx="1107">
                  <c:v>2.0965066</c:v>
                </c:pt>
                <c:pt idx="1108">
                  <c:v>2.1279807</c:v>
                </c:pt>
                <c:pt idx="1109">
                  <c:v>2.14854</c:v>
                </c:pt>
                <c:pt idx="1110">
                  <c:v>2.1755166</c:v>
                </c:pt>
                <c:pt idx="1111">
                  <c:v>2.1828053</c:v>
                </c:pt>
                <c:pt idx="1112">
                  <c:v>2.219527</c:v>
                </c:pt>
                <c:pt idx="1113">
                  <c:v>2.1433685</c:v>
                </c:pt>
                <c:pt idx="1114">
                  <c:v>2.1821156</c:v>
                </c:pt>
                <c:pt idx="1115">
                  <c:v>2.1863971</c:v>
                </c:pt>
                <c:pt idx="1116">
                  <c:v>2.2122076</c:v>
                </c:pt>
                <c:pt idx="1117">
                  <c:v>2.2289412</c:v>
                </c:pt>
                <c:pt idx="1118">
                  <c:v>2.2439315</c:v>
                </c:pt>
                <c:pt idx="1119">
                  <c:v>2.2819965</c:v>
                </c:pt>
                <c:pt idx="1120">
                  <c:v>2.3265424</c:v>
                </c:pt>
                <c:pt idx="1121">
                  <c:v>2.3855541</c:v>
                </c:pt>
                <c:pt idx="1122">
                  <c:v>2.4162202</c:v>
                </c:pt>
                <c:pt idx="1123">
                  <c:v>2.4472332</c:v>
                </c:pt>
                <c:pt idx="1124">
                  <c:v>2.4691617</c:v>
                </c:pt>
                <c:pt idx="1125">
                  <c:v>2.5578969</c:v>
                </c:pt>
                <c:pt idx="1126">
                  <c:v>2.6348565</c:v>
                </c:pt>
                <c:pt idx="1127">
                  <c:v>2.6527584</c:v>
                </c:pt>
                <c:pt idx="1128">
                  <c:v>2.6992207</c:v>
                </c:pt>
                <c:pt idx="1129">
                  <c:v>2.7457423</c:v>
                </c:pt>
                <c:pt idx="1130">
                  <c:v>2.801024</c:v>
                </c:pt>
                <c:pt idx="1131">
                  <c:v>2.8540421</c:v>
                </c:pt>
                <c:pt idx="1132">
                  <c:v>2.915971</c:v>
                </c:pt>
                <c:pt idx="1133">
                  <c:v>2.9541235</c:v>
                </c:pt>
                <c:pt idx="1134">
                  <c:v>3.0052664</c:v>
                </c:pt>
                <c:pt idx="1135">
                  <c:v>3.0885394</c:v>
                </c:pt>
                <c:pt idx="1136">
                  <c:v>3.1401932</c:v>
                </c:pt>
                <c:pt idx="1137">
                  <c:v>3.2126124</c:v>
                </c:pt>
                <c:pt idx="1138">
                  <c:v>3.2731011</c:v>
                </c:pt>
                <c:pt idx="1139">
                  <c:v>3.3014216</c:v>
                </c:pt>
                <c:pt idx="1140">
                  <c:v>3.387712</c:v>
                </c:pt>
                <c:pt idx="1141">
                  <c:v>3.5428064</c:v>
                </c:pt>
                <c:pt idx="1142">
                  <c:v>3.5670621</c:v>
                </c:pt>
                <c:pt idx="1143">
                  <c:v>0.17964572</c:v>
                </c:pt>
                <c:pt idx="1144">
                  <c:v>0.17989343</c:v>
                </c:pt>
                <c:pt idx="1145">
                  <c:v>0.18107495</c:v>
                </c:pt>
                <c:pt idx="1146">
                  <c:v>0.1865873</c:v>
                </c:pt>
                <c:pt idx="1147">
                  <c:v>0.91623086</c:v>
                </c:pt>
                <c:pt idx="1148">
                  <c:v>0.19179387</c:v>
                </c:pt>
                <c:pt idx="1149">
                  <c:v>0</c:v>
                </c:pt>
                <c:pt idx="1150">
                  <c:v>0</c:v>
                </c:pt>
                <c:pt idx="1151">
                  <c:v>0.39366469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0.27436224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0.77481484</c:v>
                </c:pt>
                <c:pt idx="1222">
                  <c:v>0</c:v>
                </c:pt>
                <c:pt idx="1223">
                  <c:v>0.79211479</c:v>
                </c:pt>
                <c:pt idx="1224">
                  <c:v>0.80088764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群英汇-马背长歌
17:04-17:56</c:v>
                </c:pt>
                <c:pt idx="1">
                  <c:v>中国三农报道
18:00-18:33</c:v>
                </c:pt>
                <c:pt idx="2">
                  <c:v>振兴路上新观察
18:36-18:51</c:v>
                </c:pt>
                <c:pt idx="3">
                  <c:v>共富经-策马扬鞭向新程
20:46-21:46</c:v>
                </c:pt>
                <c:pt idx="4">
                  <c:v>农人秀-家乡年货开箱记
21:50-22:46</c:v>
                </c:pt>
                <c:pt idx="5">
                  <c:v>盘中餐-食暖幸福年
22:47-23:45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0.047</c:v>
                </c:pt>
                <c:pt idx="1">
                  <c:v>0.077</c:v>
                </c:pt>
                <c:pt idx="2">
                  <c:v>0.135</c:v>
                </c:pt>
                <c:pt idx="3">
                  <c:v>0.076</c:v>
                </c:pt>
                <c:pt idx="4">
                  <c:v>0.048</c:v>
                </c:pt>
                <c:pt idx="5">
                  <c:v>0.028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2月9日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群英汇-马背长歌
17:04-17:56</c:v>
                </c:pt>
                <c:pt idx="1">
                  <c:v>中国三农报道
18:00-18:33</c:v>
                </c:pt>
                <c:pt idx="2">
                  <c:v>振兴路上新观察
18:36-18:51</c:v>
                </c:pt>
                <c:pt idx="3">
                  <c:v>共富经-策马扬鞭向新程
20:46-21:46</c:v>
                </c:pt>
                <c:pt idx="4">
                  <c:v>农人秀-家乡年货开箱记
21:50-22:46</c:v>
                </c:pt>
                <c:pt idx="5">
                  <c:v>盘中餐-食暖幸福年
22:47-23:45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0.045</c:v>
                </c:pt>
                <c:pt idx="1">
                  <c:v>0.067</c:v>
                </c:pt>
                <c:pt idx="2">
                  <c:v>0.048</c:v>
                </c:pt>
                <c:pt idx="3">
                  <c:v>0.166</c:v>
                </c:pt>
                <c:pt idx="4">
                  <c:v>0.077</c:v>
                </c:pt>
                <c:pt idx="5">
                  <c:v>0.02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2月10日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群英汇-马背长歌
17:04-17:56</c:v>
                </c:pt>
                <c:pt idx="1">
                  <c:v>中国三农报道
18:00-18:33</c:v>
                </c:pt>
                <c:pt idx="2">
                  <c:v>振兴路上新观察
18:36-18:51</c:v>
                </c:pt>
                <c:pt idx="3">
                  <c:v>共富经-策马扬鞭向新程
20:46-21:46</c:v>
                </c:pt>
                <c:pt idx="4">
                  <c:v>农人秀-家乡年货开箱记
21:50-22:46</c:v>
                </c:pt>
                <c:pt idx="5">
                  <c:v>盘中餐-食暖幸福年
22:47-23:45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0.015</c:v>
                </c:pt>
                <c:pt idx="1">
                  <c:v>0.058</c:v>
                </c:pt>
                <c:pt idx="2">
                  <c:v>0.063</c:v>
                </c:pt>
                <c:pt idx="3">
                  <c:v>0.142</c:v>
                </c:pt>
                <c:pt idx="4">
                  <c:v>0.076</c:v>
                </c:pt>
                <c:pt idx="5">
                  <c:v>0.044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群英汇-马背长歌
17:04-17:56</c:v>
                </c:pt>
                <c:pt idx="1">
                  <c:v>中国三农报道
18:00-18:33</c:v>
                </c:pt>
                <c:pt idx="2">
                  <c:v>振兴路上新观察
18:36-18:51</c:v>
                </c:pt>
                <c:pt idx="3">
                  <c:v>共富经-策马扬鞭向新程
20:46-21:46</c:v>
                </c:pt>
                <c:pt idx="4">
                  <c:v>农人秀-家乡年货开箱记
21:50-22:46</c:v>
                </c:pt>
                <c:pt idx="5">
                  <c:v>盘中餐-食暖幸福年
22:47-23:45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0.574</c:v>
                </c:pt>
                <c:pt idx="1">
                  <c:v>0.644</c:v>
                </c:pt>
                <c:pt idx="2">
                  <c:v>0.922</c:v>
                </c:pt>
                <c:pt idx="3">
                  <c:v>0.455</c:v>
                </c:pt>
                <c:pt idx="4">
                  <c:v>0.534</c:v>
                </c:pt>
                <c:pt idx="5">
                  <c:v>0.655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2月9日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群英汇-马背长歌
17:04-17:56</c:v>
                </c:pt>
                <c:pt idx="1">
                  <c:v>中国三农报道
18:00-18:33</c:v>
                </c:pt>
                <c:pt idx="2">
                  <c:v>振兴路上新观察
18:36-18:51</c:v>
                </c:pt>
                <c:pt idx="3">
                  <c:v>共富经-策马扬鞭向新程
20:46-21:46</c:v>
                </c:pt>
                <c:pt idx="4">
                  <c:v>农人秀-家乡年货开箱记
21:50-22:46</c:v>
                </c:pt>
                <c:pt idx="5">
                  <c:v>盘中餐-食暖幸福年
22:47-23:45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0.529</c:v>
                </c:pt>
                <c:pt idx="1">
                  <c:v>0.562</c:v>
                </c:pt>
                <c:pt idx="2">
                  <c:v>0.333</c:v>
                </c:pt>
                <c:pt idx="3">
                  <c:v>0.933</c:v>
                </c:pt>
                <c:pt idx="4">
                  <c:v>0.795</c:v>
                </c:pt>
                <c:pt idx="5">
                  <c:v>0.413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2月10日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群英汇-马背长歌
17:04-17:56</c:v>
                </c:pt>
                <c:pt idx="1">
                  <c:v>中国三农报道
18:00-18:33</c:v>
                </c:pt>
                <c:pt idx="2">
                  <c:v>振兴路上新观察
18:36-18:51</c:v>
                </c:pt>
                <c:pt idx="3">
                  <c:v>共富经-策马扬鞭向新程
20:46-21:46</c:v>
                </c:pt>
                <c:pt idx="4">
                  <c:v>农人秀-家乡年货开箱记
21:50-22:46</c:v>
                </c:pt>
                <c:pt idx="5">
                  <c:v>盘中餐-食暖幸福年
22:47-23:45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0.191</c:v>
                </c:pt>
                <c:pt idx="1">
                  <c:v>0.532</c:v>
                </c:pt>
                <c:pt idx="2">
                  <c:v>0.466</c:v>
                </c:pt>
                <c:pt idx="3">
                  <c:v>0.814</c:v>
                </c:pt>
                <c:pt idx="4">
                  <c:v>0.777</c:v>
                </c:pt>
                <c:pt idx="5">
                  <c:v>0.902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前一个月日均观众规模：2150.6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1099.1</c:v>
                </c:pt>
                <c:pt idx="1">
                  <c:v>1051.5</c:v>
                </c:pt>
                <c:pt idx="3">
                  <c:v>132.9</c:v>
                </c:pt>
                <c:pt idx="4">
                  <c:v>93.3</c:v>
                </c:pt>
                <c:pt idx="5">
                  <c:v>161.4</c:v>
                </c:pt>
                <c:pt idx="6">
                  <c:v>163.8</c:v>
                </c:pt>
                <c:pt idx="7">
                  <c:v>253.3</c:v>
                </c:pt>
                <c:pt idx="8">
                  <c:v>414</c:v>
                </c:pt>
                <c:pt idx="9">
                  <c:v>931.8</c:v>
                </c:pt>
                <c:pt idx="11">
                  <c:v>160.1</c:v>
                </c:pt>
                <c:pt idx="12">
                  <c:v>642.9</c:v>
                </c:pt>
                <c:pt idx="13">
                  <c:v>723.9</c:v>
                </c:pt>
                <c:pt idx="14">
                  <c:v>398.7</c:v>
                </c:pt>
                <c:pt idx="15">
                  <c:v>225</c:v>
                </c:pt>
                <c:pt idx="17">
                  <c:v>1376.1</c:v>
                </c:pt>
                <c:pt idx="18">
                  <c:v>774.4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今日观众规模：1986.1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937.5153</c:v>
                </c:pt>
                <c:pt idx="1">
                  <c:v>1048.6022</c:v>
                </c:pt>
                <c:pt idx="3">
                  <c:v>127.6134</c:v>
                </c:pt>
                <c:pt idx="4">
                  <c:v>110.7584</c:v>
                </c:pt>
                <c:pt idx="5">
                  <c:v>200.1</c:v>
                </c:pt>
                <c:pt idx="6">
                  <c:v>135.5998</c:v>
                </c:pt>
                <c:pt idx="7">
                  <c:v>231.8233</c:v>
                </c:pt>
                <c:pt idx="8">
                  <c:v>368.4117</c:v>
                </c:pt>
                <c:pt idx="9">
                  <c:v>811.811</c:v>
                </c:pt>
                <c:pt idx="11">
                  <c:v>102.87</c:v>
                </c:pt>
                <c:pt idx="12">
                  <c:v>654.3482</c:v>
                </c:pt>
                <c:pt idx="13">
                  <c:v>644.0379</c:v>
                </c:pt>
                <c:pt idx="14">
                  <c:v>358.6745</c:v>
                </c:pt>
                <c:pt idx="15">
                  <c:v>226.1869</c:v>
                </c:pt>
                <c:pt idx="17">
                  <c:v>1351.9528</c:v>
                </c:pt>
                <c:pt idx="18">
                  <c:v>634.1647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2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8" Type="http://schemas.openxmlformats.org/officeDocument/2006/relationships/comments" Target="../comments/comment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7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8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9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0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2" Type="http://schemas.openxmlformats.org/officeDocument/2006/relationships/comments" Target="../comments/comment13.xml"/><Relationship Id="rId51" Type="http://schemas.openxmlformats.org/officeDocument/2006/relationships/slideLayout" Target="../slideLayouts/slideLayout7.xml"/><Relationship Id="rId50" Type="http://schemas.openxmlformats.org/officeDocument/2006/relationships/tags" Target="../tags/tag172.xml"/><Relationship Id="rId5" Type="http://schemas.openxmlformats.org/officeDocument/2006/relationships/tags" Target="../tags/tag139.xml"/><Relationship Id="rId49" Type="http://schemas.openxmlformats.org/officeDocument/2006/relationships/tags" Target="../tags/tag171.xml"/><Relationship Id="rId48" Type="http://schemas.openxmlformats.org/officeDocument/2006/relationships/tags" Target="../tags/tag170.xml"/><Relationship Id="rId47" Type="http://schemas.openxmlformats.org/officeDocument/2006/relationships/tags" Target="../tags/tag169.xml"/><Relationship Id="rId46" Type="http://schemas.openxmlformats.org/officeDocument/2006/relationships/tags" Target="../tags/tag168.xml"/><Relationship Id="rId45" Type="http://schemas.openxmlformats.org/officeDocument/2006/relationships/tags" Target="../tags/tag167.xml"/><Relationship Id="rId44" Type="http://schemas.openxmlformats.org/officeDocument/2006/relationships/tags" Target="../tags/tag166.xml"/><Relationship Id="rId43" Type="http://schemas.openxmlformats.org/officeDocument/2006/relationships/tags" Target="../tags/tag165.xml"/><Relationship Id="rId42" Type="http://schemas.openxmlformats.org/officeDocument/2006/relationships/tags" Target="../tags/tag164.xml"/><Relationship Id="rId41" Type="http://schemas.openxmlformats.org/officeDocument/2006/relationships/tags" Target="../tags/tag163.xml"/><Relationship Id="rId40" Type="http://schemas.openxmlformats.org/officeDocument/2006/relationships/image" Target="../media/image12.svg"/><Relationship Id="rId4" Type="http://schemas.openxmlformats.org/officeDocument/2006/relationships/tags" Target="../tags/tag138.xml"/><Relationship Id="rId39" Type="http://schemas.openxmlformats.org/officeDocument/2006/relationships/image" Target="../media/image11.png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image" Target="../media/image10.svg"/><Relationship Id="rId33" Type="http://schemas.openxmlformats.org/officeDocument/2006/relationships/image" Target="../media/image9.png"/><Relationship Id="rId32" Type="http://schemas.openxmlformats.org/officeDocument/2006/relationships/tags" Target="../tags/tag158.xml"/><Relationship Id="rId31" Type="http://schemas.openxmlformats.org/officeDocument/2006/relationships/image" Target="../media/image8.svg"/><Relationship Id="rId30" Type="http://schemas.openxmlformats.org/officeDocument/2006/relationships/image" Target="../media/image7.png"/><Relationship Id="rId3" Type="http://schemas.openxmlformats.org/officeDocument/2006/relationships/tags" Target="../tags/tag137.xml"/><Relationship Id="rId29" Type="http://schemas.openxmlformats.org/officeDocument/2006/relationships/tags" Target="../tags/tag157.xml"/><Relationship Id="rId28" Type="http://schemas.openxmlformats.org/officeDocument/2006/relationships/image" Target="../media/image6.svg"/><Relationship Id="rId27" Type="http://schemas.openxmlformats.org/officeDocument/2006/relationships/image" Target="../media/image5.png"/><Relationship Id="rId26" Type="http://schemas.openxmlformats.org/officeDocument/2006/relationships/tags" Target="../tags/tag156.xml"/><Relationship Id="rId25" Type="http://schemas.openxmlformats.org/officeDocument/2006/relationships/image" Target="../media/image4.svg"/><Relationship Id="rId24" Type="http://schemas.openxmlformats.org/officeDocument/2006/relationships/image" Target="../media/image3.png"/><Relationship Id="rId23" Type="http://schemas.openxmlformats.org/officeDocument/2006/relationships/tags" Target="../tags/tag155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154.xml"/><Relationship Id="rId2" Type="http://schemas.openxmlformats.org/officeDocument/2006/relationships/tags" Target="../tags/tag136.xml"/><Relationship Id="rId19" Type="http://schemas.openxmlformats.org/officeDocument/2006/relationships/tags" Target="../tags/tag153.xml"/><Relationship Id="rId18" Type="http://schemas.openxmlformats.org/officeDocument/2006/relationships/tags" Target="../tags/tag152.xml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农业农村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频道收视日报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41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2月10日，频道市场份额为0.756%，较前一个月均值基本持平；收视率0.044%，基本持平；上星频道排名第19位，较前一日上升3位，央视台组内排名第12位，与前一日保持不变。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2月10日，对比前一个月均值，电视剧市场份额0.930%，下降19%，非电视剧市场份额0.645%，提升16%。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2月10日，早间节目及上午剧场收视率提升，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9:24</a:t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《</a:t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农人秀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家乡年货开箱记》为上午剧场提供高收视入点；午间节目至黄金剧场收视率下滑，《六姊妹》后两集表现不佳，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18:00</a:t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《中国三农报道》将收视平台拉升至平均水平，但后续加播《振兴路上新观察》未能有效承接观众；黄金剧场时间因编排调整后移，晚间节目有效承接高收视入点，晚间及</a:t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夜间节目收视提升显著。</a:t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分钟及以内）。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对比前期数据日期：前推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天）均值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2月10日，频道市场份额为0.756%，较前一个月均值基本持平；平均到达率和平均忠实度分别下降8%，提升6%。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2月10日，所有频道收视率为5.78%，较前一个月均值基本持平，CCTV-17收视率0.044%，较前一个月均值基本持平。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所有频道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平均到达率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%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-8%</a:t>
                      </a:r>
                      <a:endParaRPr lang="zh-CN" altLang="en-US" sz="1400" b="1" kern="1200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  <a:tr h="363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前1个月均值1.69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当天1.56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lt"/>
                        </a:rPr>
                        <a:t>平均忠实度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  <a:ea typeface="微软雅黑" panose="020B0503020204020204" pitchFamily="34" charset="-122"/>
                        </a:rPr>
                        <a:t>6%</a:t>
                      </a:r>
                      <a:endParaRPr lang="zh-CN" altLang="en-US" sz="1400" b="1" kern="1200" baseline="0" dirty="0"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  <a:tr h="364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前1个月均值2.66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当天2.81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日，市场份额0.756%，较前一个月均值基本持平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2月9日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2月10日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%</a:t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%</a:t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央视台组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32.767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央视台组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33.112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7.289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7.339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4.418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4.663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2.686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2.574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2.578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2.551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2.373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2.271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1.714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1.783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1.033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1.020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0.840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0.771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0.713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0.756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0.637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0.687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0.560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0.461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0.581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0.390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0.453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CCTV-5+体育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0.244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CCTV-5+体育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0.286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0.83%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位，与前一日保持不变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仅体现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考核序列内央视台组频道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2月9日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2月10日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>
                    <a:solidFill>
                      <a:srgbClr val="FFD753"/>
                    </a:solidFill>
                  </a:tcPr>
                </a:tc>
                <a:tc hMerge="1"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%</a:t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%</a:t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较前一日变化</a:t>
                      </a:r>
                      <a:endParaRPr lang="zh-CN" altLang="en-US" sz="1400" b="1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7.289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7.339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4.418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4.683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4.355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4.663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2.686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2.574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2.578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2.551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2.373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2.271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2.238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2.229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2.154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2.127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1.714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湖南金鹰卡通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1.797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湖南金鹰卡通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1.671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1.783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—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山东卫视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0.771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0.756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江西卫视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0.706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江西卫视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0.733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0.637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深圳卫视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0.703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上星频道排名第19位，较前一日上升3位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2.286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2月10日，频道市场份额0.756%，收视率0.044%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0.2200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2.286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月10日栏目收视份额排名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 err="1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</a:t>
                      </a: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乡理乡亲乡村反诈指南（重播）</a:t>
                      </a:r>
                      <a:r>
                        <a:rPr lang="en-US" altLang="zh-CN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endParaRPr lang="zh-CN" altLang="en-US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乡理乡亲（重播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谁知盘中餐（重播）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三农群英汇（重播）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中国三农报道（重播）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早间节目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上午剧场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午间节目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下午剧场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傍晚节目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黄金剧场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晚间节目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夜间节目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早间节目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上午剧场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午间节目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下午剧场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傍晚节目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黄金剧场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晚间节目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夜间节目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zh-CN" altLang="en-US" sz="1050" dirty="0"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乡理乡亲乡村反诈指南（重播）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endParaRPr lang="en-US" altLang="zh-CN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乡理乡亲（重播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谁知盘中餐（重播）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三农群英汇（重播）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中国三农报道（重播）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10日，对比前一个月均值，首播栏目收视率中，《群英汇-马背长歌》0.015%，下降68%，《中国三农报道》0.058%，下降25%，《振兴路上新观察》0.063%，下降53%，《共富经-策马扬鞭向新程》0.142%，提升87%，《农人秀-家乡年货开箱记》0.076%，提升58%，《盘中餐-食暖幸福年》0.044%，提升57%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10日，对比前一个月均值，首播栏目市场份额中，《群英汇-马背长歌》0.191%，下降67%，《中国三农报道》0.532%，下降17%，《振兴路上新观察》0.466%，下降49%，《共富经-策马扬鞭向新程》0.814%，提升79%，《农人秀-家乡年货开箱记》0.777%，提升46%，《盘中餐-食暖幸福年》0.902%，提升38%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23696" y="230779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-15%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06855" y="2307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43492" y="405987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100182" y="430027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67126" y="409356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734622" y="387296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306261" y="360198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934444" y="27831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917149" y="42137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-36%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59796" y="323034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041754" y="301939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87405" y="36031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164417" y="4006428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91588" y="179321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729153" y="286550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96155" y="42137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-17%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频道分类观众规模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